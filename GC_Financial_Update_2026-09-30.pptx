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 id="2147484431" r:id="rId5"/>
    <p:sldMasterId id="2147484500" r:id="rId6"/>
  </p:sldMasterIdLst>
  <p:notesMasterIdLst>
    <p:notesMasterId r:id="rId35"/>
  </p:notesMasterIdLst>
  <p:sldIdLst>
    <p:sldId id="2147481609" r:id="rId43"/>
    <p:sldId id="2147481610" r:id="rId44"/>
    <p:sldId id="2147481611" r:id="rId45"/>
    <p:sldId id="2147481586" r:id="rId10"/>
    <p:sldId id="2147481615" r:id="rId49"/>
    <p:sldId id="2147481616" r:id="rId50"/>
    <p:sldId id="256" r:id="rId11"/>
    <p:sldId id="2147481582" r:id="rId12"/>
    <p:sldId id="2147481581" r:id="rId13"/>
    <p:sldId id="2147481612" r:id="rId46"/>
    <p:sldId id="2147481604" r:id="rId17"/>
    <p:sldId id="2147481605" r:id="rId18"/>
    <p:sldId id="261" r:id="rId19"/>
    <p:sldId id="335" r:id="rId22"/>
    <p:sldId id="334" r:id="rId23"/>
    <p:sldId id="2147473812" r:id="rId24"/>
    <p:sldId id="2147481607" r:id="rId25"/>
    <p:sldId id="274" r:id="rId27"/>
    <p:sldId id="281" r:id="rId28"/>
    <p:sldId id="275" r:id="rId29"/>
    <p:sldId id="2147481606" r:id="rId30"/>
    <p:sldId id="260" r:id="rId31"/>
    <p:sldId id="268" r:id="rId32"/>
    <p:sldId id="269" r:id="rId33"/>
    <p:sldId id="2147481613" r:id="rId47"/>
    <p:sldId id="2147481617" r:id="rId51"/>
    <p:sldId id="2147481614" r:id="rId48"/>
    <p:sldId id="2147481601" r:id="rId14"/>
    <p:sldId id="2147481602" r:id="rId15"/>
    <p:sldId id="262" r:id="rId20"/>
    <p:sldId id="263" r:id="rId21"/>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470"/>
            <p14:sldId id="2147481526"/>
            <p14:sldId id="2147481597"/>
            <p14:sldId id="2147481586"/>
            <p14:sldId id="256"/>
            <p14:sldId id="2147481582"/>
            <p14:sldId id="2147481581"/>
            <p14:sldId id="2147481601"/>
            <p14:sldId id="2147481602"/>
            <p14:sldId id="2147481598"/>
            <p14:sldId id="2147481604"/>
            <p14:sldId id="2147481605"/>
            <p14:sldId id="261"/>
            <p14:sldId id="262"/>
            <p14:sldId id="263"/>
            <p14:sldId id="335"/>
            <p14:sldId id="334"/>
            <p14:sldId id="2147473812"/>
            <p14:sldId id="2147481607"/>
            <p14:sldId id="2147481608"/>
            <p14:sldId id="274"/>
            <p14:sldId id="281"/>
            <p14:sldId id="275"/>
            <p14:sldId id="2147481606"/>
            <p14:sldId id="260"/>
            <p14:sldId id="268"/>
            <p14:sldId id="269"/>
            <p14:sldId id="2147481584"/>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3.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11.xlsx"/><Relationship Id="rId4" Type="http://schemas.openxmlformats.org/officeDocument/2006/relationships/chartUserShapes" Target="../drawings/drawing1.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FF0000"/>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B0F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B0F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Universities per 1,000,000 people</c:v>
                </c:pt>
              </c:strCache>
            </c:strRef>
          </c:tx>
          <c:spPr>
            <a:ln w="28575" cap="rnd">
              <a:noFill/>
              <a:round/>
            </a:ln>
            <a:effectLst/>
          </c:spPr>
          <c:marker>
            <c:symbol val="circle"/>
            <c:size val="12"/>
            <c:spPr>
              <a:solidFill>
                <a:schemeClr val="accent1"/>
              </a:solidFill>
              <a:ln w="19050">
                <a:solidFill>
                  <a:schemeClr val="tx1"/>
                </a:solidFill>
              </a:ln>
              <a:effectLst/>
            </c:spPr>
          </c:marker>
          <c:dPt>
            <c:idx val="0"/>
            <c:marker>
              <c:symbol val="circle"/>
              <c:size val="18"/>
              <c:spPr>
                <a:solidFill>
                  <a:srgbClr val="FF0000"/>
                </a:solidFill>
                <a:ln w="19050">
                  <a:solidFill>
                    <a:schemeClr val="tx1"/>
                  </a:solidFill>
                </a:ln>
                <a:effectLst/>
              </c:spPr>
            </c:marker>
            <c:bubble3D val="0"/>
            <c:extLst>
              <c:ext xmlns:c16="http://schemas.microsoft.com/office/drawing/2014/chart" uri="{C3380CC4-5D6E-409C-BE32-E72D297353CC}">
                <c16:uniqueId val="{00000002-FC97-46A8-AE8B-FCDE6A4CF2F3}"/>
              </c:ext>
            </c:extLst>
          </c:dPt>
          <c:dLbls>
            <c:dLbl>
              <c:idx val="0"/>
              <c:tx>
                <c:rich>
                  <a:bodyPr rot="0" spcFirstLastPara="1" vertOverflow="ellipsis" vert="horz" wrap="square" lIns="38100" tIns="19050" rIns="38100" bIns="19050" anchor="ctr" anchorCtr="1">
                    <a:spAutoFit/>
                  </a:bodyPr>
                  <a:lstStyle/>
                  <a:p>
                    <a:pPr>
                      <a:defRPr sz="1800" b="1" i="0" u="none" strike="noStrike" kern="1200" baseline="0">
                        <a:solidFill>
                          <a:schemeClr val="bg2"/>
                        </a:solidFill>
                        <a:latin typeface="+mn-lt"/>
                        <a:ea typeface="+mn-ea"/>
                        <a:cs typeface="+mn-cs"/>
                      </a:defRPr>
                    </a:pPr>
                    <a:fld id="{9263AC00-37A7-4012-8DED-057884D59126}" type="CELLRANGE">
                      <a:rPr lang="en-US"/>
                      <a:pPr>
                        <a:defRPr sz="1800" b="1">
                          <a:solidFill>
                            <a:schemeClr val="bg2"/>
                          </a:solidFill>
                        </a:defRPr>
                      </a:pPr>
                      <a:t>[CELLRANGE]</a:t>
                    </a:fld>
                    <a:endParaRPr lang="en-US"/>
                  </a:p>
                </c:rich>
              </c:tx>
              <c:spPr>
                <a:noFill/>
                <a:ln>
                  <a:noFill/>
                </a:ln>
                <a:effectLst/>
              </c:spPr>
              <c:txPr>
                <a:bodyPr rot="0" spcFirstLastPara="1" vertOverflow="ellipsis" vert="horz" wrap="square" lIns="38100" tIns="19050" rIns="38100" bIns="19050" anchor="ctr" anchorCtr="1">
                  <a:spAutoFit/>
                </a:bodyPr>
                <a:lstStyle/>
                <a:p>
                  <a:pPr>
                    <a:defRPr sz="1800" b="1" i="0" u="none" strike="noStrike" kern="1200" baseline="0">
                      <a:solidFill>
                        <a:schemeClr val="bg2"/>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2-FC97-46A8-AE8B-FCDE6A4CF2F3}"/>
                </c:ext>
              </c:extLst>
            </c:dLbl>
            <c:dLbl>
              <c:idx val="1"/>
              <c:tx>
                <c:rich>
                  <a:bodyPr/>
                  <a:lstStyle/>
                  <a:p>
                    <a:fld id="{6815E577-FD42-4461-94B8-1011C643789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3F25-4604-9E55-58D55DA1226A}"/>
                </c:ext>
              </c:extLst>
            </c:dLbl>
            <c:dLbl>
              <c:idx val="2"/>
              <c:tx>
                <c:rich>
                  <a:bodyPr/>
                  <a:lstStyle/>
                  <a:p>
                    <a:fld id="{A657BDF6-D31F-48E6-8808-8A87DE1B85A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3F25-4604-9E55-58D55DA1226A}"/>
                </c:ext>
              </c:extLst>
            </c:dLbl>
            <c:dLbl>
              <c:idx val="3"/>
              <c:tx>
                <c:rich>
                  <a:bodyPr/>
                  <a:lstStyle/>
                  <a:p>
                    <a:fld id="{C3ED590F-DA57-418D-BA29-FFE306445BF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2-3F25-4604-9E55-58D55DA1226A}"/>
                </c:ext>
              </c:extLst>
            </c:dLbl>
            <c:dLbl>
              <c:idx val="4"/>
              <c:tx>
                <c:rich>
                  <a:bodyPr/>
                  <a:lstStyle/>
                  <a:p>
                    <a:fld id="{61B30873-2A17-42E9-B7FD-595BF4CEF332}"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3-3F25-4604-9E55-58D55DA1226A}"/>
                </c:ext>
              </c:extLst>
            </c:dLbl>
            <c:dLbl>
              <c:idx val="5"/>
              <c:tx>
                <c:rich>
                  <a:bodyPr/>
                  <a:lstStyle/>
                  <a:p>
                    <a:fld id="{05D368EA-CF93-41A3-AA33-DDEAC623BDE2}"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3F25-4604-9E55-58D55DA1226A}"/>
                </c:ext>
              </c:extLst>
            </c:dLbl>
            <c:dLbl>
              <c:idx val="6"/>
              <c:tx>
                <c:rich>
                  <a:bodyPr/>
                  <a:lstStyle/>
                  <a:p>
                    <a:fld id="{CD36A054-5BB3-49E6-B6B8-4BB5456B351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3F25-4604-9E55-58D55DA1226A}"/>
                </c:ext>
              </c:extLst>
            </c:dLbl>
            <c:dLbl>
              <c:idx val="7"/>
              <c:tx>
                <c:rich>
                  <a:bodyPr/>
                  <a:lstStyle/>
                  <a:p>
                    <a:fld id="{DC3E9B59-DC66-44F7-A3F3-89164E4A84E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6-3F25-4604-9E55-58D55DA1226A}"/>
                </c:ext>
              </c:extLst>
            </c:dLbl>
            <c:dLbl>
              <c:idx val="8"/>
              <c:tx>
                <c:rich>
                  <a:bodyPr/>
                  <a:lstStyle/>
                  <a:p>
                    <a:fld id="{67563708-F7C7-416F-BD5E-48EC278EDF7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3F25-4604-9E55-58D55DA1226A}"/>
                </c:ext>
              </c:extLst>
            </c:dLbl>
            <c:dLbl>
              <c:idx val="9"/>
              <c:tx>
                <c:rich>
                  <a:bodyPr/>
                  <a:lstStyle/>
                  <a:p>
                    <a:fld id="{B2295A57-6A3A-415F-946F-FC9716B9641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8-3F25-4604-9E55-58D55DA1226A}"/>
                </c:ext>
              </c:extLst>
            </c:dLbl>
            <c:dLbl>
              <c:idx val="10"/>
              <c:tx>
                <c:rich>
                  <a:bodyPr/>
                  <a:lstStyle/>
                  <a:p>
                    <a:fld id="{76A44EC2-762D-4E66-8F72-96E7EB6F16E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9-3F25-4604-9E55-58D55DA1226A}"/>
                </c:ext>
              </c:extLst>
            </c:dLbl>
            <c:dLbl>
              <c:idx val="11"/>
              <c:tx>
                <c:rich>
                  <a:bodyPr/>
                  <a:lstStyle/>
                  <a:p>
                    <a:fld id="{EA08DCF7-640B-4E24-834B-176E4AED1C0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A-3F25-4604-9E55-58D55DA1226A}"/>
                </c:ext>
              </c:extLst>
            </c:dLbl>
            <c:dLbl>
              <c:idx val="12"/>
              <c:tx>
                <c:rich>
                  <a:bodyPr/>
                  <a:lstStyle/>
                  <a:p>
                    <a:fld id="{F7F3B9FE-39CA-4D33-A138-A2F0F9231F8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B-3F25-4604-9E55-58D55DA1226A}"/>
                </c:ext>
              </c:extLst>
            </c:dLbl>
            <c:dLbl>
              <c:idx val="13"/>
              <c:tx>
                <c:rich>
                  <a:bodyPr/>
                  <a:lstStyle/>
                  <a:p>
                    <a:fld id="{78F9B09A-5428-4A5A-A1C0-C79CC50699D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3F25-4604-9E55-58D55DA1226A}"/>
                </c:ext>
              </c:extLst>
            </c:dLbl>
            <c:dLbl>
              <c:idx val="14"/>
              <c:tx>
                <c:rich>
                  <a:bodyPr/>
                  <a:lstStyle/>
                  <a:p>
                    <a:fld id="{E3CB8AE1-D068-48ED-80C0-1EBB191B435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D-3F25-4604-9E55-58D55DA1226A}"/>
                </c:ext>
              </c:extLst>
            </c:dLbl>
            <c:dLbl>
              <c:idx val="15"/>
              <c:tx>
                <c:rich>
                  <a:bodyPr/>
                  <a:lstStyle/>
                  <a:p>
                    <a:fld id="{F79020C7-9F82-458D-AEE8-7354E322B6F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E-3F25-4604-9E55-58D55DA1226A}"/>
                </c:ext>
              </c:extLst>
            </c:dLbl>
            <c:dLbl>
              <c:idx val="16"/>
              <c:tx>
                <c:rich>
                  <a:bodyPr/>
                  <a:lstStyle/>
                  <a:p>
                    <a:fld id="{C88DCC8B-6F5A-43B3-BE3D-9D77A1D8C08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3F25-4604-9E55-58D55DA1226A}"/>
                </c:ext>
              </c:extLst>
            </c:dLbl>
            <c:dLbl>
              <c:idx val="17"/>
              <c:tx>
                <c:rich>
                  <a:bodyPr/>
                  <a:lstStyle/>
                  <a:p>
                    <a:fld id="{935F0F4E-8D1E-46A1-A93F-01E72203853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0-3F25-4604-9E55-58D55DA1226A}"/>
                </c:ext>
              </c:extLst>
            </c:dLbl>
            <c:dLbl>
              <c:idx val="18"/>
              <c:tx>
                <c:rich>
                  <a:bodyPr/>
                  <a:lstStyle/>
                  <a:p>
                    <a:fld id="{45128EEF-4329-4AED-9A1A-9C9AD4E6743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1-3F25-4604-9E55-58D55DA1226A}"/>
                </c:ext>
              </c:extLst>
            </c:dLbl>
            <c:dLbl>
              <c:idx val="19"/>
              <c:tx>
                <c:rich>
                  <a:bodyPr/>
                  <a:lstStyle/>
                  <a:p>
                    <a:fld id="{4809F291-11BF-49F2-AE21-F23AC105CA1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2-3F25-4604-9E55-58D55DA1226A}"/>
                </c:ext>
              </c:extLst>
            </c:dLbl>
            <c:dLbl>
              <c:idx val="20"/>
              <c:tx>
                <c:rich>
                  <a:bodyPr/>
                  <a:lstStyle/>
                  <a:p>
                    <a:fld id="{012CBE99-106F-4607-B6A6-EB0AF3E3E18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3-3F25-4604-9E55-58D55DA1226A}"/>
                </c:ext>
              </c:extLst>
            </c:dLbl>
            <c:dLbl>
              <c:idx val="21"/>
              <c:tx>
                <c:rich>
                  <a:bodyPr/>
                  <a:lstStyle/>
                  <a:p>
                    <a:fld id="{C2C31676-CBFF-4E1D-BF50-21434F94A37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4-3F25-4604-9E55-58D55DA1226A}"/>
                </c:ext>
              </c:extLst>
            </c:dLbl>
            <c:dLbl>
              <c:idx val="22"/>
              <c:tx>
                <c:rich>
                  <a:bodyPr/>
                  <a:lstStyle/>
                  <a:p>
                    <a:fld id="{099C3E6C-3DDF-4731-9570-78724389FD70}"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5-3F25-4604-9E55-58D55DA1226A}"/>
                </c:ext>
              </c:extLst>
            </c:dLbl>
            <c:dLbl>
              <c:idx val="23"/>
              <c:tx>
                <c:rich>
                  <a:bodyPr/>
                  <a:lstStyle/>
                  <a:p>
                    <a:fld id="{FD708D48-CD05-4C41-812D-20DE8E64254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6-3F25-4604-9E55-58D55DA1226A}"/>
                </c:ext>
              </c:extLst>
            </c:dLbl>
            <c:dLbl>
              <c:idx val="24"/>
              <c:tx>
                <c:rich>
                  <a:bodyPr/>
                  <a:lstStyle/>
                  <a:p>
                    <a:fld id="{B2BD2B2C-3901-4152-98D6-3FEBC802E8E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7-3F25-4604-9E55-58D55DA1226A}"/>
                </c:ext>
              </c:extLst>
            </c:dLbl>
            <c:dLbl>
              <c:idx val="25"/>
              <c:tx>
                <c:rich>
                  <a:bodyPr/>
                  <a:lstStyle/>
                  <a:p>
                    <a:fld id="{9741D2CD-13B7-486B-8411-660DFAB3651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8-3F25-4604-9E55-58D55DA1226A}"/>
                </c:ext>
              </c:extLst>
            </c:dLbl>
            <c:dLbl>
              <c:idx val="26"/>
              <c:tx>
                <c:rich>
                  <a:bodyPr/>
                  <a:lstStyle/>
                  <a:p>
                    <a:fld id="{B62492F6-B116-402A-8B85-F72CFB98611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9-3F25-4604-9E55-58D55DA1226A}"/>
                </c:ext>
              </c:extLst>
            </c:dLbl>
            <c:dLbl>
              <c:idx val="27"/>
              <c:tx>
                <c:rich>
                  <a:bodyPr/>
                  <a:lstStyle/>
                  <a:p>
                    <a:fld id="{721F3BF6-26D9-46F8-8ECB-902B8251149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A-3F25-4604-9E55-58D55DA1226A}"/>
                </c:ext>
              </c:extLst>
            </c:dLbl>
            <c:dLbl>
              <c:idx val="28"/>
              <c:tx>
                <c:rich>
                  <a:bodyPr/>
                  <a:lstStyle/>
                  <a:p>
                    <a:fld id="{08A5AE27-4DBA-43E8-9B7F-22A3B636E13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B-3F25-4604-9E55-58D55DA1226A}"/>
                </c:ext>
              </c:extLst>
            </c:dLbl>
            <c:dLbl>
              <c:idx val="29"/>
              <c:tx>
                <c:rich>
                  <a:bodyPr/>
                  <a:lstStyle/>
                  <a:p>
                    <a:fld id="{5AB4BEB6-058A-486C-9017-9AF7C5D2683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C-3F25-4604-9E55-58D55DA1226A}"/>
                </c:ext>
              </c:extLst>
            </c:dLbl>
            <c:dLbl>
              <c:idx val="30"/>
              <c:tx>
                <c:rich>
                  <a:bodyPr/>
                  <a:lstStyle/>
                  <a:p>
                    <a:fld id="{9EAB16FA-8619-431B-8958-79C265973FE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D-3F25-4604-9E55-58D55DA1226A}"/>
                </c:ext>
              </c:extLst>
            </c:dLbl>
            <c:dLbl>
              <c:idx val="31"/>
              <c:tx>
                <c:rich>
                  <a:bodyPr/>
                  <a:lstStyle/>
                  <a:p>
                    <a:fld id="{79821CE6-73E3-4EF9-B24A-A9A34FD5300F}"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E-3F25-4604-9E55-58D55DA1226A}"/>
                </c:ext>
              </c:extLst>
            </c:dLbl>
            <c:dLbl>
              <c:idx val="32"/>
              <c:tx>
                <c:rich>
                  <a:bodyPr/>
                  <a:lstStyle/>
                  <a:p>
                    <a:fld id="{BCF96E9C-8756-47ED-9F9E-DDD8A89185B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F-3F25-4604-9E55-58D55DA1226A}"/>
                </c:ext>
              </c:extLst>
            </c:dLbl>
            <c:dLbl>
              <c:idx val="33"/>
              <c:tx>
                <c:rich>
                  <a:bodyPr/>
                  <a:lstStyle/>
                  <a:p>
                    <a:fld id="{4ABB629C-962C-4705-A178-D7573EC899E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0-3F25-4604-9E55-58D55DA1226A}"/>
                </c:ext>
              </c:extLst>
            </c:dLbl>
            <c:dLbl>
              <c:idx val="34"/>
              <c:tx>
                <c:rich>
                  <a:bodyPr/>
                  <a:lstStyle/>
                  <a:p>
                    <a:fld id="{DD16BC23-8AE5-4AC2-AB94-847BC59F1FA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1-3F25-4604-9E55-58D55DA1226A}"/>
                </c:ext>
              </c:extLst>
            </c:dLbl>
            <c:dLbl>
              <c:idx val="35"/>
              <c:tx>
                <c:rich>
                  <a:bodyPr/>
                  <a:lstStyle/>
                  <a:p>
                    <a:fld id="{B3DF6C9C-FB36-4F07-BEB9-BB939653B6D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2-3F25-4604-9E55-58D55DA1226A}"/>
                </c:ext>
              </c:extLst>
            </c:dLbl>
            <c:dLbl>
              <c:idx val="36"/>
              <c:tx>
                <c:rich>
                  <a:bodyPr/>
                  <a:lstStyle/>
                  <a:p>
                    <a:fld id="{46872D40-4951-4560-83FF-AB62471E3F9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3-3F25-4604-9E55-58D55DA1226A}"/>
                </c:ext>
              </c:extLst>
            </c:dLbl>
            <c:dLbl>
              <c:idx val="37"/>
              <c:tx>
                <c:rich>
                  <a:bodyPr/>
                  <a:lstStyle/>
                  <a:p>
                    <a:fld id="{28472AE9-282D-4927-86A6-D00FD5380A5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4-3F25-4604-9E55-58D55DA1226A}"/>
                </c:ext>
              </c:extLst>
            </c:dLbl>
            <c:dLbl>
              <c:idx val="38"/>
              <c:tx>
                <c:rich>
                  <a:bodyPr/>
                  <a:lstStyle/>
                  <a:p>
                    <a:fld id="{2385D002-2074-4118-978A-5D3E23A607C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5-3F25-4604-9E55-58D55DA1226A}"/>
                </c:ext>
              </c:extLst>
            </c:dLbl>
            <c:dLbl>
              <c:idx val="39"/>
              <c:tx>
                <c:rich>
                  <a:bodyPr/>
                  <a:lstStyle/>
                  <a:p>
                    <a:fld id="{88687B48-BEE6-4FB2-AEB3-96B0798A968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6-3F25-4604-9E55-58D55DA1226A}"/>
                </c:ext>
              </c:extLst>
            </c:dLbl>
            <c:dLbl>
              <c:idx val="40"/>
              <c:tx>
                <c:rich>
                  <a:bodyPr/>
                  <a:lstStyle/>
                  <a:p>
                    <a:fld id="{C5BDC615-A324-4BC6-9D76-B53808F80EB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7-3F25-4604-9E55-58D55DA1226A}"/>
                </c:ext>
              </c:extLst>
            </c:dLbl>
            <c:dLbl>
              <c:idx val="41"/>
              <c:tx>
                <c:rich>
                  <a:bodyPr/>
                  <a:lstStyle/>
                  <a:p>
                    <a:fld id="{D4FF0090-C732-4D41-BCA0-B3E1C341877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8-3F25-4604-9E55-58D55DA1226A}"/>
                </c:ext>
              </c:extLst>
            </c:dLbl>
            <c:dLbl>
              <c:idx val="42"/>
              <c:tx>
                <c:rich>
                  <a:bodyPr/>
                  <a:lstStyle/>
                  <a:p>
                    <a:fld id="{2F182B0D-7F53-440F-9898-230D9A52474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9-3F25-4604-9E55-58D55DA1226A}"/>
                </c:ext>
              </c:extLst>
            </c:dLbl>
            <c:dLbl>
              <c:idx val="43"/>
              <c:tx>
                <c:rich>
                  <a:bodyPr/>
                  <a:lstStyle/>
                  <a:p>
                    <a:fld id="{F110E62E-A318-494C-8928-C671728EE30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A-3F25-4604-9E55-58D55DA1226A}"/>
                </c:ext>
              </c:extLst>
            </c:dLbl>
            <c:dLbl>
              <c:idx val="44"/>
              <c:tx>
                <c:rich>
                  <a:bodyPr/>
                  <a:lstStyle/>
                  <a:p>
                    <a:fld id="{CF0899CB-3CD7-4F08-A6F0-18086C657D4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B-3F25-4604-9E55-58D55DA1226A}"/>
                </c:ext>
              </c:extLst>
            </c:dLbl>
            <c:dLbl>
              <c:idx val="45"/>
              <c:tx>
                <c:rich>
                  <a:bodyPr/>
                  <a:lstStyle/>
                  <a:p>
                    <a:fld id="{4C5DCC53-4CF2-421F-9C9C-106FEE31EF8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C-3F25-4604-9E55-58D55DA1226A}"/>
                </c:ext>
              </c:extLst>
            </c:dLbl>
            <c:dLbl>
              <c:idx val="46"/>
              <c:tx>
                <c:rich>
                  <a:bodyPr/>
                  <a:lstStyle/>
                  <a:p>
                    <a:fld id="{71F3A800-7939-47E7-A0F9-5CE6887A051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D-3F25-4604-9E55-58D55DA1226A}"/>
                </c:ext>
              </c:extLst>
            </c:dLbl>
            <c:dLbl>
              <c:idx val="47"/>
              <c:tx>
                <c:rich>
                  <a:bodyPr/>
                  <a:lstStyle/>
                  <a:p>
                    <a:fld id="{3F4F1ACF-600E-45ED-8A99-CA55E71ADB9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E-3F25-4604-9E55-58D55DA1226A}"/>
                </c:ext>
              </c:extLst>
            </c:dLbl>
            <c:dLbl>
              <c:idx val="48"/>
              <c:tx>
                <c:rich>
                  <a:bodyPr/>
                  <a:lstStyle/>
                  <a:p>
                    <a:fld id="{37F8BA18-EDA7-4EDC-94C6-64E816A9D78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F-3F25-4604-9E55-58D55DA1226A}"/>
                </c:ext>
              </c:extLst>
            </c:dLbl>
            <c:dLbl>
              <c:idx val="49"/>
              <c:tx>
                <c:rich>
                  <a:bodyPr/>
                  <a:lstStyle/>
                  <a:p>
                    <a:fld id="{51E06149-44EB-4E47-AF19-0770BA508CB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0-3F25-4604-9E55-58D55DA1226A}"/>
                </c:ext>
              </c:extLst>
            </c:dLbl>
            <c:dLbl>
              <c:idx val="50"/>
              <c:tx>
                <c:rich>
                  <a:bodyPr/>
                  <a:lstStyle/>
                  <a:p>
                    <a:fld id="{3030A8A4-7594-40D8-9294-793D342EB64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1-3F25-4604-9E55-58D55DA1226A}"/>
                </c:ext>
              </c:extLst>
            </c:dLbl>
            <c:dLbl>
              <c:idx val="51"/>
              <c:tx>
                <c:rich>
                  <a:bodyPr/>
                  <a:lstStyle/>
                  <a:p>
                    <a:fld id="{3DF0548A-82DB-4797-9033-06050B02433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2-3F25-4604-9E55-58D55DA1226A}"/>
                </c:ext>
              </c:extLst>
            </c:dLbl>
            <c:dLbl>
              <c:idx val="52"/>
              <c:tx>
                <c:rich>
                  <a:bodyPr/>
                  <a:lstStyle/>
                  <a:p>
                    <a:fld id="{C40781D8-4AC5-4B6A-9B7D-457EF4B69AE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3-3F25-4604-9E55-58D55DA1226A}"/>
                </c:ext>
              </c:extLst>
            </c:dLbl>
            <c:dLbl>
              <c:idx val="53"/>
              <c:tx>
                <c:rich>
                  <a:bodyPr/>
                  <a:lstStyle/>
                  <a:p>
                    <a:fld id="{E5F7AA80-A752-4BC3-BC6D-747ACA6F0C7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4-3F25-4604-9E55-58D55DA1226A}"/>
                </c:ext>
              </c:extLst>
            </c:dLbl>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bg2"/>
                    </a:solidFill>
                    <a:latin typeface="+mn-lt"/>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Sheet1!$A$2:$A$55</c:f>
              <c:numCache>
                <c:formatCode>#,##0</c:formatCode>
                <c:ptCount val="54"/>
                <c:pt idx="0">
                  <c:v>340110988</c:v>
                </c:pt>
                <c:pt idx="1">
                  <c:v>51751065</c:v>
                </c:pt>
                <c:pt idx="2">
                  <c:v>123975371</c:v>
                </c:pt>
                <c:pt idx="3">
                  <c:v>68551653</c:v>
                </c:pt>
                <c:pt idx="4">
                  <c:v>35557673</c:v>
                </c:pt>
                <c:pt idx="5">
                  <c:v>83516593</c:v>
                </c:pt>
                <c:pt idx="6">
                  <c:v>41288599</c:v>
                </c:pt>
                <c:pt idx="7">
                  <c:v>36559233</c:v>
                </c:pt>
                <c:pt idx="8">
                  <c:v>69226000</c:v>
                </c:pt>
                <c:pt idx="9">
                  <c:v>85518661</c:v>
                </c:pt>
                <c:pt idx="10">
                  <c:v>143533851</c:v>
                </c:pt>
                <c:pt idx="11">
                  <c:v>27196812</c:v>
                </c:pt>
                <c:pt idx="12">
                  <c:v>91567738</c:v>
                </c:pt>
                <c:pt idx="13">
                  <c:v>48848840</c:v>
                </c:pt>
                <c:pt idx="14">
                  <c:v>37860221</c:v>
                </c:pt>
                <c:pt idx="15">
                  <c:v>34217848</c:v>
                </c:pt>
                <c:pt idx="16">
                  <c:v>52886363</c:v>
                </c:pt>
                <c:pt idx="17">
                  <c:v>45696159</c:v>
                </c:pt>
                <c:pt idx="18">
                  <c:v>35300280</c:v>
                </c:pt>
                <c:pt idx="19">
                  <c:v>58952704</c:v>
                </c:pt>
                <c:pt idx="20">
                  <c:v>28405543</c:v>
                </c:pt>
                <c:pt idx="21">
                  <c:v>130861007</c:v>
                </c:pt>
                <c:pt idx="22">
                  <c:v>46042015</c:v>
                </c:pt>
                <c:pt idx="23">
                  <c:v>115843670</c:v>
                </c:pt>
                <c:pt idx="24">
                  <c:v>42647492</c:v>
                </c:pt>
                <c:pt idx="25">
                  <c:v>71668011</c:v>
                </c:pt>
                <c:pt idx="26">
                  <c:v>34427414</c:v>
                </c:pt>
                <c:pt idx="27">
                  <c:v>211998573</c:v>
                </c:pt>
                <c:pt idx="28">
                  <c:v>56432944</c:v>
                </c:pt>
                <c:pt idx="29">
                  <c:v>38081173</c:v>
                </c:pt>
                <c:pt idx="30">
                  <c:v>50448963</c:v>
                </c:pt>
                <c:pt idx="31">
                  <c:v>283487931</c:v>
                </c:pt>
                <c:pt idx="32">
                  <c:v>36361859</c:v>
                </c:pt>
                <c:pt idx="33">
                  <c:v>46814308</c:v>
                </c:pt>
                <c:pt idx="34">
                  <c:v>251269164</c:v>
                </c:pt>
                <c:pt idx="35">
                  <c:v>100987686</c:v>
                </c:pt>
                <c:pt idx="36">
                  <c:v>232679478</c:v>
                </c:pt>
                <c:pt idx="37">
                  <c:v>64007187</c:v>
                </c:pt>
                <c:pt idx="38">
                  <c:v>173562364</c:v>
                </c:pt>
                <c:pt idx="39">
                  <c:v>29651054</c:v>
                </c:pt>
                <c:pt idx="40">
                  <c:v>116538258</c:v>
                </c:pt>
                <c:pt idx="41">
                  <c:v>50015092</c:v>
                </c:pt>
                <c:pt idx="42">
                  <c:v>29123744</c:v>
                </c:pt>
                <c:pt idx="43">
                  <c:v>40583164</c:v>
                </c:pt>
                <c:pt idx="44">
                  <c:v>68560157</c:v>
                </c:pt>
                <c:pt idx="45">
                  <c:v>34631766</c:v>
                </c:pt>
                <c:pt idx="46">
                  <c:v>132059767</c:v>
                </c:pt>
                <c:pt idx="47">
                  <c:v>37885849</c:v>
                </c:pt>
                <c:pt idx="48">
                  <c:v>31964956</c:v>
                </c:pt>
                <c:pt idx="49">
                  <c:v>31934230</c:v>
                </c:pt>
                <c:pt idx="50">
                  <c:v>54500091</c:v>
                </c:pt>
                <c:pt idx="51">
                  <c:v>109276265</c:v>
                </c:pt>
                <c:pt idx="52">
                  <c:v>26498823</c:v>
                </c:pt>
                <c:pt idx="53">
                  <c:v>27032412</c:v>
                </c:pt>
              </c:numCache>
            </c:numRef>
          </c:xVal>
          <c:yVal>
            <c:numRef>
              <c:f>Sheet1!$B$2:$B$55</c:f>
              <c:numCache>
                <c:formatCode>#,##0.00</c:formatCode>
                <c:ptCount val="54"/>
                <c:pt idx="0">
                  <c:v>6.9065689815349334</c:v>
                </c:pt>
                <c:pt idx="1">
                  <c:v>4.7148788145712563</c:v>
                </c:pt>
                <c:pt idx="2">
                  <c:v>4.6138196271257783</c:v>
                </c:pt>
                <c:pt idx="3">
                  <c:v>4.3324994657678051</c:v>
                </c:pt>
                <c:pt idx="4">
                  <c:v>4.0497588242065223</c:v>
                </c:pt>
                <c:pt idx="5">
                  <c:v>3.8196002559635063</c:v>
                </c:pt>
                <c:pt idx="6">
                  <c:v>3.8025024777421006</c:v>
                </c:pt>
                <c:pt idx="7">
                  <c:v>3.7473433865529944</c:v>
                </c:pt>
                <c:pt idx="8">
                  <c:v>2.8168607170716204</c:v>
                </c:pt>
                <c:pt idx="9">
                  <c:v>2.245124020358551</c:v>
                </c:pt>
                <c:pt idx="10">
                  <c:v>2.1528022682259116</c:v>
                </c:pt>
                <c:pt idx="11">
                  <c:v>2.1326028947804621</c:v>
                </c:pt>
                <c:pt idx="12">
                  <c:v>2.1077292528510423</c:v>
                </c:pt>
                <c:pt idx="13">
                  <c:v>1.9857175728226097</c:v>
                </c:pt>
                <c:pt idx="14">
                  <c:v>1.9809710038406803</c:v>
                </c:pt>
                <c:pt idx="15">
                  <c:v>1.9580424812220802</c:v>
                </c:pt>
                <c:pt idx="16">
                  <c:v>1.9475720045260061</c:v>
                </c:pt>
                <c:pt idx="17">
                  <c:v>1.8819962526828566</c:v>
                </c:pt>
                <c:pt idx="18">
                  <c:v>1.7846883934065112</c:v>
                </c:pt>
                <c:pt idx="19">
                  <c:v>1.5775357819040836</c:v>
                </c:pt>
                <c:pt idx="20">
                  <c:v>1.3025626723629258</c:v>
                </c:pt>
                <c:pt idx="21">
                  <c:v>1.2685214931900992</c:v>
                </c:pt>
                <c:pt idx="22">
                  <c:v>1.0208067566113255</c:v>
                </c:pt>
                <c:pt idx="23">
                  <c:v>1.0186141374837312</c:v>
                </c:pt>
                <c:pt idx="24">
                  <c:v>0.93792150778760919</c:v>
                </c:pt>
                <c:pt idx="25">
                  <c:v>0.93486618457989579</c:v>
                </c:pt>
                <c:pt idx="26">
                  <c:v>0.90044520915802739</c:v>
                </c:pt>
                <c:pt idx="27">
                  <c:v>0.89623244775331579</c:v>
                </c:pt>
                <c:pt idx="28">
                  <c:v>0.86828714801765439</c:v>
                </c:pt>
                <c:pt idx="29">
                  <c:v>0.86656994520625719</c:v>
                </c:pt>
                <c:pt idx="30">
                  <c:v>0.69377045470686882</c:v>
                </c:pt>
                <c:pt idx="31">
                  <c:v>0.67727750991981384</c:v>
                </c:pt>
                <c:pt idx="32">
                  <c:v>0.6325309165298727</c:v>
                </c:pt>
                <c:pt idx="33">
                  <c:v>0.61946873165357907</c:v>
                </c:pt>
                <c:pt idx="34">
                  <c:v>0.54125224852501197</c:v>
                </c:pt>
                <c:pt idx="35">
                  <c:v>0.50501206652066466</c:v>
                </c:pt>
                <c:pt idx="36">
                  <c:v>0.49424212650159033</c:v>
                </c:pt>
                <c:pt idx="37">
                  <c:v>0.45307412119204676</c:v>
                </c:pt>
                <c:pt idx="38">
                  <c:v>0.43212133247966128</c:v>
                </c:pt>
                <c:pt idx="39">
                  <c:v>0.40470736723220702</c:v>
                </c:pt>
                <c:pt idx="40">
                  <c:v>0.37755841519443339</c:v>
                </c:pt>
                <c:pt idx="41">
                  <c:v>0.35989137038876184</c:v>
                </c:pt>
                <c:pt idx="42">
                  <c:v>0.34336244680628975</c:v>
                </c:pt>
                <c:pt idx="43">
                  <c:v>0.32032987866594137</c:v>
                </c:pt>
                <c:pt idx="44">
                  <c:v>0.29171461786471697</c:v>
                </c:pt>
                <c:pt idx="45">
                  <c:v>0.2310017918231487</c:v>
                </c:pt>
                <c:pt idx="46">
                  <c:v>0.22716986923049776</c:v>
                </c:pt>
                <c:pt idx="47">
                  <c:v>0.21116063678551852</c:v>
                </c:pt>
                <c:pt idx="48">
                  <c:v>0.18770556105254768</c:v>
                </c:pt>
                <c:pt idx="49">
                  <c:v>0.1252574431887038</c:v>
                </c:pt>
                <c:pt idx="50">
                  <c:v>9.1742966080552046E-2</c:v>
                </c:pt>
                <c:pt idx="51">
                  <c:v>9.1511180401343331E-2</c:v>
                </c:pt>
                <c:pt idx="52">
                  <c:v>3.7737525172344445E-2</c:v>
                </c:pt>
                <c:pt idx="53">
                  <c:v>3.699262944053975E-2</c:v>
                </c:pt>
              </c:numCache>
            </c:numRef>
          </c:yVal>
          <c:smooth val="0"/>
          <c:extLst>
            <c:ext xmlns:c15="http://schemas.microsoft.com/office/drawing/2012/chart" uri="{02D57815-91ED-43cb-92C2-25804820EDAC}">
              <c15:datalabelsRange>
                <c15:f>Sheet1!$D$2:$D$55</c15:f>
                <c15:dlblRangeCache>
                  <c:ptCount val="54"/>
                  <c:pt idx="0">
                    <c:v>USA</c:v>
                  </c:pt>
                  <c:pt idx="1">
                    <c:v>KOR</c:v>
                  </c:pt>
                  <c:pt idx="2">
                    <c:v>JPN</c:v>
                  </c:pt>
                  <c:pt idx="3">
                    <c:v>FRA</c:v>
                  </c:pt>
                  <c:pt idx="4">
                    <c:v>MYS</c:v>
                  </c:pt>
                  <c:pt idx="5">
                    <c:v>DEU</c:v>
                  </c:pt>
                  <c:pt idx="6">
                    <c:v>CAN</c:v>
                  </c:pt>
                  <c:pt idx="7">
                    <c:v>POL</c:v>
                  </c:pt>
                  <c:pt idx="8">
                    <c:v>GBR</c:v>
                  </c:pt>
                  <c:pt idx="9">
                    <c:v>TUR</c:v>
                  </c:pt>
                  <c:pt idx="10">
                    <c:v>RUS</c:v>
                  </c:pt>
                  <c:pt idx="11">
                    <c:v>AUS</c:v>
                  </c:pt>
                  <c:pt idx="12">
                    <c:v>IRN</c:v>
                  </c:pt>
                  <c:pt idx="13">
                    <c:v>ESP</c:v>
                  </c:pt>
                  <c:pt idx="14">
                    <c:v>UKR</c:v>
                  </c:pt>
                  <c:pt idx="15">
                    <c:v>PER</c:v>
                  </c:pt>
                  <c:pt idx="16">
                    <c:v>COL</c:v>
                  </c:pt>
                  <c:pt idx="17">
                    <c:v>ARG</c:v>
                  </c:pt>
                  <c:pt idx="18">
                    <c:v>SAU</c:v>
                  </c:pt>
                  <c:pt idx="19">
                    <c:v>ITA</c:v>
                  </c:pt>
                  <c:pt idx="20">
                    <c:v>VEN</c:v>
                  </c:pt>
                  <c:pt idx="21">
                    <c:v>MEX</c:v>
                  </c:pt>
                  <c:pt idx="22">
                    <c:v>IRQ</c:v>
                  </c:pt>
                  <c:pt idx="23">
                    <c:v>PHL</c:v>
                  </c:pt>
                  <c:pt idx="24">
                    <c:v>AFG</c:v>
                  </c:pt>
                  <c:pt idx="25">
                    <c:v>THA</c:v>
                  </c:pt>
                  <c:pt idx="26">
                    <c:v>GHA</c:v>
                  </c:pt>
                  <c:pt idx="27">
                    <c:v>BRA</c:v>
                  </c:pt>
                  <c:pt idx="28">
                    <c:v>KEN</c:v>
                  </c:pt>
                  <c:pt idx="29">
                    <c:v>MAR</c:v>
                  </c:pt>
                  <c:pt idx="30">
                    <c:v>SDN</c:v>
                  </c:pt>
                  <c:pt idx="31">
                    <c:v>IDN</c:v>
                  </c:pt>
                  <c:pt idx="32">
                    <c:v>UZB</c:v>
                  </c:pt>
                  <c:pt idx="33">
                    <c:v>DZA</c:v>
                  </c:pt>
                  <c:pt idx="34">
                    <c:v>PAK</c:v>
                  </c:pt>
                  <c:pt idx="35">
                    <c:v>VNM</c:v>
                  </c:pt>
                  <c:pt idx="36">
                    <c:v>NGA</c:v>
                  </c:pt>
                  <c:pt idx="37">
                    <c:v>ZAF</c:v>
                  </c:pt>
                  <c:pt idx="38">
                    <c:v>BGD</c:v>
                  </c:pt>
                  <c:pt idx="39">
                    <c:v>NPL</c:v>
                  </c:pt>
                  <c:pt idx="40">
                    <c:v>EGY</c:v>
                  </c:pt>
                  <c:pt idx="41">
                    <c:v>UGA</c:v>
                  </c:pt>
                  <c:pt idx="42">
                    <c:v>CMR</c:v>
                  </c:pt>
                  <c:pt idx="43">
                    <c:v>YEM</c:v>
                  </c:pt>
                  <c:pt idx="44">
                    <c:v>TZA</c:v>
                  </c:pt>
                  <c:pt idx="45">
                    <c:v>MOZ</c:v>
                  </c:pt>
                  <c:pt idx="46">
                    <c:v>ETH</c:v>
                  </c:pt>
                  <c:pt idx="47">
                    <c:v>AGO</c:v>
                  </c:pt>
                  <c:pt idx="48">
                    <c:v>MDG</c:v>
                  </c:pt>
                  <c:pt idx="49">
                    <c:v>CIV</c:v>
                  </c:pt>
                  <c:pt idx="50">
                    <c:v>MMR</c:v>
                  </c:pt>
                  <c:pt idx="51">
                    <c:v>COD</c:v>
                  </c:pt>
                  <c:pt idx="52">
                    <c:v>PRK</c:v>
                  </c:pt>
                  <c:pt idx="53">
                    <c:v>NER</c:v>
                  </c:pt>
                </c15:dlblRangeCache>
              </c15:datalabelsRange>
            </c:ext>
            <c:ext xmlns:c16="http://schemas.microsoft.com/office/drawing/2014/chart" uri="{C3380CC4-5D6E-409C-BE32-E72D297353CC}">
              <c16:uniqueId val="{00000000-FC97-46A8-AE8B-FCDE6A4CF2F3}"/>
            </c:ext>
          </c:extLst>
        </c:ser>
        <c:dLbls>
          <c:showLegendKey val="0"/>
          <c:showVal val="0"/>
          <c:showCatName val="0"/>
          <c:showSerName val="0"/>
          <c:showPercent val="0"/>
          <c:showBubbleSize val="0"/>
        </c:dLbls>
        <c:axId val="1110425424"/>
        <c:axId val="1110439824"/>
      </c:scatterChart>
      <c:valAx>
        <c:axId val="1110425424"/>
        <c:scaling>
          <c:orientation val="minMax"/>
          <c:max val="350000000"/>
          <c:min val="50000000"/>
        </c:scaling>
        <c:delete val="0"/>
        <c:axPos val="b"/>
        <c:numFmt formatCode="#,##0"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110439824"/>
        <c:crosses val="autoZero"/>
        <c:crossBetween val="midCat"/>
      </c:valAx>
      <c:valAx>
        <c:axId val="1110439824"/>
        <c:scaling>
          <c:orientation val="minMax"/>
          <c:max val="7"/>
        </c:scaling>
        <c:delete val="0"/>
        <c:axPos val="l"/>
        <c:numFmt formatCode="#,##0.00"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1104254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Arial"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c:f>
              <c:numCache>
                <c:formatCode>General</c:formatCode>
                <c:ptCount val="11"/>
                <c:pt idx="0">
                  <c:v>2015</c:v>
                </c:pt>
                <c:pt idx="1">
                  <c:v>2016</c:v>
                </c:pt>
                <c:pt idx="2">
                  <c:v>2017</c:v>
                </c:pt>
                <c:pt idx="3">
                  <c:v>2018</c:v>
                </c:pt>
                <c:pt idx="4">
                  <c:v>2019</c:v>
                </c:pt>
                <c:pt idx="5">
                  <c:v>2020</c:v>
                </c:pt>
                <c:pt idx="6">
                  <c:v>2021</c:v>
                </c:pt>
                <c:pt idx="7">
                  <c:v>2022</c:v>
                </c:pt>
                <c:pt idx="8">
                  <c:v>2023</c:v>
                </c:pt>
                <c:pt idx="9">
                  <c:v>2024</c:v>
                </c:pt>
                <c:pt idx="10">
                  <c:v>2025</c:v>
                </c:pt>
              </c:numCache>
            </c:numRef>
          </c:cat>
          <c:val>
            <c:numRef>
              <c:f>Sheet1!$B$2:$B$12</c:f>
              <c:numCache>
                <c:formatCode>General</c:formatCode>
                <c:ptCount val="11"/>
                <c:pt idx="0">
                  <c:v>3</c:v>
                </c:pt>
                <c:pt idx="1">
                  <c:v>4</c:v>
                </c:pt>
                <c:pt idx="2">
                  <c:v>4</c:v>
                </c:pt>
                <c:pt idx="3">
                  <c:v>6</c:v>
                </c:pt>
                <c:pt idx="4">
                  <c:v>5</c:v>
                </c:pt>
                <c:pt idx="5">
                  <c:v>2</c:v>
                </c:pt>
                <c:pt idx="6">
                  <c:v>2</c:v>
                </c:pt>
                <c:pt idx="7">
                  <c:v>3</c:v>
                </c:pt>
                <c:pt idx="8">
                  <c:v>15</c:v>
                </c:pt>
                <c:pt idx="9">
                  <c:v>16</c:v>
                </c:pt>
                <c:pt idx="10">
                  <c:v>16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8"/>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1E2028"/>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1E2028"/>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1E2028"/>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1E2028"/>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1E2028"/>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1E2028"/>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1E2028"/>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1E2028"/>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1E2028"/>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1E2028"/>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1E2028"/>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1E2028"/>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1E2028"/>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1E2028"/>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1E2028"/>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1E2028"/>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1E2028"/>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1E2028"/>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1E2028"/>
              </a:solidFill>
            </a:ln>
          </c:spPr>
          <c:marker>
            <c:symbol val="circle"/>
            <c:size val="6"/>
            <c:spPr>
              <a:solidFill>
                <a:srgbClr val="1E2028"/>
              </a:solidFill>
              <a:ln>
                <a:solidFill>
                  <a:srgbClr val="1E2028"/>
                </a:solidFill>
              </a:ln>
            </c:spPr>
          </c:marker>
          <c:dLbls>
            <c:dLbl>
              <c:idx val="0"/>
              <c:tx>
                <c:rich>
                  <a:bodyPr/>
                  <a:lstStyle/>
                  <a:p>
                    <a:r>
                      <a:rPr lang="en-US" sz="1000" b="1">
                        <a:solidFill>
                          <a:srgbClr val="1E2028"/>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1E2028"/>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1E2028"/>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1E2028"/>
            </a:solidFill>
          </a:ln>
        </c:spPr>
        <c:txPr>
          <a:bodyPr/>
          <a:lstStyle/>
          <a:p>
            <a:pPr>
              <a:defRPr sz="1100">
                <a:solidFill>
                  <a:srgbClr val="1E2028"/>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1E2028"/>
            </a:solidFill>
          </a:ln>
        </c:spPr>
        <c:txPr>
          <a:bodyPr/>
          <a:lstStyle/>
          <a:p>
            <a:pPr>
              <a:defRPr sz="1000">
                <a:solidFill>
                  <a:srgbClr val="1E2028"/>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1E2028"/>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1E2028"/>
              </a:solidFill>
              <a:round/>
            </a:ln>
            <a:effectLst/>
          </c:spPr>
          <c:marker>
            <c:symbol val="circle"/>
            <c:size val="12"/>
            <c:spPr>
              <a:solidFill>
                <a:srgbClr val="1E2028"/>
              </a:solidFill>
              <a:ln w="9525">
                <a:solidFill>
                  <a:srgbClr val="1E2028"/>
                </a:solidFill>
              </a:ln>
              <a:effectLst/>
            </c:spPr>
          </c:marker>
          <c:dPt>
            <c:idx val="3"/>
            <c:marker>
              <c:symbol val="circle"/>
              <c:size val="12"/>
              <c:spPr>
                <a:solidFill>
                  <a:srgbClr val="1E2028"/>
                </a:solidFill>
                <a:ln w="9525">
                  <a:solidFill>
                    <a:srgbClr val="1E2028"/>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1E2028"/>
                </a:solidFill>
                <a:ln w="9525">
                  <a:solidFill>
                    <a:srgbClr val="1E2028"/>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1E2028"/>
                </a:solidFill>
                <a:ln w="9525">
                  <a:solidFill>
                    <a:srgbClr val="1E2028"/>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1E2028"/>
                </a:solidFill>
                <a:ln w="9525">
                  <a:solidFill>
                    <a:srgbClr val="1E2028"/>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1E2028"/>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1E2028"/>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2E5A88"/>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33A0"/>
                </a:solidFill>
                <a:ln>
                  <a:solidFill>
                    <a:srgbClr val="0033A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Net Tuition &amp; Fees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9D70-4E7C-90C7-4DADF39FEFB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9D70-4E7C-90C7-4DADF39FEFB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9D70-4E7C-90C7-4DADF39FEFB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1248</c:v>
                </c:pt>
                <c:pt idx="1">
                  <c:v>1474</c:v>
                </c:pt>
                <c:pt idx="2">
                  <c:v>1638</c:v>
                </c:pt>
                <c:pt idx="3">
                  <c:v>1772</c:v>
                </c:pt>
                <c:pt idx="4">
                  <c:v>1782</c:v>
                </c:pt>
              </c:numCache>
            </c:numRef>
          </c:val>
          <c:smooth val="0"/>
          <c:extLst>
            <c:ext xmlns:c16="http://schemas.microsoft.com/office/drawing/2014/chart" uri="{C3380CC4-5D6E-409C-BE32-E72D297353CC}">
              <c16:uniqueId val="{00000002-9D70-4E7C-90C7-4DADF39FEFB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835.4"/>
          <c:min val="1114.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Research Awards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212B-4C58-BFEE-0E98B2A17B7C}"/>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12B-4C58-BFEE-0E98B2A17B7C}"/>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12B-4C58-BFEE-0E98B2A17B7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232</c:v>
                </c:pt>
                <c:pt idx="1">
                  <c:v>282</c:v>
                </c:pt>
                <c:pt idx="2">
                  <c:v>296</c:v>
                </c:pt>
                <c:pt idx="3">
                  <c:v>267</c:v>
                </c:pt>
                <c:pt idx="4">
                  <c:v>291</c:v>
                </c:pt>
              </c:numCache>
            </c:numRef>
          </c:val>
          <c:smooth val="0"/>
          <c:extLst>
            <c:ext xmlns:c16="http://schemas.microsoft.com/office/drawing/2014/chart" uri="{C3380CC4-5D6E-409C-BE32-E72D297353CC}">
              <c16:uniqueId val="{00000002-212B-4C58-BFEE-0E98B2A17B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02.39999999999998"/>
          <c:min val="21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Philanthropy</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32CD-41DE-9A95-27CC7B738D7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32CD-41DE-9A95-27CC7B738D7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32CD-41DE-9A95-27CC7B738D7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99</c:v>
                </c:pt>
                <c:pt idx="1">
                  <c:v>120</c:v>
                </c:pt>
                <c:pt idx="2">
                  <c:v>370</c:v>
                </c:pt>
                <c:pt idx="3">
                  <c:v>130</c:v>
                </c:pt>
                <c:pt idx="4">
                  <c:v>125</c:v>
                </c:pt>
              </c:numCache>
            </c:numRef>
          </c:val>
          <c:smooth val="0"/>
          <c:extLst>
            <c:ext xmlns:c16="http://schemas.microsoft.com/office/drawing/2014/chart" uri="{C3380CC4-5D6E-409C-BE32-E72D297353CC}">
              <c16:uniqueId val="{00000002-32CD-41DE-9A95-27CC7B738D7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99.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Revenue</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178F-4D1B-AA44-A643A3DE9D93}"/>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78F-4D1B-AA44-A643A3DE9D93}"/>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78F-4D1B-AA44-A643A3DE9D9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1777</c:v>
                </c:pt>
                <c:pt idx="1">
                  <c:v>2063</c:v>
                </c:pt>
                <c:pt idx="2">
                  <c:v>2297</c:v>
                </c:pt>
                <c:pt idx="3">
                  <c:v>2442</c:v>
                </c:pt>
                <c:pt idx="4">
                  <c:v>2473</c:v>
                </c:pt>
              </c:numCache>
            </c:numRef>
          </c:val>
          <c:smooth val="0"/>
          <c:extLst>
            <c:ext xmlns:c16="http://schemas.microsoft.com/office/drawing/2014/chart" uri="{C3380CC4-5D6E-409C-BE32-E72D297353CC}">
              <c16:uniqueId val="{00000002-178F-4D1B-AA44-A643A3DE9D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542.6"/>
          <c:min val="1603"/>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Expenses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C357-4C85-806B-7E2E64513A5D}"/>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357-4C85-806B-7E2E64513A5D}"/>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357-4C85-806B-7E2E64513A5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1598</c:v>
                </c:pt>
                <c:pt idx="1">
                  <c:v>1908</c:v>
                </c:pt>
                <c:pt idx="2">
                  <c:v>2162</c:v>
                </c:pt>
                <c:pt idx="3">
                  <c:v>2321</c:v>
                </c:pt>
                <c:pt idx="4">
                  <c:v>2353</c:v>
                </c:pt>
              </c:numCache>
            </c:numRef>
          </c:val>
          <c:smooth val="0"/>
          <c:extLst>
            <c:ext xmlns:c16="http://schemas.microsoft.com/office/drawing/2014/chart" uri="{C3380CC4-5D6E-409C-BE32-E72D297353CC}">
              <c16:uniqueId val="{00000002-C357-4C85-806B-7E2E64513A5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428.5"/>
          <c:min val="1409.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7EB9-4192-ACB3-7A5B2A54C285}"/>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EB9-4192-ACB3-7A5B2A54C285}"/>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EB9-4192-ACB3-7A5B2A54C28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180</c:v>
                </c:pt>
                <c:pt idx="1">
                  <c:v>156</c:v>
                </c:pt>
                <c:pt idx="2">
                  <c:v>135.19999999999999</c:v>
                </c:pt>
                <c:pt idx="3">
                  <c:v>120.7</c:v>
                </c:pt>
                <c:pt idx="4">
                  <c:v>120.1</c:v>
                </c:pt>
              </c:numCache>
            </c:numRef>
          </c:val>
          <c:smooth val="0"/>
          <c:extLst>
            <c:ext xmlns:c16="http://schemas.microsoft.com/office/drawing/2014/chart" uri="{C3380CC4-5D6E-409C-BE32-E72D297353CC}">
              <c16:uniqueId val="{00000002-7EB9-4192-ACB3-7A5B2A54C28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94.4"/>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D869-473F-81C2-A303C48DD544}"/>
              </c:ext>
            </c:extLst>
          </c:dPt>
          <c:dLbls>
            <c:dLbl>
              <c:idx val="0"/>
              <c:numFmt formatCode="0.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869-473F-81C2-A303C48DD544}"/>
                </c:ext>
              </c:extLst>
            </c:dLbl>
            <c:dLbl>
              <c:idx val="4"/>
              <c:numFmt formatCode="0.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D869-473F-81C2-A303C48DD5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0.10073157006190209</c:v>
                </c:pt>
                <c:pt idx="1">
                  <c:v>7.4999999999999997E-2</c:v>
                </c:pt>
                <c:pt idx="2">
                  <c:v>5.8999999999999997E-2</c:v>
                </c:pt>
                <c:pt idx="3">
                  <c:v>4.9000000000000002E-2</c:v>
                </c:pt>
                <c:pt idx="4">
                  <c:v>4.9000000000000002E-2</c:v>
                </c:pt>
              </c:numCache>
            </c:numRef>
          </c:val>
          <c:smooth val="0"/>
          <c:extLst>
            <c:ext xmlns:c16="http://schemas.microsoft.com/office/drawing/2014/chart" uri="{C3380CC4-5D6E-409C-BE32-E72D297353CC}">
              <c16:uniqueId val="{00000002-D869-473F-81C2-A303C48DD54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0.1087900956668542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70C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1F4E96"/>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1F4E96"/>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1E7A46"/>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1E7A46"/>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70C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1F4E96"/>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1F4E96"/>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1E7A46"/>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1E7A46"/>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70C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0.115</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1F4E96"/>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1F4E96"/>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1E7A46"/>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1E7A46"/>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00000"/>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CC"/>
              </a:solidFill>
            </a:ln>
          </c:spPr>
          <c:marker>
            <c:symbol val="circle"/>
            <c:size val="5"/>
            <c:spPr>
              <a:solidFill>
                <a:srgbClr val="0070C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CC"/>
              </a:solidFill>
              <a:prstDash val="dash"/>
            </a:ln>
          </c:spPr>
          <c:marker>
            <c:symbol val="circle"/>
            <c:size val="6"/>
            <c:spPr>
              <a:solidFill>
                <a:srgbClr val="0070C0"/>
              </a:solidFill>
            </c:spPr>
          </c:marker>
          <c:dLbls>
            <c:spPr>
              <a:noFill/>
              <a:ln>
                <a:noFill/>
              </a:ln>
              <a:effectLst/>
            </c:spPr>
            <c:txPr>
              <a:bodyPr wrap="square" lIns="38100" tIns="19050" rIns="38100" bIns="19050" anchor="ctr">
                <a:spAutoFit/>
              </a:bodyPr>
              <a:lstStyle/>
              <a:p>
                <a:pPr>
                  <a:defRPr sz="1100" i="1">
                    <a:solidFill>
                      <a:srgbClr val="0000CC"/>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00000"/>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1E2028"/>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CC"/>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25B5D-DF13-0C79-57E8-DBD0555948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6B3D1-575D-7109-64DE-C7D315DA55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8696E-E9E3-0F9F-FD04-D75F5131694F}"/>
              </a:ext>
            </a:extLst>
          </p:cNvPr>
          <p:cNvSpPr>
            <a:spLocks noGrp="1"/>
          </p:cNvSpPr>
          <p:nvPr>
            <p:ph type="body" idx="1"/>
          </p:nvPr>
        </p:nvSpPr>
        <p:spPr/>
        <p:txBody>
          <a:bodyPr/>
          <a:lstStyle/>
          <a:p>
            <a:r>
              <a:rPr lang="en-US" dirty="0"/>
              <a:t>Graduation rates (reviewed 8/2024): https://nces.ed.gov/programs/coe/indicator/ctr/undergrad-retention-graduation</a:t>
            </a:r>
          </a:p>
        </p:txBody>
      </p:sp>
      <p:sp>
        <p:nvSpPr>
          <p:cNvPr id="4" name="Slide Number Placeholder 3">
            <a:extLst>
              <a:ext uri="{FF2B5EF4-FFF2-40B4-BE49-F238E27FC236}">
                <a16:creationId xmlns:a16="http://schemas.microsoft.com/office/drawing/2014/main" id="{825DEAD8-EBF0-C6BA-FF05-FFC2B9A744B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A6927B-97D2-554B-A214-D73EE1A76B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49886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ection Title">
    <p:spTree>
      <p:nvGrpSpPr>
        <p:cNvPr id="1" name=""/>
        <p:cNvGrpSpPr/>
        <p:nvPr/>
      </p:nvGrpSpPr>
      <p:grpSpPr>
        <a:xfrm>
          <a:off x="0" y="0"/>
          <a:ext cx="0" cy="0"/>
          <a:chOff x="0" y="0"/>
          <a:chExt cx="0" cy="0"/>
        </a:xfrm>
      </p:grpSpPr>
      <p:sp>
        <p:nvSpPr>
          <p:cNvPr id="5" name="Title 7">
            <a:extLst>
              <a:ext uri="{FF2B5EF4-FFF2-40B4-BE49-F238E27FC236}">
                <a16:creationId xmlns:a16="http://schemas.microsoft.com/office/drawing/2014/main" id="{29C49CE7-9C63-0EB3-7494-AA9A3A0B2560}"/>
              </a:ext>
            </a:extLst>
          </p:cNvPr>
          <p:cNvSpPr>
            <a:spLocks noGrp="1"/>
          </p:cNvSpPr>
          <p:nvPr>
            <p:ph type="title" hasCustomPrompt="1"/>
          </p:nvPr>
        </p:nvSpPr>
        <p:spPr>
          <a:xfrm>
            <a:off x="673634" y="5087738"/>
            <a:ext cx="10844732" cy="904645"/>
          </a:xfrm>
        </p:spPr>
        <p:txBody>
          <a:bodyPr anchor="b">
            <a:noAutofit/>
          </a:bodyPr>
          <a:lstStyle>
            <a:lvl1pPr algn="l">
              <a:defRPr sz="5500" b="1" i="0" spc="0">
                <a:solidFill>
                  <a:schemeClr val="bg2"/>
                </a:solidFill>
                <a:latin typeface="Aptos ExtraBold" panose="020B0004020202020204" pitchFamily="34" charset="0"/>
              </a:defRPr>
            </a:lvl1pPr>
          </a:lstStyle>
          <a:p>
            <a:r>
              <a:rPr lang="en-US"/>
              <a:t>Section Title</a:t>
            </a:r>
          </a:p>
        </p:txBody>
      </p:sp>
      <p:pic>
        <p:nvPicPr>
          <p:cNvPr id="6" name="Picture 5">
            <a:extLst>
              <a:ext uri="{FF2B5EF4-FFF2-40B4-BE49-F238E27FC236}">
                <a16:creationId xmlns:a16="http://schemas.microsoft.com/office/drawing/2014/main" id="{9A884A61-7C86-BF40-F7DE-B45297F4F097}"/>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99081" y="865617"/>
            <a:ext cx="2478024" cy="538099"/>
          </a:xfrm>
          <a:prstGeom prst="rect">
            <a:avLst/>
          </a:prstGeom>
        </p:spPr>
      </p:pic>
    </p:spTree>
    <p:extLst>
      <p:ext uri="{BB962C8B-B14F-4D97-AF65-F5344CB8AC3E}">
        <p14:creationId xmlns:p14="http://schemas.microsoft.com/office/powerpoint/2010/main" val="4147518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4_Title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A742646-DA22-DABD-B1D0-A8DA9CD25A8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
        <p:nvSpPr>
          <p:cNvPr id="5" name="Title 7">
            <a:extLst>
              <a:ext uri="{FF2B5EF4-FFF2-40B4-BE49-F238E27FC236}">
                <a16:creationId xmlns:a16="http://schemas.microsoft.com/office/drawing/2014/main" id="{B4767B6B-4FB4-5795-4E97-27E683596196}"/>
              </a:ext>
            </a:extLst>
          </p:cNvPr>
          <p:cNvSpPr>
            <a:spLocks noGrp="1"/>
          </p:cNvSpPr>
          <p:nvPr>
            <p:ph type="title" hasCustomPrompt="1"/>
          </p:nvPr>
        </p:nvSpPr>
        <p:spPr>
          <a:xfrm>
            <a:off x="838195" y="2976676"/>
            <a:ext cx="10515600" cy="904645"/>
          </a:xfrm>
        </p:spPr>
        <p:txBody>
          <a:bodyPr anchor="ctr">
            <a:noAutofit/>
          </a:bodyPr>
          <a:lstStyle>
            <a:lvl1pPr algn="ctr">
              <a:defRPr sz="6000" b="1" i="0" spc="0">
                <a:solidFill>
                  <a:schemeClr val="bg2"/>
                </a:solidFill>
                <a:latin typeface="Aptos" panose="020B0004020202020204" pitchFamily="34" charset="0"/>
              </a:defRPr>
            </a:lvl1pPr>
          </a:lstStyle>
          <a:p>
            <a:r>
              <a:rPr lang="en-US"/>
              <a:t>Section Title</a:t>
            </a:r>
          </a:p>
        </p:txBody>
      </p:sp>
      <p:sp>
        <p:nvSpPr>
          <p:cNvPr id="2" name="Rectangle 1">
            <a:extLst>
              <a:ext uri="{FF2B5EF4-FFF2-40B4-BE49-F238E27FC236}">
                <a16:creationId xmlns:a16="http://schemas.microsoft.com/office/drawing/2014/main" id="{67D35A10-79EC-69D6-58E1-1BCE2075A291}"/>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Tree>
    <p:extLst>
      <p:ext uri="{BB962C8B-B14F-4D97-AF65-F5344CB8AC3E}">
        <p14:creationId xmlns:p14="http://schemas.microsoft.com/office/powerpoint/2010/main" val="40904485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ata Slide (No V)">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52B0E-8225-A4D5-062D-E858EB3EE86B}"/>
              </a:ext>
            </a:extLst>
          </p:cNvPr>
          <p:cNvSpPr>
            <a:spLocks noGrp="1"/>
          </p:cNvSpPr>
          <p:nvPr>
            <p:ph type="title" hasCustomPrompt="1"/>
          </p:nvPr>
        </p:nvSpPr>
        <p:spPr>
          <a:xfrm>
            <a:off x="834865" y="822960"/>
            <a:ext cx="10522274" cy="583526"/>
          </a:xfrm>
          <a:noFill/>
        </p:spPr>
        <p:txBody>
          <a:bodyPr anchor="ctr">
            <a:noAutofit/>
          </a:bodyPr>
          <a:lstStyle>
            <a:lvl1pPr algn="ctr" defTabSz="914172" rtl="0" eaLnBrk="1" latinLnBrk="0" hangingPunct="1">
              <a:lnSpc>
                <a:spcPct val="90000"/>
              </a:lnSpc>
              <a:spcBef>
                <a:spcPct val="0"/>
              </a:spcBef>
              <a:buNone/>
              <a:defRPr lang="en-US" sz="3200" b="1" i="0" kern="1200" spc="0" baseline="0" dirty="0">
                <a:solidFill>
                  <a:schemeClr val="bg2"/>
                </a:solidFill>
                <a:latin typeface="Aptos ExtraBold" panose="020B0004020202020204" pitchFamily="34" charset="0"/>
                <a:ea typeface="+mj-ea"/>
                <a:cs typeface="+mj-cs"/>
              </a:defRPr>
            </a:lvl1pPr>
          </a:lstStyle>
          <a:p>
            <a:r>
              <a:rPr lang="en-US"/>
              <a:t>Data Slide Title</a:t>
            </a:r>
          </a:p>
        </p:txBody>
      </p:sp>
      <p:sp>
        <p:nvSpPr>
          <p:cNvPr id="6" name="Rectangle 5">
            <a:extLst>
              <a:ext uri="{FF2B5EF4-FFF2-40B4-BE49-F238E27FC236}">
                <a16:creationId xmlns:a16="http://schemas.microsoft.com/office/drawing/2014/main" id="{8B3DE0B4-3D35-0081-B587-4A4E2D4C6477}"/>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3" name="Content Placeholder 2">
            <a:extLst>
              <a:ext uri="{FF2B5EF4-FFF2-40B4-BE49-F238E27FC236}">
                <a16:creationId xmlns:a16="http://schemas.microsoft.com/office/drawing/2014/main" id="{70FBF3F5-8B35-A376-2341-978AE9D376DE}"/>
              </a:ext>
            </a:extLst>
          </p:cNvPr>
          <p:cNvSpPr>
            <a:spLocks noGrp="1"/>
          </p:cNvSpPr>
          <p:nvPr>
            <p:ph idx="10"/>
          </p:nvPr>
        </p:nvSpPr>
        <p:spPr>
          <a:xfrm>
            <a:off x="834864" y="1828800"/>
            <a:ext cx="10522274" cy="4206240"/>
          </a:xfrm>
        </p:spPr>
        <p:txBody>
          <a:bodyPr/>
          <a:lstStyle>
            <a:lvl1pPr>
              <a:lnSpc>
                <a:spcPct val="130000"/>
              </a:lnSpc>
              <a:defRPr b="0" i="0" spc="0">
                <a:solidFill>
                  <a:srgbClr val="777777"/>
                </a:solidFill>
                <a:latin typeface="Aptos" panose="020B0004020202020204" pitchFamily="34" charset="0"/>
                <a:ea typeface="Lato Light" panose="020F0502020204030203" pitchFamily="34" charset="0"/>
                <a:cs typeface="Lato Light" panose="020F0502020204030203" pitchFamily="34" charset="0"/>
              </a:defRPr>
            </a:lvl1pPr>
            <a:lvl2pPr>
              <a:lnSpc>
                <a:spcPct val="130000"/>
              </a:lnSpc>
              <a:defRPr b="0" i="0" spc="0">
                <a:solidFill>
                  <a:srgbClr val="777777"/>
                </a:solidFill>
                <a:latin typeface="Aptos" panose="020B0004020202020204" pitchFamily="34" charset="0"/>
                <a:ea typeface="Lato Light" panose="020F0502020204030203" pitchFamily="34" charset="0"/>
                <a:cs typeface="Lato Light" panose="020F0502020204030203" pitchFamily="34" charset="0"/>
              </a:defRPr>
            </a:lvl2pPr>
            <a:lvl3pPr>
              <a:lnSpc>
                <a:spcPct val="130000"/>
              </a:lnSpc>
              <a:defRPr b="0" i="0" spc="0">
                <a:solidFill>
                  <a:srgbClr val="777777"/>
                </a:solidFill>
                <a:latin typeface="Aptos" panose="020B0004020202020204" pitchFamily="34" charset="0"/>
                <a:ea typeface="Lato Light" panose="020F0502020204030203" pitchFamily="34" charset="0"/>
                <a:cs typeface="Lato Light" panose="020F0502020204030203" pitchFamily="34" charset="0"/>
              </a:defRPr>
            </a:lvl3pPr>
            <a:lvl4pPr>
              <a:lnSpc>
                <a:spcPct val="130000"/>
              </a:lnSpc>
              <a:defRPr b="0" i="0" spc="0">
                <a:solidFill>
                  <a:srgbClr val="777777"/>
                </a:solidFill>
                <a:latin typeface="Aptos" panose="020B0004020202020204" pitchFamily="34" charset="0"/>
                <a:ea typeface="Lato Light" panose="020F0502020204030203" pitchFamily="34" charset="0"/>
                <a:cs typeface="Lato Light" panose="020F0502020204030203" pitchFamily="34" charset="0"/>
              </a:defRPr>
            </a:lvl4pPr>
            <a:lvl5pPr>
              <a:lnSpc>
                <a:spcPct val="130000"/>
              </a:lnSpc>
              <a:defRPr b="0" i="0" spc="0">
                <a:solidFill>
                  <a:srgbClr val="777777"/>
                </a:solidFill>
                <a:latin typeface="Aptos" panose="020B0004020202020204" pitchFamily="34" charset="0"/>
                <a:ea typeface="Lato Light" panose="020F0502020204030203" pitchFamily="34" charset="0"/>
                <a:cs typeface="Lato Light" panose="020F050202020403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80779120-10E3-4B61-092F-D56FC174B1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1427036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Icon Tempal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52B0E-8225-A4D5-062D-E858EB3EE86B}"/>
              </a:ext>
            </a:extLst>
          </p:cNvPr>
          <p:cNvSpPr>
            <a:spLocks noGrp="1"/>
          </p:cNvSpPr>
          <p:nvPr>
            <p:ph type="title" hasCustomPrompt="1"/>
          </p:nvPr>
        </p:nvSpPr>
        <p:spPr>
          <a:xfrm>
            <a:off x="834865" y="822960"/>
            <a:ext cx="10522274" cy="583526"/>
          </a:xfrm>
          <a:noFill/>
        </p:spPr>
        <p:txBody>
          <a:bodyPr anchor="ctr">
            <a:noAutofit/>
          </a:bodyPr>
          <a:lstStyle>
            <a:lvl1pPr algn="ctr" defTabSz="914172" rtl="0" eaLnBrk="1" latinLnBrk="0" hangingPunct="1">
              <a:lnSpc>
                <a:spcPct val="90000"/>
              </a:lnSpc>
              <a:spcBef>
                <a:spcPct val="0"/>
              </a:spcBef>
              <a:buNone/>
              <a:defRPr lang="en-US" sz="3200" b="1" i="0" kern="1200" spc="0" baseline="0" dirty="0">
                <a:solidFill>
                  <a:schemeClr val="bg2"/>
                </a:solidFill>
                <a:latin typeface="Aptos ExtraBold" panose="020B0004020202020204" pitchFamily="34" charset="0"/>
                <a:ea typeface="+mj-ea"/>
                <a:cs typeface="+mj-cs"/>
              </a:defRPr>
            </a:lvl1pPr>
          </a:lstStyle>
          <a:p>
            <a:r>
              <a:rPr lang="en-US"/>
              <a:t>Slide Title</a:t>
            </a:r>
          </a:p>
        </p:txBody>
      </p:sp>
      <p:sp>
        <p:nvSpPr>
          <p:cNvPr id="6" name="Rectangle 5">
            <a:extLst>
              <a:ext uri="{FF2B5EF4-FFF2-40B4-BE49-F238E27FC236}">
                <a16:creationId xmlns:a16="http://schemas.microsoft.com/office/drawing/2014/main" id="{8B3DE0B4-3D35-0081-B587-4A4E2D4C6477}"/>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4" name="Text Placeholder 17">
            <a:extLst>
              <a:ext uri="{FF2B5EF4-FFF2-40B4-BE49-F238E27FC236}">
                <a16:creationId xmlns:a16="http://schemas.microsoft.com/office/drawing/2014/main" id="{3155B123-5F8B-DF95-E7CF-C38BC0C85717}"/>
              </a:ext>
            </a:extLst>
          </p:cNvPr>
          <p:cNvSpPr>
            <a:spLocks noGrp="1"/>
          </p:cNvSpPr>
          <p:nvPr>
            <p:ph type="body" sz="quarter" idx="17" hasCustomPrompt="1"/>
          </p:nvPr>
        </p:nvSpPr>
        <p:spPr>
          <a:xfrm>
            <a:off x="834865" y="4646375"/>
            <a:ext cx="3190787"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5" name="Text Placeholder 17">
            <a:extLst>
              <a:ext uri="{FF2B5EF4-FFF2-40B4-BE49-F238E27FC236}">
                <a16:creationId xmlns:a16="http://schemas.microsoft.com/office/drawing/2014/main" id="{DB9D7D0C-7EAB-85F9-BB48-8DBB491F6DE1}"/>
              </a:ext>
            </a:extLst>
          </p:cNvPr>
          <p:cNvSpPr>
            <a:spLocks noGrp="1"/>
          </p:cNvSpPr>
          <p:nvPr>
            <p:ph type="body" sz="quarter" idx="18" hasCustomPrompt="1"/>
          </p:nvPr>
        </p:nvSpPr>
        <p:spPr>
          <a:xfrm>
            <a:off x="4490706" y="4646375"/>
            <a:ext cx="3190787"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8" name="Text Placeholder 17">
            <a:extLst>
              <a:ext uri="{FF2B5EF4-FFF2-40B4-BE49-F238E27FC236}">
                <a16:creationId xmlns:a16="http://schemas.microsoft.com/office/drawing/2014/main" id="{F22E5B0A-A666-2E69-466B-D418B871E75B}"/>
              </a:ext>
            </a:extLst>
          </p:cNvPr>
          <p:cNvSpPr>
            <a:spLocks noGrp="1"/>
          </p:cNvSpPr>
          <p:nvPr>
            <p:ph type="body" sz="quarter" idx="19" hasCustomPrompt="1"/>
          </p:nvPr>
        </p:nvSpPr>
        <p:spPr>
          <a:xfrm>
            <a:off x="8146544" y="4646375"/>
            <a:ext cx="3190787"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9" name="Text Placeholder 17">
            <a:extLst>
              <a:ext uri="{FF2B5EF4-FFF2-40B4-BE49-F238E27FC236}">
                <a16:creationId xmlns:a16="http://schemas.microsoft.com/office/drawing/2014/main" id="{9B3B46CA-7F15-1342-700D-7486AD80543F}"/>
              </a:ext>
            </a:extLst>
          </p:cNvPr>
          <p:cNvSpPr>
            <a:spLocks noGrp="1"/>
          </p:cNvSpPr>
          <p:nvPr>
            <p:ph type="body" sz="quarter" idx="21" hasCustomPrompt="1"/>
          </p:nvPr>
        </p:nvSpPr>
        <p:spPr>
          <a:xfrm>
            <a:off x="834865" y="4198739"/>
            <a:ext cx="3190787" cy="428721"/>
          </a:xfrm>
        </p:spPr>
        <p:txBody>
          <a:bodyPr>
            <a:normAutofit/>
          </a:bodyPr>
          <a:lstStyle>
            <a:lvl1pPr algn="ctr">
              <a:defRPr sz="2200" b="1" i="0" spc="0">
                <a:solidFill>
                  <a:schemeClr val="tx1">
                    <a:lumMod val="75000"/>
                  </a:schemeClr>
                </a:solidFill>
                <a:latin typeface="Aptos" panose="020B0004020202020204" pitchFamily="34" charset="0"/>
              </a:defRPr>
            </a:lvl1pPr>
          </a:lstStyle>
          <a:p>
            <a:pPr lvl="0"/>
            <a:r>
              <a:rPr lang="en-US"/>
              <a:t>Short Sub Heading</a:t>
            </a:r>
          </a:p>
        </p:txBody>
      </p:sp>
      <p:sp>
        <p:nvSpPr>
          <p:cNvPr id="10" name="Text Placeholder 17">
            <a:extLst>
              <a:ext uri="{FF2B5EF4-FFF2-40B4-BE49-F238E27FC236}">
                <a16:creationId xmlns:a16="http://schemas.microsoft.com/office/drawing/2014/main" id="{80EF96C5-A5CA-2727-A3B9-64BF9D4A8F32}"/>
              </a:ext>
            </a:extLst>
          </p:cNvPr>
          <p:cNvSpPr>
            <a:spLocks noGrp="1"/>
          </p:cNvSpPr>
          <p:nvPr>
            <p:ph type="body" sz="quarter" idx="22" hasCustomPrompt="1"/>
          </p:nvPr>
        </p:nvSpPr>
        <p:spPr>
          <a:xfrm>
            <a:off x="4490705" y="4198740"/>
            <a:ext cx="3190787" cy="428721"/>
          </a:xfrm>
        </p:spPr>
        <p:txBody>
          <a:bodyPr>
            <a:normAutofit/>
          </a:bodyPr>
          <a:lstStyle>
            <a:lvl1pPr algn="ctr">
              <a:defRPr sz="2200" b="1" i="0" spc="0">
                <a:solidFill>
                  <a:schemeClr val="tx1">
                    <a:lumMod val="75000"/>
                  </a:schemeClr>
                </a:solidFill>
                <a:latin typeface="Aptos" panose="020B0004020202020204" pitchFamily="34" charset="0"/>
              </a:defRPr>
            </a:lvl1pPr>
          </a:lstStyle>
          <a:p>
            <a:pPr lvl="0"/>
            <a:r>
              <a:rPr lang="en-US"/>
              <a:t>Short Sub Heading</a:t>
            </a:r>
          </a:p>
        </p:txBody>
      </p:sp>
      <p:sp>
        <p:nvSpPr>
          <p:cNvPr id="11" name="Text Placeholder 17">
            <a:extLst>
              <a:ext uri="{FF2B5EF4-FFF2-40B4-BE49-F238E27FC236}">
                <a16:creationId xmlns:a16="http://schemas.microsoft.com/office/drawing/2014/main" id="{B5640451-E7D3-E19A-5816-26CCFA6D8ACE}"/>
              </a:ext>
            </a:extLst>
          </p:cNvPr>
          <p:cNvSpPr>
            <a:spLocks noGrp="1"/>
          </p:cNvSpPr>
          <p:nvPr>
            <p:ph type="body" sz="quarter" idx="23" hasCustomPrompt="1"/>
          </p:nvPr>
        </p:nvSpPr>
        <p:spPr>
          <a:xfrm>
            <a:off x="8141139" y="4198739"/>
            <a:ext cx="3190787" cy="428721"/>
          </a:xfrm>
        </p:spPr>
        <p:txBody>
          <a:bodyPr>
            <a:normAutofit/>
          </a:bodyPr>
          <a:lstStyle>
            <a:lvl1pPr algn="ctr">
              <a:defRPr sz="2200" b="1" i="0" spc="0">
                <a:solidFill>
                  <a:schemeClr val="tx1">
                    <a:lumMod val="75000"/>
                  </a:schemeClr>
                </a:solidFill>
                <a:latin typeface="Aptos" panose="020B0004020202020204" pitchFamily="34" charset="0"/>
              </a:defRPr>
            </a:lvl1pPr>
          </a:lstStyle>
          <a:p>
            <a:pPr lvl="0"/>
            <a:r>
              <a:rPr lang="en-US"/>
              <a:t>Short Sub Heading</a:t>
            </a:r>
          </a:p>
        </p:txBody>
      </p:sp>
      <p:sp>
        <p:nvSpPr>
          <p:cNvPr id="12" name="Picture Placeholder 12">
            <a:extLst>
              <a:ext uri="{FF2B5EF4-FFF2-40B4-BE49-F238E27FC236}">
                <a16:creationId xmlns:a16="http://schemas.microsoft.com/office/drawing/2014/main" id="{7BDAD87A-09AE-EE38-6C24-D90E74B742AE}"/>
              </a:ext>
            </a:extLst>
          </p:cNvPr>
          <p:cNvSpPr>
            <a:spLocks noGrp="1"/>
          </p:cNvSpPr>
          <p:nvPr>
            <p:ph type="pic" sz="quarter" idx="24"/>
          </p:nvPr>
        </p:nvSpPr>
        <p:spPr>
          <a:xfrm>
            <a:off x="1561578" y="2285165"/>
            <a:ext cx="1737360" cy="1737360"/>
          </a:xfrm>
        </p:spPr>
        <p:txBody>
          <a:bodyPr/>
          <a:lstStyle/>
          <a:p>
            <a:endParaRPr lang="en-US" dirty="0"/>
          </a:p>
        </p:txBody>
      </p:sp>
      <p:sp>
        <p:nvSpPr>
          <p:cNvPr id="14" name="Picture Placeholder 12">
            <a:extLst>
              <a:ext uri="{FF2B5EF4-FFF2-40B4-BE49-F238E27FC236}">
                <a16:creationId xmlns:a16="http://schemas.microsoft.com/office/drawing/2014/main" id="{184BBC50-87EA-0D63-3334-4F2477813913}"/>
              </a:ext>
            </a:extLst>
          </p:cNvPr>
          <p:cNvSpPr>
            <a:spLocks noGrp="1"/>
          </p:cNvSpPr>
          <p:nvPr>
            <p:ph type="pic" sz="quarter" idx="25"/>
          </p:nvPr>
        </p:nvSpPr>
        <p:spPr>
          <a:xfrm>
            <a:off x="5227320" y="2285165"/>
            <a:ext cx="1737360" cy="1737360"/>
          </a:xfrm>
        </p:spPr>
        <p:txBody>
          <a:bodyPr/>
          <a:lstStyle/>
          <a:p>
            <a:endParaRPr lang="en-US" dirty="0"/>
          </a:p>
        </p:txBody>
      </p:sp>
      <p:sp>
        <p:nvSpPr>
          <p:cNvPr id="15" name="Picture Placeholder 12">
            <a:extLst>
              <a:ext uri="{FF2B5EF4-FFF2-40B4-BE49-F238E27FC236}">
                <a16:creationId xmlns:a16="http://schemas.microsoft.com/office/drawing/2014/main" id="{79F75CF3-5E4D-93D4-8A99-3D1E577AE66A}"/>
              </a:ext>
            </a:extLst>
          </p:cNvPr>
          <p:cNvSpPr>
            <a:spLocks noGrp="1"/>
          </p:cNvSpPr>
          <p:nvPr>
            <p:ph type="pic" sz="quarter" idx="26"/>
          </p:nvPr>
        </p:nvSpPr>
        <p:spPr>
          <a:xfrm>
            <a:off x="8867852" y="2285165"/>
            <a:ext cx="1737360" cy="1737360"/>
          </a:xfrm>
        </p:spPr>
        <p:txBody>
          <a:bodyPr/>
          <a:lstStyle/>
          <a:p>
            <a:endParaRPr lang="en-US" dirty="0"/>
          </a:p>
        </p:txBody>
      </p:sp>
      <p:sp>
        <p:nvSpPr>
          <p:cNvPr id="17" name="Rectangle 16">
            <a:extLst>
              <a:ext uri="{FF2B5EF4-FFF2-40B4-BE49-F238E27FC236}">
                <a16:creationId xmlns:a16="http://schemas.microsoft.com/office/drawing/2014/main" id="{39685232-7748-09A9-BBA7-0CD9C2E42DD6}"/>
              </a:ext>
            </a:extLst>
          </p:cNvPr>
          <p:cNvSpPr/>
          <p:nvPr userDrawn="1"/>
        </p:nvSpPr>
        <p:spPr>
          <a:xfrm>
            <a:off x="4267200" y="1710274"/>
            <a:ext cx="365760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pic>
        <p:nvPicPr>
          <p:cNvPr id="19" name="Picture 18">
            <a:extLst>
              <a:ext uri="{FF2B5EF4-FFF2-40B4-BE49-F238E27FC236}">
                <a16:creationId xmlns:a16="http://schemas.microsoft.com/office/drawing/2014/main" id="{58157533-675F-12B2-2DB5-9CB0FEAD7F18}"/>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3180494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Icon Templa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52B0E-8225-A4D5-062D-E858EB3EE86B}"/>
              </a:ext>
            </a:extLst>
          </p:cNvPr>
          <p:cNvSpPr>
            <a:spLocks noGrp="1"/>
          </p:cNvSpPr>
          <p:nvPr>
            <p:ph type="title" hasCustomPrompt="1"/>
          </p:nvPr>
        </p:nvSpPr>
        <p:spPr>
          <a:xfrm>
            <a:off x="834865" y="822960"/>
            <a:ext cx="10522274" cy="583526"/>
          </a:xfrm>
          <a:noFill/>
        </p:spPr>
        <p:txBody>
          <a:bodyPr anchor="ctr">
            <a:noAutofit/>
          </a:bodyPr>
          <a:lstStyle>
            <a:lvl1pPr algn="ctr">
              <a:defRPr sz="3000" b="1" i="0" spc="0">
                <a:solidFill>
                  <a:schemeClr val="bg2"/>
                </a:solidFill>
                <a:latin typeface="Arial" panose="020B0604020202020204" pitchFamily="34" charset="0"/>
                <a:cs typeface="Arial" panose="020B0604020202020204" pitchFamily="34" charset="0"/>
              </a:defRPr>
            </a:lvl1pPr>
          </a:lstStyle>
          <a:p>
            <a:r>
              <a:rPr lang="en-US"/>
              <a:t>Slide Title</a:t>
            </a:r>
          </a:p>
        </p:txBody>
      </p:sp>
      <p:sp>
        <p:nvSpPr>
          <p:cNvPr id="6" name="Rectangle 5">
            <a:extLst>
              <a:ext uri="{FF2B5EF4-FFF2-40B4-BE49-F238E27FC236}">
                <a16:creationId xmlns:a16="http://schemas.microsoft.com/office/drawing/2014/main" id="{8B3DE0B4-3D35-0081-B587-4A4E2D4C6477}"/>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13" name="Picture Placeholder 12">
            <a:extLst>
              <a:ext uri="{FF2B5EF4-FFF2-40B4-BE49-F238E27FC236}">
                <a16:creationId xmlns:a16="http://schemas.microsoft.com/office/drawing/2014/main" id="{0C84032D-1B66-51E1-444F-1675E73A82FC}"/>
              </a:ext>
            </a:extLst>
          </p:cNvPr>
          <p:cNvSpPr>
            <a:spLocks noGrp="1"/>
          </p:cNvSpPr>
          <p:nvPr>
            <p:ph type="pic" sz="quarter" idx="12"/>
          </p:nvPr>
        </p:nvSpPr>
        <p:spPr>
          <a:xfrm>
            <a:off x="1347706" y="2252270"/>
            <a:ext cx="1371600" cy="1371600"/>
          </a:xfrm>
        </p:spPr>
        <p:txBody>
          <a:bodyPr/>
          <a:lstStyle/>
          <a:p>
            <a:endParaRPr lang="en-US" dirty="0"/>
          </a:p>
        </p:txBody>
      </p:sp>
      <p:sp>
        <p:nvSpPr>
          <p:cNvPr id="18" name="Text Placeholder 17">
            <a:extLst>
              <a:ext uri="{FF2B5EF4-FFF2-40B4-BE49-F238E27FC236}">
                <a16:creationId xmlns:a16="http://schemas.microsoft.com/office/drawing/2014/main" id="{BE7ECEAF-9335-24F5-A321-1EDCC52A5526}"/>
              </a:ext>
            </a:extLst>
          </p:cNvPr>
          <p:cNvSpPr>
            <a:spLocks noGrp="1"/>
          </p:cNvSpPr>
          <p:nvPr>
            <p:ph type="body" sz="quarter" idx="16" hasCustomPrompt="1"/>
          </p:nvPr>
        </p:nvSpPr>
        <p:spPr>
          <a:xfrm>
            <a:off x="834865" y="4391545"/>
            <a:ext cx="2397285"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19" name="Text Placeholder 17">
            <a:extLst>
              <a:ext uri="{FF2B5EF4-FFF2-40B4-BE49-F238E27FC236}">
                <a16:creationId xmlns:a16="http://schemas.microsoft.com/office/drawing/2014/main" id="{9BE89ECD-9DF8-A3A1-AFDA-451523CC4EEC}"/>
              </a:ext>
            </a:extLst>
          </p:cNvPr>
          <p:cNvSpPr>
            <a:spLocks noGrp="1"/>
          </p:cNvSpPr>
          <p:nvPr>
            <p:ph type="body" sz="quarter" idx="17" hasCustomPrompt="1"/>
          </p:nvPr>
        </p:nvSpPr>
        <p:spPr>
          <a:xfrm>
            <a:off x="3543270" y="4391545"/>
            <a:ext cx="2397285"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20" name="Text Placeholder 17">
            <a:extLst>
              <a:ext uri="{FF2B5EF4-FFF2-40B4-BE49-F238E27FC236}">
                <a16:creationId xmlns:a16="http://schemas.microsoft.com/office/drawing/2014/main" id="{1667AFEC-733A-24C8-F269-DED143816C3F}"/>
              </a:ext>
            </a:extLst>
          </p:cNvPr>
          <p:cNvSpPr>
            <a:spLocks noGrp="1"/>
          </p:cNvSpPr>
          <p:nvPr>
            <p:ph type="body" sz="quarter" idx="18" hasCustomPrompt="1"/>
          </p:nvPr>
        </p:nvSpPr>
        <p:spPr>
          <a:xfrm>
            <a:off x="6251558" y="4391545"/>
            <a:ext cx="2397285"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21" name="Text Placeholder 17">
            <a:extLst>
              <a:ext uri="{FF2B5EF4-FFF2-40B4-BE49-F238E27FC236}">
                <a16:creationId xmlns:a16="http://schemas.microsoft.com/office/drawing/2014/main" id="{3CE25961-789C-EBE0-9757-1ACE4886EF9B}"/>
              </a:ext>
            </a:extLst>
          </p:cNvPr>
          <p:cNvSpPr>
            <a:spLocks noGrp="1"/>
          </p:cNvSpPr>
          <p:nvPr>
            <p:ph type="body" sz="quarter" idx="19" hasCustomPrompt="1"/>
          </p:nvPr>
        </p:nvSpPr>
        <p:spPr>
          <a:xfrm>
            <a:off x="8959963" y="4391545"/>
            <a:ext cx="2397285" cy="1079864"/>
          </a:xfrm>
        </p:spPr>
        <p:txBody>
          <a:bodyPr>
            <a:normAutofit/>
          </a:bodyPr>
          <a:lstStyle>
            <a:lvl1pPr algn="ctr">
              <a:lnSpc>
                <a:spcPct val="110000"/>
              </a:lnSpc>
              <a:defRPr sz="1800" spc="0">
                <a:solidFill>
                  <a:srgbClr val="777777"/>
                </a:solidFill>
              </a:defRPr>
            </a:lvl1pPr>
          </a:lstStyle>
          <a:p>
            <a:pPr lvl="0"/>
            <a:r>
              <a:rPr lang="en-US"/>
              <a:t>Description</a:t>
            </a:r>
          </a:p>
        </p:txBody>
      </p:sp>
      <p:sp>
        <p:nvSpPr>
          <p:cNvPr id="26" name="Text Placeholder 17">
            <a:extLst>
              <a:ext uri="{FF2B5EF4-FFF2-40B4-BE49-F238E27FC236}">
                <a16:creationId xmlns:a16="http://schemas.microsoft.com/office/drawing/2014/main" id="{7E553C29-CEC8-EC67-B8D7-35FED35CEF3E}"/>
              </a:ext>
            </a:extLst>
          </p:cNvPr>
          <p:cNvSpPr>
            <a:spLocks noGrp="1"/>
          </p:cNvSpPr>
          <p:nvPr>
            <p:ph type="body" sz="quarter" idx="20" hasCustomPrompt="1"/>
          </p:nvPr>
        </p:nvSpPr>
        <p:spPr>
          <a:xfrm>
            <a:off x="834864" y="3943910"/>
            <a:ext cx="2397285" cy="428721"/>
          </a:xfrm>
        </p:spPr>
        <p:txBody>
          <a:bodyPr>
            <a:normAutofit/>
          </a:bodyPr>
          <a:lstStyle>
            <a:lvl1pPr algn="ctr">
              <a:defRPr sz="2200" b="1" spc="0">
                <a:solidFill>
                  <a:schemeClr val="tx1">
                    <a:lumMod val="75000"/>
                  </a:schemeClr>
                </a:solidFill>
              </a:defRPr>
            </a:lvl1pPr>
          </a:lstStyle>
          <a:p>
            <a:pPr lvl="0"/>
            <a:r>
              <a:rPr lang="en-US"/>
              <a:t>Sub Heading</a:t>
            </a:r>
          </a:p>
        </p:txBody>
      </p:sp>
      <p:sp>
        <p:nvSpPr>
          <p:cNvPr id="27" name="Text Placeholder 17">
            <a:extLst>
              <a:ext uri="{FF2B5EF4-FFF2-40B4-BE49-F238E27FC236}">
                <a16:creationId xmlns:a16="http://schemas.microsoft.com/office/drawing/2014/main" id="{600E0E2E-745B-F07A-5CC3-26EE3123CD1E}"/>
              </a:ext>
            </a:extLst>
          </p:cNvPr>
          <p:cNvSpPr>
            <a:spLocks noGrp="1"/>
          </p:cNvSpPr>
          <p:nvPr>
            <p:ph type="body" sz="quarter" idx="21" hasCustomPrompt="1"/>
          </p:nvPr>
        </p:nvSpPr>
        <p:spPr>
          <a:xfrm>
            <a:off x="3543270" y="3943910"/>
            <a:ext cx="2397285" cy="428721"/>
          </a:xfrm>
        </p:spPr>
        <p:txBody>
          <a:bodyPr>
            <a:normAutofit/>
          </a:bodyPr>
          <a:lstStyle>
            <a:lvl1pPr algn="ctr">
              <a:defRPr sz="2200" b="1" spc="0">
                <a:solidFill>
                  <a:schemeClr val="tx1">
                    <a:lumMod val="75000"/>
                  </a:schemeClr>
                </a:solidFill>
              </a:defRPr>
            </a:lvl1pPr>
          </a:lstStyle>
          <a:p>
            <a:pPr lvl="0"/>
            <a:r>
              <a:rPr lang="en-US"/>
              <a:t>Sub Heading</a:t>
            </a:r>
          </a:p>
        </p:txBody>
      </p:sp>
      <p:sp>
        <p:nvSpPr>
          <p:cNvPr id="28" name="Text Placeholder 17">
            <a:extLst>
              <a:ext uri="{FF2B5EF4-FFF2-40B4-BE49-F238E27FC236}">
                <a16:creationId xmlns:a16="http://schemas.microsoft.com/office/drawing/2014/main" id="{96B1D9D5-0FD2-85DD-A47E-5DDA440F90D0}"/>
              </a:ext>
            </a:extLst>
          </p:cNvPr>
          <p:cNvSpPr>
            <a:spLocks noGrp="1"/>
          </p:cNvSpPr>
          <p:nvPr>
            <p:ph type="body" sz="quarter" idx="22" hasCustomPrompt="1"/>
          </p:nvPr>
        </p:nvSpPr>
        <p:spPr>
          <a:xfrm>
            <a:off x="6251557" y="3943910"/>
            <a:ext cx="2397285" cy="428721"/>
          </a:xfrm>
        </p:spPr>
        <p:txBody>
          <a:bodyPr>
            <a:normAutofit/>
          </a:bodyPr>
          <a:lstStyle>
            <a:lvl1pPr algn="ctr">
              <a:defRPr sz="2200" b="1" spc="0">
                <a:solidFill>
                  <a:schemeClr val="tx1">
                    <a:lumMod val="75000"/>
                  </a:schemeClr>
                </a:solidFill>
              </a:defRPr>
            </a:lvl1pPr>
          </a:lstStyle>
          <a:p>
            <a:pPr lvl="0"/>
            <a:r>
              <a:rPr lang="en-US"/>
              <a:t>Sub Heading</a:t>
            </a:r>
          </a:p>
        </p:txBody>
      </p:sp>
      <p:sp>
        <p:nvSpPr>
          <p:cNvPr id="29" name="Text Placeholder 17">
            <a:extLst>
              <a:ext uri="{FF2B5EF4-FFF2-40B4-BE49-F238E27FC236}">
                <a16:creationId xmlns:a16="http://schemas.microsoft.com/office/drawing/2014/main" id="{9A621C99-EED0-8251-7AD3-4C844579180A}"/>
              </a:ext>
            </a:extLst>
          </p:cNvPr>
          <p:cNvSpPr>
            <a:spLocks noGrp="1"/>
          </p:cNvSpPr>
          <p:nvPr>
            <p:ph type="body" sz="quarter" idx="23" hasCustomPrompt="1"/>
          </p:nvPr>
        </p:nvSpPr>
        <p:spPr>
          <a:xfrm>
            <a:off x="8959844" y="3943910"/>
            <a:ext cx="2397285" cy="428721"/>
          </a:xfrm>
        </p:spPr>
        <p:txBody>
          <a:bodyPr>
            <a:normAutofit/>
          </a:bodyPr>
          <a:lstStyle>
            <a:lvl1pPr algn="ctr">
              <a:defRPr sz="2200" b="1" spc="0">
                <a:solidFill>
                  <a:schemeClr val="tx1">
                    <a:lumMod val="75000"/>
                  </a:schemeClr>
                </a:solidFill>
              </a:defRPr>
            </a:lvl1pPr>
          </a:lstStyle>
          <a:p>
            <a:pPr lvl="0"/>
            <a:r>
              <a:rPr lang="en-US"/>
              <a:t>Sub Heading</a:t>
            </a:r>
          </a:p>
        </p:txBody>
      </p:sp>
      <p:sp>
        <p:nvSpPr>
          <p:cNvPr id="30" name="Picture Placeholder 12">
            <a:extLst>
              <a:ext uri="{FF2B5EF4-FFF2-40B4-BE49-F238E27FC236}">
                <a16:creationId xmlns:a16="http://schemas.microsoft.com/office/drawing/2014/main" id="{B3C1FE45-BBA1-B617-3958-0D86B6FCCD13}"/>
              </a:ext>
            </a:extLst>
          </p:cNvPr>
          <p:cNvSpPr>
            <a:spLocks noGrp="1"/>
          </p:cNvSpPr>
          <p:nvPr>
            <p:ph type="pic" sz="quarter" idx="24"/>
          </p:nvPr>
        </p:nvSpPr>
        <p:spPr>
          <a:xfrm>
            <a:off x="4056112" y="2252270"/>
            <a:ext cx="1371600" cy="1371600"/>
          </a:xfrm>
        </p:spPr>
        <p:txBody>
          <a:bodyPr/>
          <a:lstStyle/>
          <a:p>
            <a:endParaRPr lang="en-US" dirty="0"/>
          </a:p>
        </p:txBody>
      </p:sp>
      <p:sp>
        <p:nvSpPr>
          <p:cNvPr id="31" name="Picture Placeholder 12">
            <a:extLst>
              <a:ext uri="{FF2B5EF4-FFF2-40B4-BE49-F238E27FC236}">
                <a16:creationId xmlns:a16="http://schemas.microsoft.com/office/drawing/2014/main" id="{E4C4DB7E-98BA-2CE0-8CC2-304CA7B31A10}"/>
              </a:ext>
            </a:extLst>
          </p:cNvPr>
          <p:cNvSpPr>
            <a:spLocks noGrp="1"/>
          </p:cNvSpPr>
          <p:nvPr>
            <p:ph type="pic" sz="quarter" idx="25"/>
          </p:nvPr>
        </p:nvSpPr>
        <p:spPr>
          <a:xfrm>
            <a:off x="6764290" y="2252270"/>
            <a:ext cx="1371600" cy="1371600"/>
          </a:xfrm>
        </p:spPr>
        <p:txBody>
          <a:bodyPr/>
          <a:lstStyle/>
          <a:p>
            <a:endParaRPr lang="en-US" dirty="0"/>
          </a:p>
        </p:txBody>
      </p:sp>
      <p:sp>
        <p:nvSpPr>
          <p:cNvPr id="32" name="Picture Placeholder 12">
            <a:extLst>
              <a:ext uri="{FF2B5EF4-FFF2-40B4-BE49-F238E27FC236}">
                <a16:creationId xmlns:a16="http://schemas.microsoft.com/office/drawing/2014/main" id="{A295FEE1-0045-4676-AF46-ABB404F7937E}"/>
              </a:ext>
            </a:extLst>
          </p:cNvPr>
          <p:cNvSpPr>
            <a:spLocks noGrp="1"/>
          </p:cNvSpPr>
          <p:nvPr>
            <p:ph type="pic" sz="quarter" idx="26"/>
          </p:nvPr>
        </p:nvSpPr>
        <p:spPr>
          <a:xfrm>
            <a:off x="9472694" y="2252270"/>
            <a:ext cx="1371600" cy="1371600"/>
          </a:xfrm>
        </p:spPr>
        <p:txBody>
          <a:bodyPr/>
          <a:lstStyle/>
          <a:p>
            <a:endParaRPr lang="en-US" dirty="0"/>
          </a:p>
        </p:txBody>
      </p:sp>
      <p:sp>
        <p:nvSpPr>
          <p:cNvPr id="34" name="Rectangle 33">
            <a:extLst>
              <a:ext uri="{FF2B5EF4-FFF2-40B4-BE49-F238E27FC236}">
                <a16:creationId xmlns:a16="http://schemas.microsoft.com/office/drawing/2014/main" id="{EA679A3F-A592-7BBA-AD29-FA0F38980BEE}"/>
              </a:ext>
            </a:extLst>
          </p:cNvPr>
          <p:cNvSpPr/>
          <p:nvPr userDrawn="1"/>
        </p:nvSpPr>
        <p:spPr>
          <a:xfrm>
            <a:off x="4267200" y="1710274"/>
            <a:ext cx="365760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pic>
        <p:nvPicPr>
          <p:cNvPr id="5" name="Picture 4">
            <a:extLst>
              <a:ext uri="{FF2B5EF4-FFF2-40B4-BE49-F238E27FC236}">
                <a16:creationId xmlns:a16="http://schemas.microsoft.com/office/drawing/2014/main" id="{6D3D81CB-0D3B-9DE4-C72A-A3ECD32FB908}"/>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34034883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ategory Templat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2593226D-8D78-1027-9FDA-3570322B6DB7}"/>
              </a:ext>
            </a:extLst>
          </p:cNvPr>
          <p:cNvSpPr/>
          <p:nvPr userDrawn="1"/>
        </p:nvSpPr>
        <p:spPr>
          <a:xfrm>
            <a:off x="834630" y="2609764"/>
            <a:ext cx="3190787" cy="3327400"/>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17" name="Rectangle 16">
            <a:extLst>
              <a:ext uri="{FF2B5EF4-FFF2-40B4-BE49-F238E27FC236}">
                <a16:creationId xmlns:a16="http://schemas.microsoft.com/office/drawing/2014/main" id="{39685232-7748-09A9-BBA7-0CD9C2E42DD6}"/>
              </a:ext>
            </a:extLst>
          </p:cNvPr>
          <p:cNvSpPr/>
          <p:nvPr userDrawn="1"/>
        </p:nvSpPr>
        <p:spPr>
          <a:xfrm>
            <a:off x="834396" y="2596294"/>
            <a:ext cx="3191256"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7" name="Oval 26">
            <a:extLst>
              <a:ext uri="{FF2B5EF4-FFF2-40B4-BE49-F238E27FC236}">
                <a16:creationId xmlns:a16="http://schemas.microsoft.com/office/drawing/2014/main" id="{9E30349E-1C8D-8781-44D8-B12DA45AD940}"/>
              </a:ext>
            </a:extLst>
          </p:cNvPr>
          <p:cNvSpPr>
            <a:spLocks/>
          </p:cNvSpPr>
          <p:nvPr userDrawn="1"/>
        </p:nvSpPr>
        <p:spPr>
          <a:xfrm>
            <a:off x="2105828" y="2271682"/>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8" name="Arc 27">
            <a:extLst>
              <a:ext uri="{FF2B5EF4-FFF2-40B4-BE49-F238E27FC236}">
                <a16:creationId xmlns:a16="http://schemas.microsoft.com/office/drawing/2014/main" id="{ECE08221-8019-CAA7-DC0E-44F36AA2F812}"/>
              </a:ext>
            </a:extLst>
          </p:cNvPr>
          <p:cNvSpPr>
            <a:spLocks noChangeAspect="1"/>
          </p:cNvSpPr>
          <p:nvPr userDrawn="1"/>
        </p:nvSpPr>
        <p:spPr>
          <a:xfrm>
            <a:off x="2086890" y="2252130"/>
            <a:ext cx="685800" cy="685800"/>
          </a:xfrm>
          <a:prstGeom prst="arc">
            <a:avLst>
              <a:gd name="adj1" fmla="val 162388"/>
              <a:gd name="adj2" fmla="val 10729457"/>
            </a:avLst>
          </a:prstGeom>
          <a:ln w="31750">
            <a:gradFill>
              <a:gsLst>
                <a:gs pos="0">
                  <a:srgbClr val="E7CC83"/>
                </a:gs>
                <a:gs pos="100000">
                  <a:srgbClr val="E8CD84"/>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sp>
        <p:nvSpPr>
          <p:cNvPr id="23" name="Rectangle 22">
            <a:extLst>
              <a:ext uri="{FF2B5EF4-FFF2-40B4-BE49-F238E27FC236}">
                <a16:creationId xmlns:a16="http://schemas.microsoft.com/office/drawing/2014/main" id="{95CF4CC9-288C-EF68-517F-A054040CD094}"/>
              </a:ext>
            </a:extLst>
          </p:cNvPr>
          <p:cNvSpPr/>
          <p:nvPr userDrawn="1"/>
        </p:nvSpPr>
        <p:spPr>
          <a:xfrm>
            <a:off x="8146544" y="2617602"/>
            <a:ext cx="3190787" cy="3327400"/>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13" name="Rectangle 12">
            <a:extLst>
              <a:ext uri="{FF2B5EF4-FFF2-40B4-BE49-F238E27FC236}">
                <a16:creationId xmlns:a16="http://schemas.microsoft.com/office/drawing/2014/main" id="{272CA60F-B5EB-6B86-940B-E0F44158E32A}"/>
              </a:ext>
            </a:extLst>
          </p:cNvPr>
          <p:cNvSpPr/>
          <p:nvPr userDrawn="1"/>
        </p:nvSpPr>
        <p:spPr>
          <a:xfrm>
            <a:off x="8146541" y="2596294"/>
            <a:ext cx="3191256"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5" name="Oval 24">
            <a:extLst>
              <a:ext uri="{FF2B5EF4-FFF2-40B4-BE49-F238E27FC236}">
                <a16:creationId xmlns:a16="http://schemas.microsoft.com/office/drawing/2014/main" id="{EB02BCEC-7914-6FF3-EE79-58528F50C9AD}"/>
              </a:ext>
            </a:extLst>
          </p:cNvPr>
          <p:cNvSpPr>
            <a:spLocks/>
          </p:cNvSpPr>
          <p:nvPr userDrawn="1"/>
        </p:nvSpPr>
        <p:spPr>
          <a:xfrm>
            <a:off x="9436150" y="2300032"/>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6" name="Arc 25">
            <a:extLst>
              <a:ext uri="{FF2B5EF4-FFF2-40B4-BE49-F238E27FC236}">
                <a16:creationId xmlns:a16="http://schemas.microsoft.com/office/drawing/2014/main" id="{1FC9D519-8109-46A0-C5CF-E25693C63DBB}"/>
              </a:ext>
            </a:extLst>
          </p:cNvPr>
          <p:cNvSpPr>
            <a:spLocks noChangeAspect="1"/>
          </p:cNvSpPr>
          <p:nvPr userDrawn="1"/>
        </p:nvSpPr>
        <p:spPr>
          <a:xfrm>
            <a:off x="9416929" y="2264048"/>
            <a:ext cx="685800" cy="685800"/>
          </a:xfrm>
          <a:prstGeom prst="arc">
            <a:avLst>
              <a:gd name="adj1" fmla="val 21539445"/>
              <a:gd name="adj2" fmla="val 10729967"/>
            </a:avLst>
          </a:prstGeom>
          <a:ln w="31750">
            <a:gradFill>
              <a:gsLst>
                <a:gs pos="0">
                  <a:srgbClr val="E7CC83"/>
                </a:gs>
                <a:gs pos="100000">
                  <a:srgbClr val="E8CD84"/>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sp>
        <p:nvSpPr>
          <p:cNvPr id="22" name="Rectangle 21">
            <a:extLst>
              <a:ext uri="{FF2B5EF4-FFF2-40B4-BE49-F238E27FC236}">
                <a16:creationId xmlns:a16="http://schemas.microsoft.com/office/drawing/2014/main" id="{83D0DFFC-BD0B-B5F1-52AC-F7A0FFCA32D9}"/>
              </a:ext>
            </a:extLst>
          </p:cNvPr>
          <p:cNvSpPr/>
          <p:nvPr userDrawn="1"/>
        </p:nvSpPr>
        <p:spPr>
          <a:xfrm>
            <a:off x="4500841" y="2617602"/>
            <a:ext cx="3190787" cy="3327400"/>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3" name="Rectangle 2">
            <a:extLst>
              <a:ext uri="{FF2B5EF4-FFF2-40B4-BE49-F238E27FC236}">
                <a16:creationId xmlns:a16="http://schemas.microsoft.com/office/drawing/2014/main" id="{79126B60-1E4F-48AA-5247-597591C62776}"/>
              </a:ext>
            </a:extLst>
          </p:cNvPr>
          <p:cNvSpPr/>
          <p:nvPr userDrawn="1"/>
        </p:nvSpPr>
        <p:spPr>
          <a:xfrm>
            <a:off x="4500372" y="2596294"/>
            <a:ext cx="3191256"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 name="Title 1">
            <a:extLst>
              <a:ext uri="{FF2B5EF4-FFF2-40B4-BE49-F238E27FC236}">
                <a16:creationId xmlns:a16="http://schemas.microsoft.com/office/drawing/2014/main" id="{3C252B0E-8225-A4D5-062D-E858EB3EE86B}"/>
              </a:ext>
            </a:extLst>
          </p:cNvPr>
          <p:cNvSpPr>
            <a:spLocks noGrp="1"/>
          </p:cNvSpPr>
          <p:nvPr>
            <p:ph type="title" hasCustomPrompt="1"/>
          </p:nvPr>
        </p:nvSpPr>
        <p:spPr>
          <a:xfrm>
            <a:off x="834865" y="822960"/>
            <a:ext cx="10522274" cy="583526"/>
          </a:xfrm>
          <a:noFill/>
        </p:spPr>
        <p:txBody>
          <a:bodyPr anchor="ctr">
            <a:noAutofit/>
          </a:bodyPr>
          <a:lstStyle>
            <a:lvl1pPr algn="ctr">
              <a:defRPr sz="3000" spc="0">
                <a:solidFill>
                  <a:schemeClr val="bg2"/>
                </a:solidFill>
              </a:defRPr>
            </a:lvl1pPr>
          </a:lstStyle>
          <a:p>
            <a:r>
              <a:rPr lang="en-US"/>
              <a:t>Slide Title</a:t>
            </a:r>
          </a:p>
        </p:txBody>
      </p:sp>
      <p:sp>
        <p:nvSpPr>
          <p:cNvPr id="6" name="Rectangle 5">
            <a:extLst>
              <a:ext uri="{FF2B5EF4-FFF2-40B4-BE49-F238E27FC236}">
                <a16:creationId xmlns:a16="http://schemas.microsoft.com/office/drawing/2014/main" id="{8B3DE0B4-3D35-0081-B587-4A4E2D4C6477}"/>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4" name="Text Placeholder 17">
            <a:extLst>
              <a:ext uri="{FF2B5EF4-FFF2-40B4-BE49-F238E27FC236}">
                <a16:creationId xmlns:a16="http://schemas.microsoft.com/office/drawing/2014/main" id="{3155B123-5F8B-DF95-E7CF-C38BC0C85717}"/>
              </a:ext>
            </a:extLst>
          </p:cNvPr>
          <p:cNvSpPr>
            <a:spLocks noGrp="1"/>
          </p:cNvSpPr>
          <p:nvPr>
            <p:ph type="body" sz="quarter" idx="17" hasCustomPrompt="1"/>
          </p:nvPr>
        </p:nvSpPr>
        <p:spPr>
          <a:xfrm>
            <a:off x="834865" y="3195593"/>
            <a:ext cx="3190787"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5" name="Text Placeholder 17">
            <a:extLst>
              <a:ext uri="{FF2B5EF4-FFF2-40B4-BE49-F238E27FC236}">
                <a16:creationId xmlns:a16="http://schemas.microsoft.com/office/drawing/2014/main" id="{DB9D7D0C-7EAB-85F9-BB48-8DBB491F6DE1}"/>
              </a:ext>
            </a:extLst>
          </p:cNvPr>
          <p:cNvSpPr>
            <a:spLocks noGrp="1"/>
          </p:cNvSpPr>
          <p:nvPr>
            <p:ph type="body" sz="quarter" idx="18" hasCustomPrompt="1"/>
          </p:nvPr>
        </p:nvSpPr>
        <p:spPr>
          <a:xfrm>
            <a:off x="4490706" y="3195593"/>
            <a:ext cx="3190787"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8" name="Text Placeholder 17">
            <a:extLst>
              <a:ext uri="{FF2B5EF4-FFF2-40B4-BE49-F238E27FC236}">
                <a16:creationId xmlns:a16="http://schemas.microsoft.com/office/drawing/2014/main" id="{F22E5B0A-A666-2E69-466B-D418B871E75B}"/>
              </a:ext>
            </a:extLst>
          </p:cNvPr>
          <p:cNvSpPr>
            <a:spLocks noGrp="1"/>
          </p:cNvSpPr>
          <p:nvPr>
            <p:ph type="body" sz="quarter" idx="19" hasCustomPrompt="1"/>
          </p:nvPr>
        </p:nvSpPr>
        <p:spPr>
          <a:xfrm>
            <a:off x="8146544" y="3195593"/>
            <a:ext cx="3190787"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9" name="Text Placeholder 17">
            <a:extLst>
              <a:ext uri="{FF2B5EF4-FFF2-40B4-BE49-F238E27FC236}">
                <a16:creationId xmlns:a16="http://schemas.microsoft.com/office/drawing/2014/main" id="{9B3B46CA-7F15-1342-700D-7486AD80543F}"/>
              </a:ext>
            </a:extLst>
          </p:cNvPr>
          <p:cNvSpPr>
            <a:spLocks noGrp="1"/>
          </p:cNvSpPr>
          <p:nvPr>
            <p:ph type="body" sz="quarter" idx="21" hasCustomPrompt="1"/>
          </p:nvPr>
        </p:nvSpPr>
        <p:spPr>
          <a:xfrm>
            <a:off x="834865" y="1908579"/>
            <a:ext cx="3190787" cy="428721"/>
          </a:xfrm>
        </p:spPr>
        <p:txBody>
          <a:bodyPr>
            <a:normAutofit/>
          </a:bodyPr>
          <a:lstStyle>
            <a:lvl1pPr algn="ctr">
              <a:defRPr sz="2200" b="1" i="0" spc="0">
                <a:solidFill>
                  <a:schemeClr val="tx1">
                    <a:lumMod val="75000"/>
                  </a:schemeClr>
                </a:solidFill>
                <a:latin typeface="Aptos" panose="020B0004020202020204" pitchFamily="34" charset="0"/>
              </a:defRPr>
            </a:lvl1pPr>
          </a:lstStyle>
          <a:p>
            <a:pPr lvl="0"/>
            <a:r>
              <a:rPr lang="en-US"/>
              <a:t>Short Sub Heading</a:t>
            </a:r>
          </a:p>
        </p:txBody>
      </p:sp>
      <p:sp>
        <p:nvSpPr>
          <p:cNvPr id="10" name="Text Placeholder 17">
            <a:extLst>
              <a:ext uri="{FF2B5EF4-FFF2-40B4-BE49-F238E27FC236}">
                <a16:creationId xmlns:a16="http://schemas.microsoft.com/office/drawing/2014/main" id="{80EF96C5-A5CA-2727-A3B9-64BF9D4A8F32}"/>
              </a:ext>
            </a:extLst>
          </p:cNvPr>
          <p:cNvSpPr>
            <a:spLocks noGrp="1"/>
          </p:cNvSpPr>
          <p:nvPr>
            <p:ph type="body" sz="quarter" idx="22" hasCustomPrompt="1"/>
          </p:nvPr>
        </p:nvSpPr>
        <p:spPr>
          <a:xfrm>
            <a:off x="4500841" y="1908579"/>
            <a:ext cx="3190787" cy="428721"/>
          </a:xfrm>
        </p:spPr>
        <p:txBody>
          <a:bodyPr>
            <a:normAutofit/>
          </a:bodyPr>
          <a:lstStyle>
            <a:lvl1pPr algn="ctr">
              <a:defRPr sz="2200" b="1" i="0" spc="0">
                <a:solidFill>
                  <a:schemeClr val="tx1">
                    <a:lumMod val="75000"/>
                  </a:schemeClr>
                </a:solidFill>
                <a:latin typeface="Aptos" panose="020B0004020202020204" pitchFamily="34" charset="0"/>
              </a:defRPr>
            </a:lvl1pPr>
          </a:lstStyle>
          <a:p>
            <a:pPr lvl="0"/>
            <a:r>
              <a:rPr lang="en-US"/>
              <a:t>Short Sub Heading</a:t>
            </a:r>
          </a:p>
        </p:txBody>
      </p:sp>
      <p:sp>
        <p:nvSpPr>
          <p:cNvPr id="11" name="Text Placeholder 17">
            <a:extLst>
              <a:ext uri="{FF2B5EF4-FFF2-40B4-BE49-F238E27FC236}">
                <a16:creationId xmlns:a16="http://schemas.microsoft.com/office/drawing/2014/main" id="{B5640451-E7D3-E19A-5816-26CCFA6D8ACE}"/>
              </a:ext>
            </a:extLst>
          </p:cNvPr>
          <p:cNvSpPr>
            <a:spLocks noGrp="1"/>
          </p:cNvSpPr>
          <p:nvPr>
            <p:ph type="body" sz="quarter" idx="23" hasCustomPrompt="1"/>
          </p:nvPr>
        </p:nvSpPr>
        <p:spPr>
          <a:xfrm>
            <a:off x="8166582" y="1905288"/>
            <a:ext cx="3190787" cy="428721"/>
          </a:xfrm>
        </p:spPr>
        <p:txBody>
          <a:bodyPr>
            <a:normAutofit/>
          </a:bodyPr>
          <a:lstStyle>
            <a:lvl1pPr algn="ctr">
              <a:defRPr sz="2200" b="1" i="0" spc="0">
                <a:solidFill>
                  <a:schemeClr val="tx1">
                    <a:lumMod val="75000"/>
                  </a:schemeClr>
                </a:solidFill>
                <a:latin typeface="Aptos" panose="020B0004020202020204" pitchFamily="34" charset="0"/>
              </a:defRPr>
            </a:lvl1pPr>
          </a:lstStyle>
          <a:p>
            <a:pPr lvl="0"/>
            <a:r>
              <a:rPr lang="en-US"/>
              <a:t>Short Sub Heading</a:t>
            </a:r>
          </a:p>
        </p:txBody>
      </p:sp>
      <p:sp>
        <p:nvSpPr>
          <p:cNvPr id="12" name="Picture Placeholder 12">
            <a:extLst>
              <a:ext uri="{FF2B5EF4-FFF2-40B4-BE49-F238E27FC236}">
                <a16:creationId xmlns:a16="http://schemas.microsoft.com/office/drawing/2014/main" id="{7BDAD87A-09AE-EE38-6C24-D90E74B742AE}"/>
              </a:ext>
            </a:extLst>
          </p:cNvPr>
          <p:cNvSpPr>
            <a:spLocks noGrp="1" noChangeAspect="1"/>
          </p:cNvSpPr>
          <p:nvPr>
            <p:ph type="pic" sz="quarter" idx="24"/>
          </p:nvPr>
        </p:nvSpPr>
        <p:spPr>
          <a:xfrm>
            <a:off x="2201424" y="2367694"/>
            <a:ext cx="457200" cy="457200"/>
          </a:xfrm>
        </p:spPr>
        <p:txBody>
          <a:bodyPr/>
          <a:lstStyle/>
          <a:p>
            <a:endParaRPr lang="en-US" dirty="0"/>
          </a:p>
        </p:txBody>
      </p:sp>
      <p:sp>
        <p:nvSpPr>
          <p:cNvPr id="15" name="Picture Placeholder 12">
            <a:extLst>
              <a:ext uri="{FF2B5EF4-FFF2-40B4-BE49-F238E27FC236}">
                <a16:creationId xmlns:a16="http://schemas.microsoft.com/office/drawing/2014/main" id="{79F75CF3-5E4D-93D4-8A99-3D1E577AE66A}"/>
              </a:ext>
            </a:extLst>
          </p:cNvPr>
          <p:cNvSpPr>
            <a:spLocks noGrp="1" noChangeAspect="1"/>
          </p:cNvSpPr>
          <p:nvPr>
            <p:ph type="pic" sz="quarter" idx="26"/>
          </p:nvPr>
        </p:nvSpPr>
        <p:spPr>
          <a:xfrm>
            <a:off x="9533376" y="2395126"/>
            <a:ext cx="457200" cy="457200"/>
          </a:xfrm>
        </p:spPr>
        <p:txBody>
          <a:bodyPr/>
          <a:lstStyle/>
          <a:p>
            <a:endParaRPr lang="en-US" dirty="0"/>
          </a:p>
        </p:txBody>
      </p:sp>
      <p:sp>
        <p:nvSpPr>
          <p:cNvPr id="18" name="Oval 17">
            <a:extLst>
              <a:ext uri="{FF2B5EF4-FFF2-40B4-BE49-F238E27FC236}">
                <a16:creationId xmlns:a16="http://schemas.microsoft.com/office/drawing/2014/main" id="{737EBC9D-1BBC-7541-6483-28EBD09C9231}"/>
              </a:ext>
            </a:extLst>
          </p:cNvPr>
          <p:cNvSpPr>
            <a:spLocks noChangeAspect="1"/>
          </p:cNvSpPr>
          <p:nvPr userDrawn="1"/>
        </p:nvSpPr>
        <p:spPr>
          <a:xfrm>
            <a:off x="5771388" y="2292990"/>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14" name="Picture Placeholder 12">
            <a:extLst>
              <a:ext uri="{FF2B5EF4-FFF2-40B4-BE49-F238E27FC236}">
                <a16:creationId xmlns:a16="http://schemas.microsoft.com/office/drawing/2014/main" id="{184BBC50-87EA-0D63-3334-4F2477813913}"/>
              </a:ext>
            </a:extLst>
          </p:cNvPr>
          <p:cNvSpPr>
            <a:spLocks noGrp="1" noChangeAspect="1"/>
          </p:cNvSpPr>
          <p:nvPr>
            <p:ph type="pic" sz="quarter" idx="25"/>
          </p:nvPr>
        </p:nvSpPr>
        <p:spPr>
          <a:xfrm>
            <a:off x="5867400" y="2367694"/>
            <a:ext cx="457200" cy="457200"/>
          </a:xfrm>
        </p:spPr>
        <p:txBody>
          <a:bodyPr/>
          <a:lstStyle/>
          <a:p>
            <a:endParaRPr lang="en-US" dirty="0"/>
          </a:p>
        </p:txBody>
      </p:sp>
      <p:sp>
        <p:nvSpPr>
          <p:cNvPr id="24" name="Arc 23">
            <a:extLst>
              <a:ext uri="{FF2B5EF4-FFF2-40B4-BE49-F238E27FC236}">
                <a16:creationId xmlns:a16="http://schemas.microsoft.com/office/drawing/2014/main" id="{FB22C6D8-679A-B393-9336-EC7E378024F9}"/>
              </a:ext>
            </a:extLst>
          </p:cNvPr>
          <p:cNvSpPr>
            <a:spLocks noChangeAspect="1"/>
          </p:cNvSpPr>
          <p:nvPr userDrawn="1"/>
        </p:nvSpPr>
        <p:spPr>
          <a:xfrm>
            <a:off x="5753100" y="2247779"/>
            <a:ext cx="685800" cy="685800"/>
          </a:xfrm>
          <a:prstGeom prst="arc">
            <a:avLst>
              <a:gd name="adj1" fmla="val 66750"/>
              <a:gd name="adj2" fmla="val 10628799"/>
            </a:avLst>
          </a:prstGeom>
          <a:ln w="31750">
            <a:gradFill>
              <a:gsLst>
                <a:gs pos="0">
                  <a:srgbClr val="E7CC83"/>
                </a:gs>
                <a:gs pos="100000">
                  <a:srgbClr val="E8CD84"/>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pic>
        <p:nvPicPr>
          <p:cNvPr id="20" name="Picture 19">
            <a:extLst>
              <a:ext uri="{FF2B5EF4-FFF2-40B4-BE49-F238E27FC236}">
                <a16:creationId xmlns:a16="http://schemas.microsoft.com/office/drawing/2014/main" id="{19648DB8-9580-76ED-0A4F-E779C496C9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379626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ategory Template">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0894A268-5516-8C9B-53D8-5E3F242E8BA3}"/>
              </a:ext>
            </a:extLst>
          </p:cNvPr>
          <p:cNvSpPr/>
          <p:nvPr userDrawn="1"/>
        </p:nvSpPr>
        <p:spPr>
          <a:xfrm>
            <a:off x="800769" y="2617602"/>
            <a:ext cx="2468044" cy="3249317"/>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32" name="Text Placeholder 17">
            <a:extLst>
              <a:ext uri="{FF2B5EF4-FFF2-40B4-BE49-F238E27FC236}">
                <a16:creationId xmlns:a16="http://schemas.microsoft.com/office/drawing/2014/main" id="{5C94F235-B551-E554-6F84-A018D48BE093}"/>
              </a:ext>
            </a:extLst>
          </p:cNvPr>
          <p:cNvSpPr>
            <a:spLocks noGrp="1"/>
          </p:cNvSpPr>
          <p:nvPr>
            <p:ph type="body" sz="quarter" idx="27" hasCustomPrompt="1"/>
          </p:nvPr>
        </p:nvSpPr>
        <p:spPr>
          <a:xfrm>
            <a:off x="801186" y="3195593"/>
            <a:ext cx="2468045"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17" name="Rectangle 16">
            <a:extLst>
              <a:ext uri="{FF2B5EF4-FFF2-40B4-BE49-F238E27FC236}">
                <a16:creationId xmlns:a16="http://schemas.microsoft.com/office/drawing/2014/main" id="{39685232-7748-09A9-BBA7-0CD9C2E42DD6}"/>
              </a:ext>
            </a:extLst>
          </p:cNvPr>
          <p:cNvSpPr/>
          <p:nvPr userDrawn="1"/>
        </p:nvSpPr>
        <p:spPr>
          <a:xfrm>
            <a:off x="798770" y="2601653"/>
            <a:ext cx="246888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7" name="Oval 26">
            <a:extLst>
              <a:ext uri="{FF2B5EF4-FFF2-40B4-BE49-F238E27FC236}">
                <a16:creationId xmlns:a16="http://schemas.microsoft.com/office/drawing/2014/main" id="{9E30349E-1C8D-8781-44D8-B12DA45AD940}"/>
              </a:ext>
            </a:extLst>
          </p:cNvPr>
          <p:cNvSpPr>
            <a:spLocks/>
          </p:cNvSpPr>
          <p:nvPr userDrawn="1"/>
        </p:nvSpPr>
        <p:spPr>
          <a:xfrm>
            <a:off x="1709248" y="2271682"/>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28" name="Arc 27">
            <a:extLst>
              <a:ext uri="{FF2B5EF4-FFF2-40B4-BE49-F238E27FC236}">
                <a16:creationId xmlns:a16="http://schemas.microsoft.com/office/drawing/2014/main" id="{ECE08221-8019-CAA7-DC0E-44F36AA2F812}"/>
              </a:ext>
            </a:extLst>
          </p:cNvPr>
          <p:cNvSpPr>
            <a:spLocks noChangeAspect="1"/>
          </p:cNvSpPr>
          <p:nvPr userDrawn="1"/>
        </p:nvSpPr>
        <p:spPr>
          <a:xfrm>
            <a:off x="1690310" y="2252130"/>
            <a:ext cx="685800" cy="685800"/>
          </a:xfrm>
          <a:prstGeom prst="arc">
            <a:avLst>
              <a:gd name="adj1" fmla="val 162388"/>
              <a:gd name="adj2" fmla="val 10729457"/>
            </a:avLst>
          </a:prstGeom>
          <a:ln w="31750">
            <a:gradFill>
              <a:gsLst>
                <a:gs pos="0">
                  <a:srgbClr val="E7CC83"/>
                </a:gs>
                <a:gs pos="100000">
                  <a:srgbClr val="E9CE86"/>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sp>
        <p:nvSpPr>
          <p:cNvPr id="2" name="Title 1">
            <a:extLst>
              <a:ext uri="{FF2B5EF4-FFF2-40B4-BE49-F238E27FC236}">
                <a16:creationId xmlns:a16="http://schemas.microsoft.com/office/drawing/2014/main" id="{3C252B0E-8225-A4D5-062D-E858EB3EE86B}"/>
              </a:ext>
            </a:extLst>
          </p:cNvPr>
          <p:cNvSpPr>
            <a:spLocks noGrp="1"/>
          </p:cNvSpPr>
          <p:nvPr>
            <p:ph type="title" hasCustomPrompt="1"/>
          </p:nvPr>
        </p:nvSpPr>
        <p:spPr>
          <a:xfrm>
            <a:off x="834865" y="822960"/>
            <a:ext cx="10522274" cy="583526"/>
          </a:xfrm>
          <a:noFill/>
        </p:spPr>
        <p:txBody>
          <a:bodyPr anchor="ctr">
            <a:noAutofit/>
          </a:bodyPr>
          <a:lstStyle>
            <a:lvl1pPr algn="ctr">
              <a:defRPr sz="3000" spc="0">
                <a:solidFill>
                  <a:schemeClr val="bg2"/>
                </a:solidFill>
              </a:defRPr>
            </a:lvl1pPr>
          </a:lstStyle>
          <a:p>
            <a:r>
              <a:rPr lang="en-US"/>
              <a:t>Slide Title</a:t>
            </a:r>
          </a:p>
        </p:txBody>
      </p:sp>
      <p:sp>
        <p:nvSpPr>
          <p:cNvPr id="6" name="Rectangle 5">
            <a:extLst>
              <a:ext uri="{FF2B5EF4-FFF2-40B4-BE49-F238E27FC236}">
                <a16:creationId xmlns:a16="http://schemas.microsoft.com/office/drawing/2014/main" id="{8B3DE0B4-3D35-0081-B587-4A4E2D4C6477}"/>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9" name="Text Placeholder 17">
            <a:extLst>
              <a:ext uri="{FF2B5EF4-FFF2-40B4-BE49-F238E27FC236}">
                <a16:creationId xmlns:a16="http://schemas.microsoft.com/office/drawing/2014/main" id="{9B3B46CA-7F15-1342-700D-7486AD80543F}"/>
              </a:ext>
            </a:extLst>
          </p:cNvPr>
          <p:cNvSpPr>
            <a:spLocks noGrp="1"/>
          </p:cNvSpPr>
          <p:nvPr>
            <p:ph type="body" sz="quarter" idx="21" hasCustomPrompt="1"/>
          </p:nvPr>
        </p:nvSpPr>
        <p:spPr>
          <a:xfrm>
            <a:off x="820578" y="1908579"/>
            <a:ext cx="2448236" cy="428721"/>
          </a:xfrm>
        </p:spPr>
        <p:txBody>
          <a:bodyPr>
            <a:normAutofit/>
          </a:bodyPr>
          <a:lstStyle>
            <a:lvl1pPr algn="ctr">
              <a:defRPr sz="1800" b="1" i="0" spc="0">
                <a:solidFill>
                  <a:schemeClr val="tx1">
                    <a:lumMod val="75000"/>
                  </a:schemeClr>
                </a:solidFill>
                <a:latin typeface="Aptos" panose="020B0004020202020204" pitchFamily="34" charset="0"/>
              </a:defRPr>
            </a:lvl1pPr>
          </a:lstStyle>
          <a:p>
            <a:pPr lvl="0"/>
            <a:r>
              <a:rPr lang="en-US"/>
              <a:t>Short Sub Heading</a:t>
            </a:r>
          </a:p>
        </p:txBody>
      </p:sp>
      <p:sp>
        <p:nvSpPr>
          <p:cNvPr id="12" name="Picture Placeholder 12">
            <a:extLst>
              <a:ext uri="{FF2B5EF4-FFF2-40B4-BE49-F238E27FC236}">
                <a16:creationId xmlns:a16="http://schemas.microsoft.com/office/drawing/2014/main" id="{7BDAD87A-09AE-EE38-6C24-D90E74B742AE}"/>
              </a:ext>
            </a:extLst>
          </p:cNvPr>
          <p:cNvSpPr>
            <a:spLocks noGrp="1" noChangeAspect="1"/>
          </p:cNvSpPr>
          <p:nvPr>
            <p:ph type="pic" sz="quarter" idx="24"/>
          </p:nvPr>
        </p:nvSpPr>
        <p:spPr>
          <a:xfrm>
            <a:off x="1806191" y="2378348"/>
            <a:ext cx="457200" cy="457200"/>
          </a:xfrm>
        </p:spPr>
        <p:txBody>
          <a:bodyPr/>
          <a:lstStyle/>
          <a:p>
            <a:endParaRPr lang="en-US" dirty="0"/>
          </a:p>
        </p:txBody>
      </p:sp>
      <p:sp>
        <p:nvSpPr>
          <p:cNvPr id="40" name="Rectangle 39">
            <a:extLst>
              <a:ext uri="{FF2B5EF4-FFF2-40B4-BE49-F238E27FC236}">
                <a16:creationId xmlns:a16="http://schemas.microsoft.com/office/drawing/2014/main" id="{37130C65-96E7-EE08-6FD1-7F6B0922D913}"/>
              </a:ext>
            </a:extLst>
          </p:cNvPr>
          <p:cNvSpPr/>
          <p:nvPr userDrawn="1"/>
        </p:nvSpPr>
        <p:spPr>
          <a:xfrm>
            <a:off x="3496236" y="2617602"/>
            <a:ext cx="2468044" cy="3249317"/>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41" name="Text Placeholder 17">
            <a:extLst>
              <a:ext uri="{FF2B5EF4-FFF2-40B4-BE49-F238E27FC236}">
                <a16:creationId xmlns:a16="http://schemas.microsoft.com/office/drawing/2014/main" id="{374C18BC-FD70-6A47-6DC4-774B4F638209}"/>
              </a:ext>
            </a:extLst>
          </p:cNvPr>
          <p:cNvSpPr>
            <a:spLocks noGrp="1"/>
          </p:cNvSpPr>
          <p:nvPr>
            <p:ph type="body" sz="quarter" idx="28" hasCustomPrompt="1"/>
          </p:nvPr>
        </p:nvSpPr>
        <p:spPr>
          <a:xfrm>
            <a:off x="3496653" y="3195593"/>
            <a:ext cx="2468045"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42" name="Rectangle 41">
            <a:extLst>
              <a:ext uri="{FF2B5EF4-FFF2-40B4-BE49-F238E27FC236}">
                <a16:creationId xmlns:a16="http://schemas.microsoft.com/office/drawing/2014/main" id="{C8A44BBC-6F86-29B6-7AD6-C287D55259EE}"/>
              </a:ext>
            </a:extLst>
          </p:cNvPr>
          <p:cNvSpPr/>
          <p:nvPr userDrawn="1"/>
        </p:nvSpPr>
        <p:spPr>
          <a:xfrm>
            <a:off x="3495818" y="2598751"/>
            <a:ext cx="246888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43" name="Oval 42">
            <a:extLst>
              <a:ext uri="{FF2B5EF4-FFF2-40B4-BE49-F238E27FC236}">
                <a16:creationId xmlns:a16="http://schemas.microsoft.com/office/drawing/2014/main" id="{BD2DC3CD-FBA6-2088-B718-B950CA4FADFE}"/>
              </a:ext>
            </a:extLst>
          </p:cNvPr>
          <p:cNvSpPr>
            <a:spLocks/>
          </p:cNvSpPr>
          <p:nvPr userDrawn="1"/>
        </p:nvSpPr>
        <p:spPr>
          <a:xfrm>
            <a:off x="4404715" y="2271682"/>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44" name="Arc 43">
            <a:extLst>
              <a:ext uri="{FF2B5EF4-FFF2-40B4-BE49-F238E27FC236}">
                <a16:creationId xmlns:a16="http://schemas.microsoft.com/office/drawing/2014/main" id="{55F97FF5-BB84-A1F2-F5CB-CA74DEBFC98F}"/>
              </a:ext>
            </a:extLst>
          </p:cNvPr>
          <p:cNvSpPr>
            <a:spLocks noChangeAspect="1"/>
          </p:cNvSpPr>
          <p:nvPr userDrawn="1"/>
        </p:nvSpPr>
        <p:spPr>
          <a:xfrm>
            <a:off x="4385777" y="2252130"/>
            <a:ext cx="685800" cy="685800"/>
          </a:xfrm>
          <a:prstGeom prst="arc">
            <a:avLst>
              <a:gd name="adj1" fmla="val 162388"/>
              <a:gd name="adj2" fmla="val 10729457"/>
            </a:avLst>
          </a:prstGeom>
          <a:ln w="31750">
            <a:gradFill>
              <a:gsLst>
                <a:gs pos="0">
                  <a:srgbClr val="E7CC83"/>
                </a:gs>
                <a:gs pos="100000">
                  <a:srgbClr val="E9CE86"/>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sp>
        <p:nvSpPr>
          <p:cNvPr id="45" name="Text Placeholder 17">
            <a:extLst>
              <a:ext uri="{FF2B5EF4-FFF2-40B4-BE49-F238E27FC236}">
                <a16:creationId xmlns:a16="http://schemas.microsoft.com/office/drawing/2014/main" id="{7BBE4110-C771-CC6F-6DBB-595CFAD7A29A}"/>
              </a:ext>
            </a:extLst>
          </p:cNvPr>
          <p:cNvSpPr>
            <a:spLocks noGrp="1"/>
          </p:cNvSpPr>
          <p:nvPr>
            <p:ph type="body" sz="quarter" idx="29" hasCustomPrompt="1"/>
          </p:nvPr>
        </p:nvSpPr>
        <p:spPr>
          <a:xfrm>
            <a:off x="3516045" y="1908579"/>
            <a:ext cx="2448236" cy="428721"/>
          </a:xfrm>
        </p:spPr>
        <p:txBody>
          <a:bodyPr>
            <a:normAutofit/>
          </a:bodyPr>
          <a:lstStyle>
            <a:lvl1pPr algn="ctr">
              <a:defRPr sz="1800" b="1" i="0" spc="0">
                <a:solidFill>
                  <a:schemeClr val="tx1">
                    <a:lumMod val="75000"/>
                  </a:schemeClr>
                </a:solidFill>
                <a:latin typeface="Aptos" panose="020B0004020202020204" pitchFamily="34" charset="0"/>
              </a:defRPr>
            </a:lvl1pPr>
          </a:lstStyle>
          <a:p>
            <a:pPr lvl="0"/>
            <a:r>
              <a:rPr lang="en-US"/>
              <a:t>Short Sub Heading</a:t>
            </a:r>
          </a:p>
        </p:txBody>
      </p:sp>
      <p:sp>
        <p:nvSpPr>
          <p:cNvPr id="46" name="Picture Placeholder 12">
            <a:extLst>
              <a:ext uri="{FF2B5EF4-FFF2-40B4-BE49-F238E27FC236}">
                <a16:creationId xmlns:a16="http://schemas.microsoft.com/office/drawing/2014/main" id="{B1D2EDA6-71ED-FD88-F286-8991C3495A33}"/>
              </a:ext>
            </a:extLst>
          </p:cNvPr>
          <p:cNvSpPr>
            <a:spLocks noGrp="1" noChangeAspect="1"/>
          </p:cNvSpPr>
          <p:nvPr>
            <p:ph type="pic" sz="quarter" idx="30"/>
          </p:nvPr>
        </p:nvSpPr>
        <p:spPr>
          <a:xfrm>
            <a:off x="4501658" y="2378348"/>
            <a:ext cx="457200" cy="457200"/>
          </a:xfrm>
        </p:spPr>
        <p:txBody>
          <a:bodyPr/>
          <a:lstStyle/>
          <a:p>
            <a:endParaRPr lang="en-US" dirty="0"/>
          </a:p>
        </p:txBody>
      </p:sp>
      <p:sp>
        <p:nvSpPr>
          <p:cNvPr id="47" name="Rectangle 46">
            <a:extLst>
              <a:ext uri="{FF2B5EF4-FFF2-40B4-BE49-F238E27FC236}">
                <a16:creationId xmlns:a16="http://schemas.microsoft.com/office/drawing/2014/main" id="{E26BF8F9-F3DF-7BB9-24E9-CC4E7922CB62}"/>
              </a:ext>
            </a:extLst>
          </p:cNvPr>
          <p:cNvSpPr/>
          <p:nvPr userDrawn="1"/>
        </p:nvSpPr>
        <p:spPr>
          <a:xfrm>
            <a:off x="6211042" y="2617602"/>
            <a:ext cx="2468044" cy="3249317"/>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48" name="Text Placeholder 17">
            <a:extLst>
              <a:ext uri="{FF2B5EF4-FFF2-40B4-BE49-F238E27FC236}">
                <a16:creationId xmlns:a16="http://schemas.microsoft.com/office/drawing/2014/main" id="{9104D85B-F0AC-5E11-5C51-574224CA6F3D}"/>
              </a:ext>
            </a:extLst>
          </p:cNvPr>
          <p:cNvSpPr>
            <a:spLocks noGrp="1"/>
          </p:cNvSpPr>
          <p:nvPr>
            <p:ph type="body" sz="quarter" idx="31" hasCustomPrompt="1"/>
          </p:nvPr>
        </p:nvSpPr>
        <p:spPr>
          <a:xfrm>
            <a:off x="6211459" y="3195593"/>
            <a:ext cx="2468045"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49" name="Rectangle 48">
            <a:extLst>
              <a:ext uri="{FF2B5EF4-FFF2-40B4-BE49-F238E27FC236}">
                <a16:creationId xmlns:a16="http://schemas.microsoft.com/office/drawing/2014/main" id="{5057D356-A076-1524-6CBA-218254A71FD0}"/>
              </a:ext>
            </a:extLst>
          </p:cNvPr>
          <p:cNvSpPr/>
          <p:nvPr userDrawn="1"/>
        </p:nvSpPr>
        <p:spPr>
          <a:xfrm>
            <a:off x="6210206" y="2596294"/>
            <a:ext cx="246888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50" name="Oval 49">
            <a:extLst>
              <a:ext uri="{FF2B5EF4-FFF2-40B4-BE49-F238E27FC236}">
                <a16:creationId xmlns:a16="http://schemas.microsoft.com/office/drawing/2014/main" id="{84370D39-6157-8BB9-2292-C903CFC2F872}"/>
              </a:ext>
            </a:extLst>
          </p:cNvPr>
          <p:cNvSpPr>
            <a:spLocks/>
          </p:cNvSpPr>
          <p:nvPr userDrawn="1"/>
        </p:nvSpPr>
        <p:spPr>
          <a:xfrm>
            <a:off x="7119521" y="2271682"/>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51" name="Arc 50">
            <a:extLst>
              <a:ext uri="{FF2B5EF4-FFF2-40B4-BE49-F238E27FC236}">
                <a16:creationId xmlns:a16="http://schemas.microsoft.com/office/drawing/2014/main" id="{F093BAB0-3F9C-EBD8-9F97-F294A463A79D}"/>
              </a:ext>
            </a:extLst>
          </p:cNvPr>
          <p:cNvSpPr>
            <a:spLocks noChangeAspect="1"/>
          </p:cNvSpPr>
          <p:nvPr userDrawn="1"/>
        </p:nvSpPr>
        <p:spPr>
          <a:xfrm>
            <a:off x="7100583" y="2252130"/>
            <a:ext cx="685800" cy="685800"/>
          </a:xfrm>
          <a:prstGeom prst="arc">
            <a:avLst>
              <a:gd name="adj1" fmla="val 162388"/>
              <a:gd name="adj2" fmla="val 10729457"/>
            </a:avLst>
          </a:prstGeom>
          <a:ln w="31750">
            <a:gradFill>
              <a:gsLst>
                <a:gs pos="0">
                  <a:srgbClr val="E7CC83"/>
                </a:gs>
                <a:gs pos="100000">
                  <a:srgbClr val="E9CE86"/>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sp>
        <p:nvSpPr>
          <p:cNvPr id="52" name="Text Placeholder 17">
            <a:extLst>
              <a:ext uri="{FF2B5EF4-FFF2-40B4-BE49-F238E27FC236}">
                <a16:creationId xmlns:a16="http://schemas.microsoft.com/office/drawing/2014/main" id="{7F899549-3896-7C84-C18B-3E198DE6C8CA}"/>
              </a:ext>
            </a:extLst>
          </p:cNvPr>
          <p:cNvSpPr>
            <a:spLocks noGrp="1"/>
          </p:cNvSpPr>
          <p:nvPr>
            <p:ph type="body" sz="quarter" idx="32" hasCustomPrompt="1"/>
          </p:nvPr>
        </p:nvSpPr>
        <p:spPr>
          <a:xfrm>
            <a:off x="6230851" y="1908579"/>
            <a:ext cx="2448236" cy="428721"/>
          </a:xfrm>
        </p:spPr>
        <p:txBody>
          <a:bodyPr>
            <a:normAutofit/>
          </a:bodyPr>
          <a:lstStyle>
            <a:lvl1pPr algn="ctr">
              <a:defRPr sz="1800" b="1" i="0" spc="0">
                <a:solidFill>
                  <a:schemeClr val="tx1">
                    <a:lumMod val="75000"/>
                  </a:schemeClr>
                </a:solidFill>
                <a:latin typeface="Aptos" panose="020B0004020202020204" pitchFamily="34" charset="0"/>
              </a:defRPr>
            </a:lvl1pPr>
          </a:lstStyle>
          <a:p>
            <a:pPr lvl="0"/>
            <a:r>
              <a:rPr lang="en-US"/>
              <a:t>Short Sub Heading</a:t>
            </a:r>
          </a:p>
        </p:txBody>
      </p:sp>
      <p:sp>
        <p:nvSpPr>
          <p:cNvPr id="53" name="Picture Placeholder 12">
            <a:extLst>
              <a:ext uri="{FF2B5EF4-FFF2-40B4-BE49-F238E27FC236}">
                <a16:creationId xmlns:a16="http://schemas.microsoft.com/office/drawing/2014/main" id="{2786CD35-A869-5E12-F8EE-621C84D6E8E6}"/>
              </a:ext>
            </a:extLst>
          </p:cNvPr>
          <p:cNvSpPr>
            <a:spLocks noGrp="1" noChangeAspect="1"/>
          </p:cNvSpPr>
          <p:nvPr>
            <p:ph type="pic" sz="quarter" idx="33"/>
          </p:nvPr>
        </p:nvSpPr>
        <p:spPr>
          <a:xfrm>
            <a:off x="7216464" y="2378348"/>
            <a:ext cx="457200" cy="457200"/>
          </a:xfrm>
        </p:spPr>
        <p:txBody>
          <a:bodyPr/>
          <a:lstStyle/>
          <a:p>
            <a:endParaRPr lang="en-US" dirty="0"/>
          </a:p>
        </p:txBody>
      </p:sp>
      <p:sp>
        <p:nvSpPr>
          <p:cNvPr id="54" name="Rectangle 53">
            <a:extLst>
              <a:ext uri="{FF2B5EF4-FFF2-40B4-BE49-F238E27FC236}">
                <a16:creationId xmlns:a16="http://schemas.microsoft.com/office/drawing/2014/main" id="{E2F47700-B6C4-392B-72B2-19FB41237D4E}"/>
              </a:ext>
            </a:extLst>
          </p:cNvPr>
          <p:cNvSpPr/>
          <p:nvPr userDrawn="1"/>
        </p:nvSpPr>
        <p:spPr>
          <a:xfrm>
            <a:off x="8902511" y="2617602"/>
            <a:ext cx="2468044" cy="3249317"/>
          </a:xfrm>
          <a:prstGeom prst="rect">
            <a:avLst/>
          </a:prstGeom>
          <a:gradFill>
            <a:gsLst>
              <a:gs pos="100000">
                <a:srgbClr val="F5F3EF">
                  <a:alpha val="0"/>
                </a:srgbClr>
              </a:gs>
              <a:gs pos="0">
                <a:schemeClr val="bg1"/>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55" name="Text Placeholder 17">
            <a:extLst>
              <a:ext uri="{FF2B5EF4-FFF2-40B4-BE49-F238E27FC236}">
                <a16:creationId xmlns:a16="http://schemas.microsoft.com/office/drawing/2014/main" id="{4C0D1D5C-CFF7-BB53-D6BA-AB03B47F9286}"/>
              </a:ext>
            </a:extLst>
          </p:cNvPr>
          <p:cNvSpPr>
            <a:spLocks noGrp="1"/>
          </p:cNvSpPr>
          <p:nvPr>
            <p:ph type="body" sz="quarter" idx="34" hasCustomPrompt="1"/>
          </p:nvPr>
        </p:nvSpPr>
        <p:spPr>
          <a:xfrm>
            <a:off x="8902928" y="3195593"/>
            <a:ext cx="2468045" cy="2671326"/>
          </a:xfrm>
        </p:spPr>
        <p:txBody>
          <a:bodyPr>
            <a:normAutofit/>
          </a:bodyPr>
          <a:lstStyle>
            <a:lvl1pPr algn="ctr">
              <a:lnSpc>
                <a:spcPct val="90000"/>
              </a:lnSpc>
              <a:defRPr sz="1800" spc="0">
                <a:solidFill>
                  <a:srgbClr val="303332"/>
                </a:solidFill>
              </a:defRPr>
            </a:lvl1pPr>
          </a:lstStyle>
          <a:p>
            <a:pPr lvl="0"/>
            <a:r>
              <a:rPr lang="en-US"/>
              <a:t>Description</a:t>
            </a:r>
          </a:p>
        </p:txBody>
      </p:sp>
      <p:sp>
        <p:nvSpPr>
          <p:cNvPr id="56" name="Rectangle 55">
            <a:extLst>
              <a:ext uri="{FF2B5EF4-FFF2-40B4-BE49-F238E27FC236}">
                <a16:creationId xmlns:a16="http://schemas.microsoft.com/office/drawing/2014/main" id="{62C62BC8-F531-BB1E-ABE8-AF5C8E972049}"/>
              </a:ext>
            </a:extLst>
          </p:cNvPr>
          <p:cNvSpPr/>
          <p:nvPr userDrawn="1"/>
        </p:nvSpPr>
        <p:spPr>
          <a:xfrm>
            <a:off x="8902511" y="2598751"/>
            <a:ext cx="246888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57" name="Oval 56">
            <a:extLst>
              <a:ext uri="{FF2B5EF4-FFF2-40B4-BE49-F238E27FC236}">
                <a16:creationId xmlns:a16="http://schemas.microsoft.com/office/drawing/2014/main" id="{F7F5F94D-4946-DEB1-3350-F414422609D8}"/>
              </a:ext>
            </a:extLst>
          </p:cNvPr>
          <p:cNvSpPr>
            <a:spLocks/>
          </p:cNvSpPr>
          <p:nvPr userDrawn="1"/>
        </p:nvSpPr>
        <p:spPr>
          <a:xfrm>
            <a:off x="9810990" y="2271682"/>
            <a:ext cx="649224" cy="649224"/>
          </a:xfrm>
          <a:prstGeom prst="ellipse">
            <a:avLst/>
          </a:prstGeom>
          <a:solidFill>
            <a:srgbClr val="F5F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sp>
        <p:nvSpPr>
          <p:cNvPr id="58" name="Arc 57">
            <a:extLst>
              <a:ext uri="{FF2B5EF4-FFF2-40B4-BE49-F238E27FC236}">
                <a16:creationId xmlns:a16="http://schemas.microsoft.com/office/drawing/2014/main" id="{C2A7634C-0BA2-ACF7-2F66-8BC66AB02E13}"/>
              </a:ext>
            </a:extLst>
          </p:cNvPr>
          <p:cNvSpPr>
            <a:spLocks noChangeAspect="1"/>
          </p:cNvSpPr>
          <p:nvPr userDrawn="1"/>
        </p:nvSpPr>
        <p:spPr>
          <a:xfrm>
            <a:off x="9792052" y="2252130"/>
            <a:ext cx="685800" cy="685800"/>
          </a:xfrm>
          <a:prstGeom prst="arc">
            <a:avLst>
              <a:gd name="adj1" fmla="val 162388"/>
              <a:gd name="adj2" fmla="val 10729457"/>
            </a:avLst>
          </a:prstGeom>
          <a:ln w="31750">
            <a:gradFill>
              <a:gsLst>
                <a:gs pos="0">
                  <a:srgbClr val="E7CC83"/>
                </a:gs>
                <a:gs pos="100000">
                  <a:srgbClr val="E9CE86"/>
                </a:gs>
              </a:gsLst>
              <a:lin ang="0" scaled="0"/>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0" i="0" dirty="0">
              <a:latin typeface="Aptos" panose="020B0004020202020204" pitchFamily="34" charset="0"/>
            </a:endParaRPr>
          </a:p>
        </p:txBody>
      </p:sp>
      <p:sp>
        <p:nvSpPr>
          <p:cNvPr id="59" name="Text Placeholder 17">
            <a:extLst>
              <a:ext uri="{FF2B5EF4-FFF2-40B4-BE49-F238E27FC236}">
                <a16:creationId xmlns:a16="http://schemas.microsoft.com/office/drawing/2014/main" id="{E8336653-7208-92C2-F55E-9D3A4DB6FB22}"/>
              </a:ext>
            </a:extLst>
          </p:cNvPr>
          <p:cNvSpPr>
            <a:spLocks noGrp="1"/>
          </p:cNvSpPr>
          <p:nvPr>
            <p:ph type="body" sz="quarter" idx="35" hasCustomPrompt="1"/>
          </p:nvPr>
        </p:nvSpPr>
        <p:spPr>
          <a:xfrm>
            <a:off x="8922320" y="1908579"/>
            <a:ext cx="2448236" cy="428721"/>
          </a:xfrm>
        </p:spPr>
        <p:txBody>
          <a:bodyPr>
            <a:normAutofit/>
          </a:bodyPr>
          <a:lstStyle>
            <a:lvl1pPr algn="ctr">
              <a:defRPr sz="1800" b="1" i="0" spc="0">
                <a:solidFill>
                  <a:schemeClr val="tx1">
                    <a:lumMod val="75000"/>
                  </a:schemeClr>
                </a:solidFill>
                <a:latin typeface="Aptos" panose="020B0004020202020204" pitchFamily="34" charset="0"/>
              </a:defRPr>
            </a:lvl1pPr>
          </a:lstStyle>
          <a:p>
            <a:pPr lvl="0"/>
            <a:r>
              <a:rPr lang="en-US"/>
              <a:t>Short Sub Heading</a:t>
            </a:r>
          </a:p>
        </p:txBody>
      </p:sp>
      <p:sp>
        <p:nvSpPr>
          <p:cNvPr id="60" name="Picture Placeholder 12">
            <a:extLst>
              <a:ext uri="{FF2B5EF4-FFF2-40B4-BE49-F238E27FC236}">
                <a16:creationId xmlns:a16="http://schemas.microsoft.com/office/drawing/2014/main" id="{26DC181C-03CA-FD3A-4025-5F47F347E48F}"/>
              </a:ext>
            </a:extLst>
          </p:cNvPr>
          <p:cNvSpPr>
            <a:spLocks noGrp="1" noChangeAspect="1"/>
          </p:cNvSpPr>
          <p:nvPr>
            <p:ph type="pic" sz="quarter" idx="36"/>
          </p:nvPr>
        </p:nvSpPr>
        <p:spPr>
          <a:xfrm>
            <a:off x="9907933" y="2378348"/>
            <a:ext cx="457200" cy="457200"/>
          </a:xfrm>
        </p:spPr>
        <p:txBody>
          <a:bodyPr/>
          <a:lstStyle/>
          <a:p>
            <a:endParaRPr lang="en-US" dirty="0"/>
          </a:p>
        </p:txBody>
      </p:sp>
      <p:pic>
        <p:nvPicPr>
          <p:cNvPr id="10" name="Picture 9">
            <a:extLst>
              <a:ext uri="{FF2B5EF4-FFF2-40B4-BE49-F238E27FC236}">
                <a16:creationId xmlns:a16="http://schemas.microsoft.com/office/drawing/2014/main" id="{98BCE7BD-504D-F0D5-DFA7-9A7C4CC83FDB}"/>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4389178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Item Templa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52B0E-8225-A4D5-062D-E858EB3EE86B}"/>
              </a:ext>
            </a:extLst>
          </p:cNvPr>
          <p:cNvSpPr>
            <a:spLocks noGrp="1"/>
          </p:cNvSpPr>
          <p:nvPr>
            <p:ph type="title" hasCustomPrompt="1"/>
          </p:nvPr>
        </p:nvSpPr>
        <p:spPr>
          <a:xfrm>
            <a:off x="834865" y="822960"/>
            <a:ext cx="10522274" cy="583526"/>
          </a:xfrm>
          <a:noFill/>
        </p:spPr>
        <p:txBody>
          <a:bodyPr anchor="ctr">
            <a:noAutofit/>
          </a:bodyPr>
          <a:lstStyle>
            <a:lvl1pPr algn="ctr">
              <a:defRPr sz="3000" spc="0">
                <a:solidFill>
                  <a:schemeClr val="bg2"/>
                </a:solidFill>
              </a:defRPr>
            </a:lvl1pPr>
          </a:lstStyle>
          <a:p>
            <a:r>
              <a:rPr lang="en-US"/>
              <a:t>Slide Title</a:t>
            </a:r>
          </a:p>
        </p:txBody>
      </p:sp>
      <p:sp>
        <p:nvSpPr>
          <p:cNvPr id="6" name="Rectangle 5">
            <a:extLst>
              <a:ext uri="{FF2B5EF4-FFF2-40B4-BE49-F238E27FC236}">
                <a16:creationId xmlns:a16="http://schemas.microsoft.com/office/drawing/2014/main" id="{8B3DE0B4-3D35-0081-B587-4A4E2D4C6477}"/>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grpSp>
        <p:nvGrpSpPr>
          <p:cNvPr id="24" name="Group 23">
            <a:extLst>
              <a:ext uri="{FF2B5EF4-FFF2-40B4-BE49-F238E27FC236}">
                <a16:creationId xmlns:a16="http://schemas.microsoft.com/office/drawing/2014/main" id="{1008761E-B658-5755-93C4-8950D4F22C03}"/>
              </a:ext>
            </a:extLst>
          </p:cNvPr>
          <p:cNvGrpSpPr/>
          <p:nvPr userDrawn="1"/>
        </p:nvGrpSpPr>
        <p:grpSpPr>
          <a:xfrm>
            <a:off x="815506" y="1415059"/>
            <a:ext cx="10559486" cy="4708981"/>
            <a:chOff x="815506" y="1993091"/>
            <a:chExt cx="10559486" cy="4708981"/>
          </a:xfrm>
        </p:grpSpPr>
        <p:sp>
          <p:nvSpPr>
            <p:cNvPr id="25" name="TextBox 24">
              <a:extLst>
                <a:ext uri="{FF2B5EF4-FFF2-40B4-BE49-F238E27FC236}">
                  <a16:creationId xmlns:a16="http://schemas.microsoft.com/office/drawing/2014/main" id="{3BA1342D-5262-BC37-7584-6DB3BF37B413}"/>
                </a:ext>
              </a:extLst>
            </p:cNvPr>
            <p:cNvSpPr txBox="1"/>
            <p:nvPr/>
          </p:nvSpPr>
          <p:spPr>
            <a:xfrm>
              <a:off x="8174592" y="1993091"/>
              <a:ext cx="3200400" cy="4708981"/>
            </a:xfrm>
            <a:prstGeom prst="rect">
              <a:avLst/>
            </a:prstGeom>
            <a:noFill/>
          </p:spPr>
          <p:txBody>
            <a:bodyPr wrap="square" rtlCol="0">
              <a:spAutoFit/>
            </a:bodyPr>
            <a:lstStyle/>
            <a:p>
              <a:pPr algn="ctr"/>
              <a:r>
                <a:rPr lang="en-US" sz="30000" b="1" i="0" dirty="0">
                  <a:gradFill>
                    <a:gsLst>
                      <a:gs pos="0">
                        <a:schemeClr val="tx1">
                          <a:lumMod val="75000"/>
                        </a:schemeClr>
                      </a:gs>
                      <a:gs pos="60000">
                        <a:srgbClr val="CFAE70">
                          <a:alpha val="25000"/>
                        </a:srgbClr>
                      </a:gs>
                      <a:gs pos="40000">
                        <a:schemeClr val="tx1">
                          <a:alpha val="25000"/>
                        </a:schemeClr>
                      </a:gs>
                      <a:gs pos="100000">
                        <a:schemeClr val="tx1">
                          <a:lumMod val="50000"/>
                        </a:schemeClr>
                      </a:gs>
                    </a:gsLst>
                    <a:lin ang="5400000" scaled="0"/>
                  </a:gradFill>
                  <a:latin typeface="Aptos ExtraBold" panose="020B0004020202020204" pitchFamily="34" charset="0"/>
                </a:rPr>
                <a:t>3</a:t>
              </a:r>
            </a:p>
          </p:txBody>
        </p:sp>
        <p:sp>
          <p:nvSpPr>
            <p:cNvPr id="34" name="TextBox 33">
              <a:extLst>
                <a:ext uri="{FF2B5EF4-FFF2-40B4-BE49-F238E27FC236}">
                  <a16:creationId xmlns:a16="http://schemas.microsoft.com/office/drawing/2014/main" id="{3BB548B9-8F62-8E21-D6CB-E3396AC5711C}"/>
                </a:ext>
              </a:extLst>
            </p:cNvPr>
            <p:cNvSpPr txBox="1"/>
            <p:nvPr/>
          </p:nvSpPr>
          <p:spPr>
            <a:xfrm>
              <a:off x="4495049" y="1993091"/>
              <a:ext cx="3200400" cy="4708981"/>
            </a:xfrm>
            <a:prstGeom prst="rect">
              <a:avLst/>
            </a:prstGeom>
            <a:noFill/>
          </p:spPr>
          <p:txBody>
            <a:bodyPr wrap="square" rtlCol="0">
              <a:spAutoFit/>
            </a:bodyPr>
            <a:lstStyle/>
            <a:p>
              <a:pPr algn="ctr"/>
              <a:r>
                <a:rPr lang="en-US" sz="30000" b="1" i="0" dirty="0">
                  <a:gradFill>
                    <a:gsLst>
                      <a:gs pos="0">
                        <a:schemeClr val="tx1">
                          <a:lumMod val="75000"/>
                        </a:schemeClr>
                      </a:gs>
                      <a:gs pos="60000">
                        <a:srgbClr val="CFAE70">
                          <a:alpha val="25000"/>
                        </a:srgbClr>
                      </a:gs>
                      <a:gs pos="40000">
                        <a:schemeClr val="tx1">
                          <a:alpha val="25000"/>
                        </a:schemeClr>
                      </a:gs>
                      <a:gs pos="100000">
                        <a:schemeClr val="tx1">
                          <a:lumMod val="50000"/>
                        </a:schemeClr>
                      </a:gs>
                    </a:gsLst>
                    <a:lin ang="5400000" scaled="0"/>
                  </a:gradFill>
                  <a:latin typeface="Aptos ExtraBold" panose="020B0004020202020204" pitchFamily="34" charset="0"/>
                </a:rPr>
                <a:t>2</a:t>
              </a:r>
            </a:p>
          </p:txBody>
        </p:sp>
        <p:sp>
          <p:nvSpPr>
            <p:cNvPr id="35" name="TextBox 34">
              <a:extLst>
                <a:ext uri="{FF2B5EF4-FFF2-40B4-BE49-F238E27FC236}">
                  <a16:creationId xmlns:a16="http://schemas.microsoft.com/office/drawing/2014/main" id="{06750084-BDB4-EEBD-B4B7-D2581BE907A5}"/>
                </a:ext>
              </a:extLst>
            </p:cNvPr>
            <p:cNvSpPr txBox="1"/>
            <p:nvPr/>
          </p:nvSpPr>
          <p:spPr>
            <a:xfrm>
              <a:off x="815506" y="1993091"/>
              <a:ext cx="3200400" cy="4708981"/>
            </a:xfrm>
            <a:prstGeom prst="rect">
              <a:avLst/>
            </a:prstGeom>
            <a:noFill/>
          </p:spPr>
          <p:txBody>
            <a:bodyPr wrap="square" rtlCol="0">
              <a:spAutoFit/>
            </a:bodyPr>
            <a:lstStyle/>
            <a:p>
              <a:pPr algn="ctr"/>
              <a:r>
                <a:rPr lang="en-US" sz="30000" b="1" i="0" dirty="0">
                  <a:gradFill>
                    <a:gsLst>
                      <a:gs pos="0">
                        <a:schemeClr val="tx1">
                          <a:lumMod val="75000"/>
                        </a:schemeClr>
                      </a:gs>
                      <a:gs pos="60000">
                        <a:srgbClr val="CFAE70">
                          <a:alpha val="25000"/>
                        </a:srgbClr>
                      </a:gs>
                      <a:gs pos="39000">
                        <a:schemeClr val="accent2">
                          <a:alpha val="25000"/>
                        </a:schemeClr>
                      </a:gs>
                      <a:gs pos="100000">
                        <a:schemeClr val="tx1">
                          <a:lumMod val="50000"/>
                        </a:schemeClr>
                      </a:gs>
                    </a:gsLst>
                    <a:lin ang="5400000" scaled="0"/>
                  </a:gradFill>
                  <a:latin typeface="Aptos ExtraBold" panose="020B0004020202020204" pitchFamily="34" charset="0"/>
                </a:rPr>
                <a:t>1</a:t>
              </a:r>
            </a:p>
          </p:txBody>
        </p:sp>
      </p:grpSp>
      <p:sp>
        <p:nvSpPr>
          <p:cNvPr id="40" name="Text Placeholder 39">
            <a:extLst>
              <a:ext uri="{FF2B5EF4-FFF2-40B4-BE49-F238E27FC236}">
                <a16:creationId xmlns:a16="http://schemas.microsoft.com/office/drawing/2014/main" id="{5ECD18B7-ADE1-11D0-006E-C884337DF967}"/>
              </a:ext>
            </a:extLst>
          </p:cNvPr>
          <p:cNvSpPr>
            <a:spLocks noGrp="1"/>
          </p:cNvSpPr>
          <p:nvPr>
            <p:ph type="body" sz="quarter" idx="10" hasCustomPrompt="1"/>
          </p:nvPr>
        </p:nvSpPr>
        <p:spPr>
          <a:xfrm>
            <a:off x="946475" y="3140106"/>
            <a:ext cx="2938462" cy="1258888"/>
          </a:xfrm>
        </p:spPr>
        <p:txBody>
          <a:bodyPr anchor="ctr"/>
          <a:lstStyle>
            <a:lvl1pPr algn="ctr">
              <a:defRPr b="1" spc="0">
                <a:solidFill>
                  <a:schemeClr val="bg2"/>
                </a:solidFill>
              </a:defRPr>
            </a:lvl1pPr>
          </a:lstStyle>
          <a:p>
            <a:pPr lvl="0"/>
            <a:r>
              <a:rPr lang="en-US"/>
              <a:t>Item #1</a:t>
            </a:r>
          </a:p>
        </p:txBody>
      </p:sp>
      <p:sp>
        <p:nvSpPr>
          <p:cNvPr id="41" name="Text Placeholder 39">
            <a:extLst>
              <a:ext uri="{FF2B5EF4-FFF2-40B4-BE49-F238E27FC236}">
                <a16:creationId xmlns:a16="http://schemas.microsoft.com/office/drawing/2014/main" id="{CA62F590-49A4-C0A2-4B3B-1D8272DD3D12}"/>
              </a:ext>
            </a:extLst>
          </p:cNvPr>
          <p:cNvSpPr>
            <a:spLocks noGrp="1"/>
          </p:cNvSpPr>
          <p:nvPr>
            <p:ph type="body" sz="quarter" idx="11" hasCustomPrompt="1"/>
          </p:nvPr>
        </p:nvSpPr>
        <p:spPr>
          <a:xfrm>
            <a:off x="4626018" y="3140106"/>
            <a:ext cx="2938462" cy="1258888"/>
          </a:xfrm>
        </p:spPr>
        <p:txBody>
          <a:bodyPr anchor="ctr"/>
          <a:lstStyle>
            <a:lvl1pPr algn="ctr">
              <a:defRPr b="1" spc="0">
                <a:solidFill>
                  <a:schemeClr val="bg2"/>
                </a:solidFill>
              </a:defRPr>
            </a:lvl1pPr>
          </a:lstStyle>
          <a:p>
            <a:pPr lvl="0"/>
            <a:r>
              <a:rPr lang="en-US"/>
              <a:t>Item #2</a:t>
            </a:r>
          </a:p>
        </p:txBody>
      </p:sp>
      <p:sp>
        <p:nvSpPr>
          <p:cNvPr id="42" name="Text Placeholder 39">
            <a:extLst>
              <a:ext uri="{FF2B5EF4-FFF2-40B4-BE49-F238E27FC236}">
                <a16:creationId xmlns:a16="http://schemas.microsoft.com/office/drawing/2014/main" id="{EA450B56-B4A2-4647-EDB3-FB18DE176550}"/>
              </a:ext>
            </a:extLst>
          </p:cNvPr>
          <p:cNvSpPr>
            <a:spLocks noGrp="1"/>
          </p:cNvSpPr>
          <p:nvPr>
            <p:ph type="body" sz="quarter" idx="12" hasCustomPrompt="1"/>
          </p:nvPr>
        </p:nvSpPr>
        <p:spPr>
          <a:xfrm>
            <a:off x="8307063" y="3140106"/>
            <a:ext cx="2938462" cy="1258888"/>
          </a:xfrm>
        </p:spPr>
        <p:txBody>
          <a:bodyPr anchor="ctr"/>
          <a:lstStyle>
            <a:lvl1pPr algn="ctr">
              <a:defRPr b="1" spc="0">
                <a:solidFill>
                  <a:schemeClr val="bg2"/>
                </a:solidFill>
              </a:defRPr>
            </a:lvl1pPr>
          </a:lstStyle>
          <a:p>
            <a:pPr lvl="0"/>
            <a:r>
              <a:rPr lang="en-US"/>
              <a:t>Item #3</a:t>
            </a:r>
          </a:p>
        </p:txBody>
      </p:sp>
      <p:sp>
        <p:nvSpPr>
          <p:cNvPr id="43" name="Rectangle 42">
            <a:extLst>
              <a:ext uri="{FF2B5EF4-FFF2-40B4-BE49-F238E27FC236}">
                <a16:creationId xmlns:a16="http://schemas.microsoft.com/office/drawing/2014/main" id="{02C6ADBC-2E8D-07D8-3159-8ECE3721D429}"/>
              </a:ext>
            </a:extLst>
          </p:cNvPr>
          <p:cNvSpPr/>
          <p:nvPr userDrawn="1"/>
        </p:nvSpPr>
        <p:spPr>
          <a:xfrm>
            <a:off x="4267200" y="1710274"/>
            <a:ext cx="3657600" cy="27432"/>
          </a:xfrm>
          <a:prstGeom prst="rect">
            <a:avLst/>
          </a:prstGeom>
          <a:gradFill>
            <a:gsLst>
              <a:gs pos="0">
                <a:srgbClr val="D8B769"/>
              </a:gs>
              <a:gs pos="100000">
                <a:srgbClr val="D8B769"/>
              </a:gs>
              <a:gs pos="50000">
                <a:srgbClr val="E9CE86"/>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ptos" panose="020B0004020202020204" pitchFamily="34" charset="0"/>
            </a:endParaRPr>
          </a:p>
        </p:txBody>
      </p:sp>
      <p:pic>
        <p:nvPicPr>
          <p:cNvPr id="5" name="Picture 4">
            <a:extLst>
              <a:ext uri="{FF2B5EF4-FFF2-40B4-BE49-F238E27FC236}">
                <a16:creationId xmlns:a16="http://schemas.microsoft.com/office/drawing/2014/main" id="{67E7E93B-59F5-1644-7EAA-08C8E2F12DE7}"/>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107522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Template">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85A9D1D-82D6-8F4C-A974-8B4446A8176A}"/>
              </a:ext>
            </a:extLst>
          </p:cNvPr>
          <p:cNvSpPr>
            <a:spLocks noGrp="1"/>
          </p:cNvSpPr>
          <p:nvPr>
            <p:ph type="body" idx="10" hasCustomPrompt="1"/>
          </p:nvPr>
        </p:nvSpPr>
        <p:spPr>
          <a:xfrm>
            <a:off x="4589099" y="5496323"/>
            <a:ext cx="3013797" cy="457200"/>
          </a:xfrm>
        </p:spPr>
        <p:txBody>
          <a:bodyPr anchor="ctr">
            <a:noAutofit/>
          </a:bodyPr>
          <a:lstStyle>
            <a:lvl1pPr algn="ctr">
              <a:defRPr sz="1600" b="1" i="0" spc="300" baseline="0">
                <a:latin typeface="Aptos" panose="020B0004020202020204" pitchFamily="34" charset="0"/>
              </a:defRPr>
            </a:lvl1pPr>
          </a:lstStyle>
          <a:p>
            <a:pPr lvl="0"/>
            <a:r>
              <a:rPr lang="en-US"/>
              <a:t>AUTHOR</a:t>
            </a:r>
          </a:p>
        </p:txBody>
      </p:sp>
      <p:pic>
        <p:nvPicPr>
          <p:cNvPr id="4" name="Graphic 3" descr="Open quotation mark with solid fill">
            <a:extLst>
              <a:ext uri="{FF2B5EF4-FFF2-40B4-BE49-F238E27FC236}">
                <a16:creationId xmlns:a16="http://schemas.microsoft.com/office/drawing/2014/main" id="{B143AC2C-EA44-E948-D448-6C56A02AE71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638798" y="1338817"/>
            <a:ext cx="914400" cy="914400"/>
          </a:xfrm>
          <a:prstGeom prst="rect">
            <a:avLst/>
          </a:prstGeom>
        </p:spPr>
      </p:pic>
      <p:sp>
        <p:nvSpPr>
          <p:cNvPr id="11" name="Text Placeholder 10">
            <a:extLst>
              <a:ext uri="{FF2B5EF4-FFF2-40B4-BE49-F238E27FC236}">
                <a16:creationId xmlns:a16="http://schemas.microsoft.com/office/drawing/2014/main" id="{CE3FF472-01D7-B731-0719-F433878A8F36}"/>
              </a:ext>
            </a:extLst>
          </p:cNvPr>
          <p:cNvSpPr>
            <a:spLocks noGrp="1"/>
          </p:cNvSpPr>
          <p:nvPr>
            <p:ph type="body" sz="quarter" idx="11" hasCustomPrompt="1"/>
          </p:nvPr>
        </p:nvSpPr>
        <p:spPr>
          <a:xfrm>
            <a:off x="2391814" y="2257672"/>
            <a:ext cx="7408369" cy="2346735"/>
          </a:xfrm>
        </p:spPr>
        <p:txBody>
          <a:bodyPr>
            <a:normAutofit/>
          </a:bodyPr>
          <a:lstStyle>
            <a:lvl1pPr>
              <a:lnSpc>
                <a:spcPct val="120000"/>
              </a:lnSpc>
              <a:defRPr sz="2500" b="0" i="0" spc="0">
                <a:solidFill>
                  <a:srgbClr val="777777"/>
                </a:solidFill>
                <a:latin typeface="Aptos" panose="020B0004020202020204" pitchFamily="34" charset="0"/>
              </a:defRPr>
            </a:lvl1pPr>
          </a:lstStyle>
          <a:p>
            <a:pPr lvl="0"/>
            <a:r>
              <a:rPr lang="en-US"/>
              <a:t>Insert Quote</a:t>
            </a:r>
          </a:p>
        </p:txBody>
      </p:sp>
      <p:pic>
        <p:nvPicPr>
          <p:cNvPr id="15" name="Graphic 14" descr="Open quotation mark with solid fill">
            <a:extLst>
              <a:ext uri="{FF2B5EF4-FFF2-40B4-BE49-F238E27FC236}">
                <a16:creationId xmlns:a16="http://schemas.microsoft.com/office/drawing/2014/main" id="{C8B2746E-92E5-CF6D-8410-010D889AA4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flipH="1" flipV="1">
            <a:off x="5638800" y="4593353"/>
            <a:ext cx="914400" cy="914400"/>
          </a:xfrm>
          <a:prstGeom prst="rect">
            <a:avLst/>
          </a:prstGeom>
        </p:spPr>
      </p:pic>
      <p:pic>
        <p:nvPicPr>
          <p:cNvPr id="9" name="Picture 8">
            <a:extLst>
              <a:ext uri="{FF2B5EF4-FFF2-40B4-BE49-F238E27FC236}">
                <a16:creationId xmlns:a16="http://schemas.microsoft.com/office/drawing/2014/main" id="{AF8A085E-20BE-CA25-6AED-C8A77042154B}"/>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
        <p:nvSpPr>
          <p:cNvPr id="12" name="Rectangle 11">
            <a:extLst>
              <a:ext uri="{FF2B5EF4-FFF2-40B4-BE49-F238E27FC236}">
                <a16:creationId xmlns:a16="http://schemas.microsoft.com/office/drawing/2014/main" id="{EF5625CF-48DA-C45C-1C8B-207E300BFBAC}"/>
              </a:ext>
            </a:extLst>
          </p:cNvPr>
          <p:cNvSpPr/>
          <p:nvPr userDrawn="1"/>
        </p:nvSpPr>
        <p:spPr>
          <a:xfrm>
            <a:off x="2391814" y="1796017"/>
            <a:ext cx="3200400" cy="22860"/>
          </a:xfrm>
          <a:prstGeom prst="rect">
            <a:avLst/>
          </a:prstGeom>
          <a:gradFill>
            <a:gsLst>
              <a:gs pos="100000">
                <a:schemeClr val="tx1">
                  <a:lumMod val="75000"/>
                </a:schemeClr>
              </a:gs>
              <a:gs pos="0">
                <a:schemeClr val="tx1">
                  <a:lumMod val="75000"/>
                </a:schemeClr>
              </a:gs>
              <a:gs pos="50000">
                <a:srgbClr val="D8B769"/>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17" name="Rectangle 16">
            <a:extLst>
              <a:ext uri="{FF2B5EF4-FFF2-40B4-BE49-F238E27FC236}">
                <a16:creationId xmlns:a16="http://schemas.microsoft.com/office/drawing/2014/main" id="{DD44A9E5-60A6-6E7B-9F49-546F90214A02}"/>
              </a:ext>
            </a:extLst>
          </p:cNvPr>
          <p:cNvSpPr/>
          <p:nvPr userDrawn="1"/>
        </p:nvSpPr>
        <p:spPr>
          <a:xfrm>
            <a:off x="6573954" y="1796017"/>
            <a:ext cx="3200400" cy="22860"/>
          </a:xfrm>
          <a:prstGeom prst="rect">
            <a:avLst/>
          </a:prstGeom>
          <a:gradFill>
            <a:gsLst>
              <a:gs pos="100000">
                <a:schemeClr val="tx1">
                  <a:lumMod val="75000"/>
                </a:schemeClr>
              </a:gs>
              <a:gs pos="0">
                <a:schemeClr val="tx1">
                  <a:lumMod val="75000"/>
                </a:schemeClr>
              </a:gs>
              <a:gs pos="50000">
                <a:srgbClr val="D8B769"/>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18" name="Rectangle 17">
            <a:extLst>
              <a:ext uri="{FF2B5EF4-FFF2-40B4-BE49-F238E27FC236}">
                <a16:creationId xmlns:a16="http://schemas.microsoft.com/office/drawing/2014/main" id="{66280F03-66BC-D726-1190-64805E6E4FBC}"/>
              </a:ext>
            </a:extLst>
          </p:cNvPr>
          <p:cNvSpPr/>
          <p:nvPr userDrawn="1"/>
        </p:nvSpPr>
        <p:spPr>
          <a:xfrm>
            <a:off x="2391814" y="5035403"/>
            <a:ext cx="3200400" cy="22860"/>
          </a:xfrm>
          <a:prstGeom prst="rect">
            <a:avLst/>
          </a:prstGeom>
          <a:gradFill>
            <a:gsLst>
              <a:gs pos="100000">
                <a:schemeClr val="tx1">
                  <a:lumMod val="75000"/>
                </a:schemeClr>
              </a:gs>
              <a:gs pos="0">
                <a:schemeClr val="tx1">
                  <a:lumMod val="75000"/>
                </a:schemeClr>
              </a:gs>
              <a:gs pos="50000">
                <a:srgbClr val="D8B769"/>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19" name="Rectangle 18">
            <a:extLst>
              <a:ext uri="{FF2B5EF4-FFF2-40B4-BE49-F238E27FC236}">
                <a16:creationId xmlns:a16="http://schemas.microsoft.com/office/drawing/2014/main" id="{576E3FAD-E31E-75A9-3F33-F24E41E9061D}"/>
              </a:ext>
            </a:extLst>
          </p:cNvPr>
          <p:cNvSpPr/>
          <p:nvPr userDrawn="1"/>
        </p:nvSpPr>
        <p:spPr>
          <a:xfrm>
            <a:off x="6573954" y="5035403"/>
            <a:ext cx="3200400" cy="22860"/>
          </a:xfrm>
          <a:prstGeom prst="rect">
            <a:avLst/>
          </a:prstGeom>
          <a:gradFill>
            <a:gsLst>
              <a:gs pos="100000">
                <a:schemeClr val="tx1">
                  <a:lumMod val="75000"/>
                </a:schemeClr>
              </a:gs>
              <a:gs pos="0">
                <a:schemeClr val="tx1">
                  <a:lumMod val="75000"/>
                </a:schemeClr>
              </a:gs>
              <a:gs pos="50000">
                <a:srgbClr val="D8B769"/>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
        <p:nvSpPr>
          <p:cNvPr id="2" name="Rectangle 1">
            <a:extLst>
              <a:ext uri="{FF2B5EF4-FFF2-40B4-BE49-F238E27FC236}">
                <a16:creationId xmlns:a16="http://schemas.microsoft.com/office/drawing/2014/main" id="{916F3F53-A0E4-2E7C-3A66-49492182EE16}"/>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Tree>
    <p:extLst>
      <p:ext uri="{BB962C8B-B14F-4D97-AF65-F5344CB8AC3E}">
        <p14:creationId xmlns:p14="http://schemas.microsoft.com/office/powerpoint/2010/main" val="166003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Photo Templat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391F008-369D-B8F2-262C-7F7AFA49F051}"/>
              </a:ext>
            </a:extLst>
          </p:cNvPr>
          <p:cNvSpPr>
            <a:spLocks noGrp="1"/>
          </p:cNvSpPr>
          <p:nvPr>
            <p:ph type="pic" sz="quarter" idx="10"/>
          </p:nvPr>
        </p:nvSpPr>
        <p:spPr>
          <a:xfrm>
            <a:off x="300040" y="300039"/>
            <a:ext cx="7531097" cy="6251574"/>
          </a:xfrm>
        </p:spPr>
        <p:txBody>
          <a:bodyPr/>
          <a:lstStyle/>
          <a:p>
            <a:endParaRPr lang="en-US" dirty="0"/>
          </a:p>
        </p:txBody>
      </p:sp>
      <p:sp>
        <p:nvSpPr>
          <p:cNvPr id="6" name="Picture Placeholder 5">
            <a:extLst>
              <a:ext uri="{FF2B5EF4-FFF2-40B4-BE49-F238E27FC236}">
                <a16:creationId xmlns:a16="http://schemas.microsoft.com/office/drawing/2014/main" id="{0617E13A-CC80-8093-541B-8B3961A93BE4}"/>
              </a:ext>
            </a:extLst>
          </p:cNvPr>
          <p:cNvSpPr>
            <a:spLocks noGrp="1" noChangeAspect="1"/>
          </p:cNvSpPr>
          <p:nvPr>
            <p:ph type="pic" sz="quarter" idx="11"/>
          </p:nvPr>
        </p:nvSpPr>
        <p:spPr>
          <a:xfrm>
            <a:off x="8005760" y="300038"/>
            <a:ext cx="3886199" cy="3886200"/>
          </a:xfrm>
        </p:spPr>
        <p:txBody>
          <a:bodyPr/>
          <a:lstStyle/>
          <a:p>
            <a:endParaRPr lang="en-US" dirty="0"/>
          </a:p>
        </p:txBody>
      </p:sp>
      <p:sp>
        <p:nvSpPr>
          <p:cNvPr id="9" name="Picture Placeholder 8">
            <a:extLst>
              <a:ext uri="{FF2B5EF4-FFF2-40B4-BE49-F238E27FC236}">
                <a16:creationId xmlns:a16="http://schemas.microsoft.com/office/drawing/2014/main" id="{104A2F93-E4A1-F615-EBAC-A687ED1B981C}"/>
              </a:ext>
            </a:extLst>
          </p:cNvPr>
          <p:cNvSpPr>
            <a:spLocks noGrp="1" noChangeAspect="1"/>
          </p:cNvSpPr>
          <p:nvPr>
            <p:ph type="pic" sz="quarter" idx="12"/>
          </p:nvPr>
        </p:nvSpPr>
        <p:spPr>
          <a:xfrm>
            <a:off x="8005760" y="4365624"/>
            <a:ext cx="3886200" cy="2185988"/>
          </a:xfrm>
        </p:spPr>
        <p:txBody>
          <a:bodyPr/>
          <a:lstStyle/>
          <a:p>
            <a:endParaRPr lang="en-US" dirty="0"/>
          </a:p>
        </p:txBody>
      </p:sp>
    </p:spTree>
    <p:extLst>
      <p:ext uri="{BB962C8B-B14F-4D97-AF65-F5344CB8AC3E}">
        <p14:creationId xmlns:p14="http://schemas.microsoft.com/office/powerpoint/2010/main" val="2093329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Photo Template">
    <p:spTree>
      <p:nvGrpSpPr>
        <p:cNvPr id="1" name=""/>
        <p:cNvGrpSpPr/>
        <p:nvPr/>
      </p:nvGrpSpPr>
      <p:grpSpPr>
        <a:xfrm>
          <a:off x="0" y="0"/>
          <a:ext cx="0" cy="0"/>
          <a:chOff x="0" y="0"/>
          <a:chExt cx="0" cy="0"/>
        </a:xfrm>
      </p:grpSpPr>
      <p:sp>
        <p:nvSpPr>
          <p:cNvPr id="2" name="Picture Placeholder 2">
            <a:extLst>
              <a:ext uri="{FF2B5EF4-FFF2-40B4-BE49-F238E27FC236}">
                <a16:creationId xmlns:a16="http://schemas.microsoft.com/office/drawing/2014/main" id="{993563AE-2BC0-88BF-97C1-675AB67BD09C}"/>
              </a:ext>
            </a:extLst>
          </p:cNvPr>
          <p:cNvSpPr>
            <a:spLocks noGrp="1"/>
          </p:cNvSpPr>
          <p:nvPr>
            <p:ph type="pic" sz="quarter" idx="10"/>
          </p:nvPr>
        </p:nvSpPr>
        <p:spPr>
          <a:xfrm>
            <a:off x="300040" y="300039"/>
            <a:ext cx="11591919" cy="6251574"/>
          </a:xfrm>
        </p:spPr>
        <p:txBody>
          <a:bodyPr/>
          <a:lstStyle/>
          <a:p>
            <a:endParaRPr lang="en-US" dirty="0"/>
          </a:p>
        </p:txBody>
      </p:sp>
    </p:spTree>
    <p:extLst>
      <p:ext uri="{BB962C8B-B14F-4D97-AF65-F5344CB8AC3E}">
        <p14:creationId xmlns:p14="http://schemas.microsoft.com/office/powerpoint/2010/main" val="2221084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Templa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762B4C3-34FD-29A7-B27F-DE4F751FD565}"/>
              </a:ext>
            </a:extLst>
          </p:cNvPr>
          <p:cNvSpPr/>
          <p:nvPr userDrawn="1"/>
        </p:nvSpPr>
        <p:spPr>
          <a:xfrm>
            <a:off x="0" y="-1330"/>
            <a:ext cx="12199733" cy="116975"/>
          </a:xfrm>
          <a:prstGeom prst="rect">
            <a:avLst/>
          </a:prstGeom>
          <a:gradFill flip="none" rotWithShape="1">
            <a:gsLst>
              <a:gs pos="99000">
                <a:srgbClr val="D8B769"/>
              </a:gs>
              <a:gs pos="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pic>
        <p:nvPicPr>
          <p:cNvPr id="4" name="Picture 3">
            <a:extLst>
              <a:ext uri="{FF2B5EF4-FFF2-40B4-BE49-F238E27FC236}">
                <a16:creationId xmlns:a16="http://schemas.microsoft.com/office/drawing/2014/main" id="{2A16164A-4540-211B-51C9-3F5DC9AF3A85}"/>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300185436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lank Template (No V)">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762B4C3-34FD-29A7-B27F-DE4F751FD565}"/>
              </a:ext>
            </a:extLst>
          </p:cNvPr>
          <p:cNvSpPr/>
          <p:nvPr userDrawn="1"/>
        </p:nvSpPr>
        <p:spPr>
          <a:xfrm>
            <a:off x="0" y="-1330"/>
            <a:ext cx="12199733" cy="116975"/>
          </a:xfrm>
          <a:prstGeom prst="rect">
            <a:avLst/>
          </a:prstGeom>
          <a:gradFill flip="none" rotWithShape="1">
            <a:gsLst>
              <a:gs pos="99000">
                <a:srgbClr val="D8B769"/>
              </a:gs>
              <a:gs pos="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pic>
        <p:nvPicPr>
          <p:cNvPr id="4" name="Picture 3">
            <a:extLst>
              <a:ext uri="{FF2B5EF4-FFF2-40B4-BE49-F238E27FC236}">
                <a16:creationId xmlns:a16="http://schemas.microsoft.com/office/drawing/2014/main" id="{2A16164A-4540-211B-51C9-3F5DC9AF3A85}"/>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Tree>
    <p:extLst>
      <p:ext uri="{BB962C8B-B14F-4D97-AF65-F5344CB8AC3E}">
        <p14:creationId xmlns:p14="http://schemas.microsoft.com/office/powerpoint/2010/main" val="40895726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Rectangle 6"/>
          <p:cNvSpPr>
            <a:spLocks noGrp="1" noChangeArrowheads="1"/>
          </p:cNvSpPr>
          <p:nvPr>
            <p:ph type="sldNum" sz="quarter" idx="11"/>
          </p:nvPr>
        </p:nvSpPr>
        <p:spPr>
          <a:xfrm>
            <a:off x="9347200" y="6610350"/>
            <a:ext cx="2844800" cy="247650"/>
          </a:xfrm>
        </p:spPr>
        <p:txBody>
          <a:bodyPr/>
          <a:lstStyle>
            <a:lvl1pPr>
              <a:defRPr/>
            </a:lvl1pPr>
          </a:lstStyle>
          <a:p>
            <a:pPr>
              <a:defRPr/>
            </a:pPr>
            <a:fld id="{FBE49E11-5DFB-40DC-8E87-1EA5F9692FB9}" type="slidenum">
              <a:rPr lang="en-US" smtClean="0"/>
              <a:pPr>
                <a:defRPr/>
              </a:pPr>
              <a:t>‹#›</a:t>
            </a:fld>
            <a:endParaRPr lang="en-US" dirty="0"/>
          </a:p>
        </p:txBody>
      </p:sp>
    </p:spTree>
    <p:extLst>
      <p:ext uri="{BB962C8B-B14F-4D97-AF65-F5344CB8AC3E}">
        <p14:creationId xmlns:p14="http://schemas.microsoft.com/office/powerpoint/2010/main" val="13726497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Content Slide Light 2">
    <p:bg bwMode="auto">
      <p:bgRef idx="1001">
        <a:schemeClr val="bg1"/>
      </p:bgRef>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593012" y="1407191"/>
            <a:ext cx="9852104" cy="3181151"/>
          </a:xfrm>
        </p:spPr>
        <p:txBody>
          <a:bodyPr>
            <a:normAutofit/>
          </a:bodyPr>
          <a:lstStyle>
            <a:lvl1pPr marL="0" marR="0" indent="0" algn="l" defTabSz="457200" rtl="0" eaLnBrk="1" fontAlgn="auto" latinLnBrk="0" hangingPunct="1">
              <a:lnSpc>
                <a:spcPct val="150000"/>
              </a:lnSpc>
              <a:spcBef>
                <a:spcPts val="0"/>
              </a:spcBef>
              <a:spcAft>
                <a:spcPts val="0"/>
              </a:spcAft>
              <a:buClr>
                <a:srgbClr val="D2B16D"/>
              </a:buClr>
              <a:buSzPct val="70000"/>
              <a:buFont typeface="Arial" panose="020B0604020202020204" pitchFamily="34" charset="0"/>
              <a:buNone/>
              <a:tabLst/>
              <a:defRPr lang="en-US" sz="2000" kern="1200" dirty="0">
                <a:solidFill>
                  <a:schemeClr val="tx1"/>
                </a:solidFill>
                <a:latin typeface="Arial" panose="020B0604020202020204" pitchFamily="34" charset="0"/>
                <a:ea typeface="+mn-ea"/>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p:txBody>
      </p:sp>
      <p:sp>
        <p:nvSpPr>
          <p:cNvPr id="14" name="Text Placeholder 3">
            <a:extLst>
              <a:ext uri="{FF2B5EF4-FFF2-40B4-BE49-F238E27FC236}">
                <a16:creationId xmlns:a16="http://schemas.microsoft.com/office/drawing/2014/main" id="{586D736A-D0E9-D04E-BD47-9408BA105104}"/>
              </a:ext>
            </a:extLst>
          </p:cNvPr>
          <p:cNvSpPr>
            <a:spLocks noGrp="1"/>
          </p:cNvSpPr>
          <p:nvPr>
            <p:ph type="body" sz="half" idx="15" hasCustomPrompt="1"/>
          </p:nvPr>
        </p:nvSpPr>
        <p:spPr>
          <a:xfrm>
            <a:off x="633129" y="396775"/>
            <a:ext cx="5619899" cy="581486"/>
          </a:xfrm>
        </p:spPr>
        <p:txBody>
          <a:bodyPr anchor="ctr" anchorCtr="0">
            <a:no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000" b="1" kern="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Subsection</a:t>
            </a:r>
          </a:p>
        </p:txBody>
      </p:sp>
      <p:cxnSp>
        <p:nvCxnSpPr>
          <p:cNvPr id="6" name="Straight Connector 5">
            <a:extLst>
              <a:ext uri="{FF2B5EF4-FFF2-40B4-BE49-F238E27FC236}">
                <a16:creationId xmlns:a16="http://schemas.microsoft.com/office/drawing/2014/main" id="{D747BDC1-B554-4EAF-BC9F-C063841E3A4B}"/>
              </a:ext>
            </a:extLst>
          </p:cNvPr>
          <p:cNvCxnSpPr>
            <a:cxnSpLocks/>
          </p:cNvCxnSpPr>
          <p:nvPr/>
        </p:nvCxnSpPr>
        <p:spPr>
          <a:xfrm>
            <a:off x="439007" y="1017632"/>
            <a:ext cx="10602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4D1B70E9-04A6-F274-F096-B83A75691957}"/>
              </a:ext>
            </a:extLst>
          </p:cNvPr>
          <p:cNvCxnSpPr>
            <a:cxnSpLocks/>
          </p:cNvCxnSpPr>
          <p:nvPr userDrawn="1"/>
        </p:nvCxnSpPr>
        <p:spPr>
          <a:xfrm>
            <a:off x="439007" y="1017632"/>
            <a:ext cx="10602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3687336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011648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aster Slide - Openin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4F91959B-E8EA-AD46-9BF5-29A582D21F6D}"/>
              </a:ext>
            </a:extLst>
          </p:cNvPr>
          <p:cNvCxnSpPr>
            <a:cxnSpLocks/>
          </p:cNvCxnSpPr>
          <p:nvPr userDrawn="1"/>
        </p:nvCxnSpPr>
        <p:spPr>
          <a:xfrm flipV="1">
            <a:off x="1079066" y="1847088"/>
            <a:ext cx="0" cy="1901952"/>
          </a:xfrm>
          <a:prstGeom prst="line">
            <a:avLst/>
          </a:prstGeom>
          <a:ln w="1270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Title 7">
            <a:extLst>
              <a:ext uri="{FF2B5EF4-FFF2-40B4-BE49-F238E27FC236}">
                <a16:creationId xmlns:a16="http://schemas.microsoft.com/office/drawing/2014/main" id="{4B7C464F-9D30-8748-B556-63A8CCB8F321}"/>
              </a:ext>
            </a:extLst>
          </p:cNvPr>
          <p:cNvSpPr>
            <a:spLocks noGrp="1"/>
          </p:cNvSpPr>
          <p:nvPr>
            <p:ph type="title" hasCustomPrompt="1"/>
          </p:nvPr>
        </p:nvSpPr>
        <p:spPr>
          <a:xfrm>
            <a:off x="1372601" y="2423477"/>
            <a:ext cx="10515600" cy="1325563"/>
          </a:xfrm>
        </p:spPr>
        <p:txBody>
          <a:bodyPr>
            <a:noAutofit/>
          </a:bodyPr>
          <a:lstStyle>
            <a:lvl1pPr>
              <a:defRPr sz="6000" b="1" i="0">
                <a:solidFill>
                  <a:schemeClr val="bg1"/>
                </a:solidFill>
                <a:latin typeface="Montserrat" pitchFamily="2" charset="77"/>
              </a:defRPr>
            </a:lvl1pPr>
          </a:lstStyle>
          <a:p>
            <a:r>
              <a:rPr lang="en-US" dirty="0"/>
              <a:t>CLICK TO EDIT MASTER TITLE STYLE</a:t>
            </a:r>
          </a:p>
        </p:txBody>
      </p:sp>
      <p:sp>
        <p:nvSpPr>
          <p:cNvPr id="10" name="Text Placeholder 9">
            <a:extLst>
              <a:ext uri="{FF2B5EF4-FFF2-40B4-BE49-F238E27FC236}">
                <a16:creationId xmlns:a16="http://schemas.microsoft.com/office/drawing/2014/main" id="{D85A9D1D-82D6-8F4C-A974-8B4446A8176A}"/>
              </a:ext>
            </a:extLst>
          </p:cNvPr>
          <p:cNvSpPr>
            <a:spLocks noGrp="1"/>
          </p:cNvSpPr>
          <p:nvPr>
            <p:ph type="body" idx="10" hasCustomPrompt="1"/>
          </p:nvPr>
        </p:nvSpPr>
        <p:spPr>
          <a:xfrm>
            <a:off x="6840731" y="3969360"/>
            <a:ext cx="4083467" cy="457200"/>
          </a:xfrm>
        </p:spPr>
        <p:txBody>
          <a:bodyPr>
            <a:noAutofit/>
          </a:bodyPr>
          <a:lstStyle>
            <a:lvl1pPr>
              <a:defRPr sz="2000" b="1" spc="1100" baseline="0"/>
            </a:lvl1pPr>
          </a:lstStyle>
          <a:p>
            <a:pPr lvl="0"/>
            <a:r>
              <a:rPr lang="en-US" dirty="0"/>
              <a:t>CLICK TO EDIT MASTER TEXT STYLES</a:t>
            </a:r>
          </a:p>
        </p:txBody>
      </p:sp>
      <p:pic>
        <p:nvPicPr>
          <p:cNvPr id="5" name="Picture 4" descr="A black and white sign&#10;&#10;Description automatically generated with low confidence">
            <a:extLst>
              <a:ext uri="{FF2B5EF4-FFF2-40B4-BE49-F238E27FC236}">
                <a16:creationId xmlns:a16="http://schemas.microsoft.com/office/drawing/2014/main" id="{AC88B69B-9813-C74A-B34E-7B5768A0A1D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9742283" y="521572"/>
            <a:ext cx="1939479" cy="425714"/>
          </a:xfrm>
          <a:prstGeom prst="rect">
            <a:avLst/>
          </a:prstGeom>
        </p:spPr>
      </p:pic>
    </p:spTree>
    <p:extLst>
      <p:ext uri="{BB962C8B-B14F-4D97-AF65-F5344CB8AC3E}">
        <p14:creationId xmlns:p14="http://schemas.microsoft.com/office/powerpoint/2010/main" val="42810533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Section Brea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92DE48-9927-D54B-BDF4-D6BFA5C8F0BD}"/>
              </a:ext>
            </a:extLst>
          </p:cNvPr>
          <p:cNvSpPr/>
          <p:nvPr userDrawn="1"/>
        </p:nvSpPr>
        <p:spPr>
          <a:xfrm>
            <a:off x="781658" y="649224"/>
            <a:ext cx="10893804" cy="5559552"/>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endParaRPr>
          </a:p>
        </p:txBody>
      </p:sp>
      <p:sp>
        <p:nvSpPr>
          <p:cNvPr id="5" name="Rectangle 4">
            <a:extLst>
              <a:ext uri="{FF2B5EF4-FFF2-40B4-BE49-F238E27FC236}">
                <a16:creationId xmlns:a16="http://schemas.microsoft.com/office/drawing/2014/main" id="{A9665037-FF0C-644F-9A7A-B76CAFCE7671}"/>
              </a:ext>
            </a:extLst>
          </p:cNvPr>
          <p:cNvSpPr/>
          <p:nvPr userDrawn="1"/>
        </p:nvSpPr>
        <p:spPr>
          <a:xfrm>
            <a:off x="781658" y="649224"/>
            <a:ext cx="10893804" cy="5559552"/>
          </a:xfrm>
          <a:prstGeom prst="rect">
            <a:avLst/>
          </a:prstGeom>
          <a:solidFill>
            <a:srgbClr val="CFAE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endParaRPr>
          </a:p>
        </p:txBody>
      </p:sp>
      <p:cxnSp>
        <p:nvCxnSpPr>
          <p:cNvPr id="6" name="Straight Connector 5">
            <a:extLst>
              <a:ext uri="{FF2B5EF4-FFF2-40B4-BE49-F238E27FC236}">
                <a16:creationId xmlns:a16="http://schemas.microsoft.com/office/drawing/2014/main" id="{D97698B0-D63F-204D-83D3-7933E5149C6B}"/>
              </a:ext>
            </a:extLst>
          </p:cNvPr>
          <p:cNvCxnSpPr>
            <a:cxnSpLocks/>
          </p:cNvCxnSpPr>
          <p:nvPr userDrawn="1"/>
        </p:nvCxnSpPr>
        <p:spPr>
          <a:xfrm flipV="1">
            <a:off x="10847401" y="1371600"/>
            <a:ext cx="0" cy="3493711"/>
          </a:xfrm>
          <a:prstGeom prst="line">
            <a:avLst/>
          </a:prstGeom>
          <a:ln w="1270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itle 10">
            <a:extLst>
              <a:ext uri="{FF2B5EF4-FFF2-40B4-BE49-F238E27FC236}">
                <a16:creationId xmlns:a16="http://schemas.microsoft.com/office/drawing/2014/main" id="{5B5B3F3E-3700-6D49-A4FB-E95A5F41957F}"/>
              </a:ext>
            </a:extLst>
          </p:cNvPr>
          <p:cNvSpPr>
            <a:spLocks noGrp="1"/>
          </p:cNvSpPr>
          <p:nvPr>
            <p:ph type="title" hasCustomPrompt="1"/>
          </p:nvPr>
        </p:nvSpPr>
        <p:spPr>
          <a:xfrm>
            <a:off x="1344598" y="1409700"/>
            <a:ext cx="9335709" cy="807369"/>
          </a:xfrm>
        </p:spPr>
        <p:txBody>
          <a:bodyPr>
            <a:noAutofit/>
          </a:bodyPr>
          <a:lstStyle>
            <a:lvl1pPr algn="r">
              <a:defRPr sz="4400" b="1" i="0" spc="1100" baseline="0">
                <a:solidFill>
                  <a:schemeClr val="bg1"/>
                </a:solidFill>
                <a:latin typeface="Montserrat" pitchFamily="2" charset="77"/>
              </a:defRPr>
            </a:lvl1pPr>
          </a:lstStyle>
          <a:p>
            <a:r>
              <a:rPr lang="en-US" dirty="0"/>
              <a:t>CLICK TO EDIT MASTER TITLE STYLE</a:t>
            </a:r>
          </a:p>
        </p:txBody>
      </p:sp>
      <p:sp>
        <p:nvSpPr>
          <p:cNvPr id="13" name="Text Placeholder 12">
            <a:extLst>
              <a:ext uri="{FF2B5EF4-FFF2-40B4-BE49-F238E27FC236}">
                <a16:creationId xmlns:a16="http://schemas.microsoft.com/office/drawing/2014/main" id="{F4F88C81-81FE-D241-9B63-0C9B08725BD6}"/>
              </a:ext>
            </a:extLst>
          </p:cNvPr>
          <p:cNvSpPr>
            <a:spLocks noGrp="1"/>
          </p:cNvSpPr>
          <p:nvPr>
            <p:ph type="body" sz="quarter" idx="10"/>
          </p:nvPr>
        </p:nvSpPr>
        <p:spPr>
          <a:xfrm>
            <a:off x="1141889" y="4772901"/>
            <a:ext cx="4082526" cy="992188"/>
          </a:xfrm>
        </p:spPr>
        <p:txBody>
          <a:bodyPr/>
          <a:lstStyle>
            <a:lvl1pPr>
              <a:defRPr sz="1400" b="0" i="0" spc="150">
                <a:solidFill>
                  <a:schemeClr val="bg1"/>
                </a:solidFill>
                <a:latin typeface="Lato Light" panose="020F0502020204030203" pitchFamily="34" charset="0"/>
                <a:ea typeface="Lato Light" panose="020F0502020204030203" pitchFamily="34" charset="0"/>
                <a:cs typeface="Lato Light" panose="020F0502020204030203" pitchFamily="34" charset="0"/>
              </a:defRPr>
            </a:lvl1pPr>
            <a:lvl2pPr>
              <a:defRPr sz="1600">
                <a:solidFill>
                  <a:schemeClr val="bg1"/>
                </a:solidFill>
                <a:latin typeface="Lato" panose="020F0502020204030203" pitchFamily="34" charset="77"/>
              </a:defRPr>
            </a:lvl2pPr>
            <a:lvl3pPr>
              <a:defRPr sz="1600">
                <a:solidFill>
                  <a:schemeClr val="bg1"/>
                </a:solidFill>
                <a:latin typeface="Lato" panose="020F0502020204030203" pitchFamily="34" charset="77"/>
              </a:defRPr>
            </a:lvl3pPr>
            <a:lvl4pPr>
              <a:defRPr sz="1600">
                <a:solidFill>
                  <a:schemeClr val="bg1"/>
                </a:solidFill>
                <a:latin typeface="Lato" panose="020F0502020204030203" pitchFamily="34" charset="77"/>
              </a:defRPr>
            </a:lvl4pPr>
            <a:lvl5pPr>
              <a:defRPr sz="1600">
                <a:solidFill>
                  <a:schemeClr val="bg1"/>
                </a:solidFill>
                <a:latin typeface="Lato" panose="020F0502020204030203" pitchFamily="34" charset="77"/>
              </a:defRPr>
            </a:lvl5pPr>
          </a:lstStyle>
          <a:p>
            <a:pPr lvl="0"/>
            <a:r>
              <a:rPr lang="en-US" dirty="0"/>
              <a:t>Click to edit Master text styles</a:t>
            </a:r>
          </a:p>
        </p:txBody>
      </p:sp>
    </p:spTree>
    <p:extLst>
      <p:ext uri="{BB962C8B-B14F-4D97-AF65-F5344CB8AC3E}">
        <p14:creationId xmlns:p14="http://schemas.microsoft.com/office/powerpoint/2010/main" val="35757906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Section Brea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0C2CEC-E6D5-A34A-B826-E88CEDEF06C2}"/>
              </a:ext>
            </a:extLst>
          </p:cNvPr>
          <p:cNvSpPr/>
          <p:nvPr userDrawn="1"/>
        </p:nvSpPr>
        <p:spPr>
          <a:xfrm>
            <a:off x="781658" y="649224"/>
            <a:ext cx="10893804" cy="5559552"/>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endParaRPr>
          </a:p>
        </p:txBody>
      </p:sp>
      <p:cxnSp>
        <p:nvCxnSpPr>
          <p:cNvPr id="8" name="Straight Connector 7">
            <a:extLst>
              <a:ext uri="{FF2B5EF4-FFF2-40B4-BE49-F238E27FC236}">
                <a16:creationId xmlns:a16="http://schemas.microsoft.com/office/drawing/2014/main" id="{7B75CBA0-E4BE-4D44-83E1-ADEAA351202B}"/>
              </a:ext>
            </a:extLst>
          </p:cNvPr>
          <p:cNvCxnSpPr>
            <a:cxnSpLocks/>
          </p:cNvCxnSpPr>
          <p:nvPr userDrawn="1"/>
        </p:nvCxnSpPr>
        <p:spPr>
          <a:xfrm flipV="1">
            <a:off x="10784595" y="3685413"/>
            <a:ext cx="0" cy="1901952"/>
          </a:xfrm>
          <a:prstGeom prst="line">
            <a:avLst/>
          </a:prstGeom>
          <a:ln w="1270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A65BAC0-7E08-834C-A4D4-B997718FEE39}"/>
              </a:ext>
            </a:extLst>
          </p:cNvPr>
          <p:cNvSpPr>
            <a:spLocks noGrp="1"/>
          </p:cNvSpPr>
          <p:nvPr>
            <p:ph type="title" hasCustomPrompt="1"/>
          </p:nvPr>
        </p:nvSpPr>
        <p:spPr>
          <a:xfrm>
            <a:off x="1156005" y="4261802"/>
            <a:ext cx="9359595" cy="1325563"/>
          </a:xfrm>
        </p:spPr>
        <p:txBody>
          <a:bodyPr>
            <a:noAutofit/>
          </a:bodyPr>
          <a:lstStyle>
            <a:lvl1pPr algn="r">
              <a:defRPr sz="4400" b="1" i="0">
                <a:solidFill>
                  <a:schemeClr val="bg2"/>
                </a:solidFill>
                <a:latin typeface="Montserrat" pitchFamily="2" charset="77"/>
              </a:defRPr>
            </a:lvl1pPr>
          </a:lstStyle>
          <a:p>
            <a:r>
              <a:rPr lang="en-US" dirty="0"/>
              <a:t>CLICK TO EDIT MASTER TITLE STYLE</a:t>
            </a:r>
          </a:p>
        </p:txBody>
      </p:sp>
    </p:spTree>
    <p:extLst>
      <p:ext uri="{BB962C8B-B14F-4D97-AF65-F5344CB8AC3E}">
        <p14:creationId xmlns:p14="http://schemas.microsoft.com/office/powerpoint/2010/main" val="35003489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Section Brea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0C2CEC-E6D5-A34A-B826-E88CEDEF06C2}"/>
              </a:ext>
            </a:extLst>
          </p:cNvPr>
          <p:cNvSpPr/>
          <p:nvPr userDrawn="1"/>
        </p:nvSpPr>
        <p:spPr>
          <a:xfrm>
            <a:off x="781658" y="649224"/>
            <a:ext cx="10893804" cy="5559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endParaRPr>
          </a:p>
        </p:txBody>
      </p:sp>
      <p:cxnSp>
        <p:nvCxnSpPr>
          <p:cNvPr id="8" name="Straight Connector 7">
            <a:extLst>
              <a:ext uri="{FF2B5EF4-FFF2-40B4-BE49-F238E27FC236}">
                <a16:creationId xmlns:a16="http://schemas.microsoft.com/office/drawing/2014/main" id="{7B75CBA0-E4BE-4D44-83E1-ADEAA351202B}"/>
              </a:ext>
            </a:extLst>
          </p:cNvPr>
          <p:cNvCxnSpPr>
            <a:cxnSpLocks/>
          </p:cNvCxnSpPr>
          <p:nvPr userDrawn="1"/>
        </p:nvCxnSpPr>
        <p:spPr>
          <a:xfrm flipV="1">
            <a:off x="10784595" y="3685413"/>
            <a:ext cx="0" cy="1901952"/>
          </a:xfrm>
          <a:prstGeom prst="line">
            <a:avLst/>
          </a:prstGeom>
          <a:ln w="127000">
            <a:solidFill>
              <a:schemeClr val="bg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A65BAC0-7E08-834C-A4D4-B997718FEE39}"/>
              </a:ext>
            </a:extLst>
          </p:cNvPr>
          <p:cNvSpPr>
            <a:spLocks noGrp="1"/>
          </p:cNvSpPr>
          <p:nvPr>
            <p:ph type="title" hasCustomPrompt="1"/>
          </p:nvPr>
        </p:nvSpPr>
        <p:spPr>
          <a:xfrm>
            <a:off x="1092489" y="4261802"/>
            <a:ext cx="9423111" cy="1325563"/>
          </a:xfrm>
        </p:spPr>
        <p:txBody>
          <a:bodyPr>
            <a:noAutofit/>
          </a:bodyPr>
          <a:lstStyle>
            <a:lvl1pPr algn="r">
              <a:defRPr sz="4400" b="1" i="0">
                <a:solidFill>
                  <a:schemeClr val="tx1"/>
                </a:solidFill>
                <a:latin typeface="Montserrat" pitchFamily="2" charset="77"/>
              </a:defRPr>
            </a:lvl1pPr>
          </a:lstStyle>
          <a:p>
            <a:r>
              <a:rPr lang="en-US" dirty="0"/>
              <a:t>CLICK TO EDIT MASTER TITLE STYLE</a:t>
            </a:r>
          </a:p>
        </p:txBody>
      </p:sp>
    </p:spTree>
    <p:extLst>
      <p:ext uri="{BB962C8B-B14F-4D97-AF65-F5344CB8AC3E}">
        <p14:creationId xmlns:p14="http://schemas.microsoft.com/office/powerpoint/2010/main" val="19842243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Section Break">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B75CBA0-E4BE-4D44-83E1-ADEAA351202B}"/>
              </a:ext>
            </a:extLst>
          </p:cNvPr>
          <p:cNvCxnSpPr>
            <a:cxnSpLocks/>
          </p:cNvCxnSpPr>
          <p:nvPr userDrawn="1"/>
        </p:nvCxnSpPr>
        <p:spPr>
          <a:xfrm flipV="1">
            <a:off x="10784595" y="3685413"/>
            <a:ext cx="0" cy="1901952"/>
          </a:xfrm>
          <a:prstGeom prst="line">
            <a:avLst/>
          </a:prstGeom>
          <a:ln w="12700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A65BAC0-7E08-834C-A4D4-B997718FEE39}"/>
              </a:ext>
            </a:extLst>
          </p:cNvPr>
          <p:cNvSpPr>
            <a:spLocks noGrp="1"/>
          </p:cNvSpPr>
          <p:nvPr>
            <p:ph type="title" hasCustomPrompt="1"/>
          </p:nvPr>
        </p:nvSpPr>
        <p:spPr>
          <a:xfrm>
            <a:off x="1308442" y="4261802"/>
            <a:ext cx="9207158" cy="1325563"/>
          </a:xfrm>
        </p:spPr>
        <p:txBody>
          <a:bodyPr>
            <a:noAutofit/>
          </a:bodyPr>
          <a:lstStyle>
            <a:lvl1pPr algn="r">
              <a:defRPr sz="4400" b="1" i="0">
                <a:latin typeface="Montserrat" pitchFamily="2" charset="77"/>
              </a:defRPr>
            </a:lvl1pPr>
          </a:lstStyle>
          <a:p>
            <a:r>
              <a:rPr lang="en-US" dirty="0"/>
              <a:t>CLICK TO EDIT MASTER TITLE STYLE</a:t>
            </a:r>
          </a:p>
        </p:txBody>
      </p:sp>
    </p:spTree>
    <p:extLst>
      <p:ext uri="{BB962C8B-B14F-4D97-AF65-F5344CB8AC3E}">
        <p14:creationId xmlns:p14="http://schemas.microsoft.com/office/powerpoint/2010/main" val="185926418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4_Title and Content - Lato Re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869B4-132E-4546-AC77-E3DFE43EB733}"/>
              </a:ext>
            </a:extLst>
          </p:cNvPr>
          <p:cNvSpPr>
            <a:spLocks noGrp="1"/>
          </p:cNvSpPr>
          <p:nvPr>
            <p:ph type="title" hasCustomPrompt="1"/>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F4780CF-5ABF-4FD5-8CDD-5177E05338BF}"/>
              </a:ext>
            </a:extLst>
          </p:cNvPr>
          <p:cNvSpPr>
            <a:spLocks noGrp="1"/>
          </p:cNvSpPr>
          <p:nvPr>
            <p:ph idx="1"/>
          </p:nvPr>
        </p:nvSpPr>
        <p:spPr/>
        <p:txBody>
          <a:bodyPr/>
          <a:lstStyle>
            <a:lvl1pPr>
              <a:defRPr b="0" i="0" spc="150">
                <a:latin typeface="+mn-lt"/>
                <a:ea typeface="Lato Light" panose="020F0502020204030203" pitchFamily="34" charset="0"/>
                <a:cs typeface="Lato Light" panose="020F0502020204030203" pitchFamily="34" charset="0"/>
              </a:defRPr>
            </a:lvl1pPr>
            <a:lvl2pPr>
              <a:defRPr b="0" i="0" spc="150">
                <a:latin typeface="Lato" panose="020F0502020204030203" pitchFamily="34" charset="77"/>
                <a:ea typeface="Lato Light" panose="020F0502020204030203" pitchFamily="34" charset="0"/>
                <a:cs typeface="Lato Light" panose="020F0502020204030203" pitchFamily="34" charset="0"/>
              </a:defRPr>
            </a:lvl2pPr>
            <a:lvl3pPr>
              <a:defRPr b="0" i="0" spc="150">
                <a:latin typeface="Lato" panose="020F0502020204030203" pitchFamily="34" charset="77"/>
                <a:ea typeface="Lato Light" panose="020F0502020204030203" pitchFamily="34" charset="0"/>
                <a:cs typeface="Lato Light" panose="020F0502020204030203" pitchFamily="34" charset="0"/>
              </a:defRPr>
            </a:lvl3pPr>
            <a:lvl4pPr>
              <a:defRPr b="0" i="0" spc="150">
                <a:latin typeface="Lato" panose="020F0502020204030203" pitchFamily="34" charset="77"/>
                <a:ea typeface="Lato Light" panose="020F0502020204030203" pitchFamily="34" charset="0"/>
                <a:cs typeface="Lato Light" panose="020F0502020204030203" pitchFamily="34" charset="0"/>
              </a:defRPr>
            </a:lvl4pPr>
            <a:lvl5pPr>
              <a:defRPr b="0" i="0" spc="150">
                <a:latin typeface="Lato" panose="020F0502020204030203" pitchFamily="34" charset="77"/>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B39FF704-096F-E642-B4C4-B95454FAFA25}"/>
              </a:ext>
            </a:extLst>
          </p:cNvPr>
          <p:cNvSpPr/>
          <p:nvPr userDrawn="1"/>
        </p:nvSpPr>
        <p:spPr>
          <a:xfrm>
            <a:off x="999298" y="0"/>
            <a:ext cx="10193402" cy="300790"/>
          </a:xfrm>
          <a:prstGeom prst="rect">
            <a:avLst/>
          </a:prstGeom>
          <a:solidFill>
            <a:srgbClr val="CFAE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266150955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1_Title and Content - Lato Re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869B4-132E-4546-AC77-E3DFE43EB733}"/>
              </a:ext>
            </a:extLst>
          </p:cNvPr>
          <p:cNvSpPr>
            <a:spLocks noGrp="1"/>
          </p:cNvSpPr>
          <p:nvPr>
            <p:ph type="title" hasCustomPrompt="1"/>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F4780CF-5ABF-4FD5-8CDD-5177E05338BF}"/>
              </a:ext>
            </a:extLst>
          </p:cNvPr>
          <p:cNvSpPr>
            <a:spLocks noGrp="1"/>
          </p:cNvSpPr>
          <p:nvPr>
            <p:ph idx="1"/>
          </p:nvPr>
        </p:nvSpPr>
        <p:spPr/>
        <p:txBody>
          <a:bodyPr/>
          <a:lstStyle>
            <a:lvl1pPr>
              <a:defRPr b="0" i="0" spc="150">
                <a:latin typeface="Lato" panose="020F0502020204030203" pitchFamily="34" charset="77"/>
                <a:ea typeface="Lato Light" panose="020F0502020204030203" pitchFamily="34" charset="0"/>
                <a:cs typeface="Lato Light" panose="020F0502020204030203" pitchFamily="34" charset="0"/>
              </a:defRPr>
            </a:lvl1pPr>
            <a:lvl2pPr>
              <a:defRPr b="0" i="0" spc="150">
                <a:latin typeface="Lato" panose="020F0502020204030203" pitchFamily="34" charset="77"/>
                <a:ea typeface="Lato Light" panose="020F0502020204030203" pitchFamily="34" charset="0"/>
                <a:cs typeface="Lato Light" panose="020F0502020204030203" pitchFamily="34" charset="0"/>
              </a:defRPr>
            </a:lvl2pPr>
            <a:lvl3pPr>
              <a:defRPr b="0" i="0" spc="150">
                <a:latin typeface="Lato" panose="020F0502020204030203" pitchFamily="34" charset="77"/>
                <a:ea typeface="Lato Light" panose="020F0502020204030203" pitchFamily="34" charset="0"/>
                <a:cs typeface="Lato Light" panose="020F0502020204030203" pitchFamily="34" charset="0"/>
              </a:defRPr>
            </a:lvl3pPr>
            <a:lvl4pPr>
              <a:defRPr b="0" i="0" spc="150">
                <a:latin typeface="Lato" panose="020F0502020204030203" pitchFamily="34" charset="77"/>
                <a:ea typeface="Lato Light" panose="020F0502020204030203" pitchFamily="34" charset="0"/>
                <a:cs typeface="Lato Light" panose="020F0502020204030203" pitchFamily="34" charset="0"/>
              </a:defRPr>
            </a:lvl4pPr>
            <a:lvl5pPr>
              <a:defRPr b="0" i="0" spc="150">
                <a:latin typeface="Lato" panose="020F0502020204030203" pitchFamily="34" charset="77"/>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6067A0C4-CB87-6D49-B604-22B09CBD0A99}"/>
              </a:ext>
            </a:extLst>
          </p:cNvPr>
          <p:cNvSpPr/>
          <p:nvPr userDrawn="1"/>
        </p:nvSpPr>
        <p:spPr>
          <a:xfrm>
            <a:off x="0" y="0"/>
            <a:ext cx="127033" cy="2619375"/>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36267948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2_Title and Content - Lato Re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869B4-132E-4546-AC77-E3DFE43EB733}"/>
              </a:ext>
            </a:extLst>
          </p:cNvPr>
          <p:cNvSpPr>
            <a:spLocks noGrp="1"/>
          </p:cNvSpPr>
          <p:nvPr>
            <p:ph type="title" hasCustomPrompt="1"/>
          </p:nvPr>
        </p:nvSpPr>
        <p:spPr>
          <a:xfrm>
            <a:off x="552594" y="2766219"/>
            <a:ext cx="4763741" cy="1325563"/>
          </a:xfrm>
        </p:spPr>
        <p:txBody>
          <a:bodyPr>
            <a:noAutofit/>
          </a:bodyPr>
          <a:lstStyle>
            <a:lvl1pPr>
              <a:defRPr sz="3000"/>
            </a:lvl1pPr>
          </a:lstStyle>
          <a:p>
            <a:r>
              <a:rPr lang="en-US" dirty="0"/>
              <a:t>CLICK TO EDIT MASTER TITLE STYLE</a:t>
            </a:r>
          </a:p>
        </p:txBody>
      </p:sp>
      <p:sp>
        <p:nvSpPr>
          <p:cNvPr id="3" name="Content Placeholder 2">
            <a:extLst>
              <a:ext uri="{FF2B5EF4-FFF2-40B4-BE49-F238E27FC236}">
                <a16:creationId xmlns:a16="http://schemas.microsoft.com/office/drawing/2014/main" id="{EF4780CF-5ABF-4FD5-8CDD-5177E05338BF}"/>
              </a:ext>
            </a:extLst>
          </p:cNvPr>
          <p:cNvSpPr>
            <a:spLocks noGrp="1"/>
          </p:cNvSpPr>
          <p:nvPr>
            <p:ph idx="1"/>
          </p:nvPr>
        </p:nvSpPr>
        <p:spPr>
          <a:xfrm>
            <a:off x="6297448" y="2379663"/>
            <a:ext cx="5459464" cy="2098675"/>
          </a:xfrm>
        </p:spPr>
        <p:txBody>
          <a:bodyPr/>
          <a:lstStyle>
            <a:lvl1pPr>
              <a:lnSpc>
                <a:spcPct val="200000"/>
              </a:lnSpc>
              <a:defRPr b="0" i="0" spc="300">
                <a:latin typeface="Lato" panose="020F0502020204030203" pitchFamily="34" charset="77"/>
                <a:ea typeface="Lato Light" panose="020F0502020204030203" pitchFamily="34" charset="0"/>
                <a:cs typeface="Lato Light" panose="020F0502020204030203" pitchFamily="34" charset="0"/>
              </a:defRPr>
            </a:lvl1pPr>
            <a:lvl2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2pPr>
            <a:lvl3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3pPr>
            <a:lvl4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4pPr>
            <a:lvl5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5pPr>
          </a:lstStyle>
          <a:p>
            <a:pPr lvl="0"/>
            <a:r>
              <a:rPr lang="en-US" dirty="0"/>
              <a:t>Click to edit Master text styles</a:t>
            </a:r>
          </a:p>
        </p:txBody>
      </p:sp>
      <p:sp>
        <p:nvSpPr>
          <p:cNvPr id="7" name="Rectangle 6">
            <a:extLst>
              <a:ext uri="{FF2B5EF4-FFF2-40B4-BE49-F238E27FC236}">
                <a16:creationId xmlns:a16="http://schemas.microsoft.com/office/drawing/2014/main" id="{1172F72D-01AE-D342-82BB-8A6810FBB6EA}"/>
              </a:ext>
            </a:extLst>
          </p:cNvPr>
          <p:cNvSpPr/>
          <p:nvPr userDrawn="1"/>
        </p:nvSpPr>
        <p:spPr>
          <a:xfrm>
            <a:off x="12064966" y="0"/>
            <a:ext cx="209894" cy="2619375"/>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134363861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5_Title and Content - Lato Re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869B4-132E-4546-AC77-E3DFE43EB733}"/>
              </a:ext>
            </a:extLst>
          </p:cNvPr>
          <p:cNvSpPr>
            <a:spLocks noGrp="1"/>
          </p:cNvSpPr>
          <p:nvPr>
            <p:ph type="title" hasCustomPrompt="1"/>
          </p:nvPr>
        </p:nvSpPr>
        <p:spPr>
          <a:xfrm>
            <a:off x="552594" y="2766219"/>
            <a:ext cx="4763741" cy="1325563"/>
          </a:xfrm>
        </p:spPr>
        <p:txBody>
          <a:bodyPr>
            <a:noAutofit/>
          </a:bodyPr>
          <a:lstStyle>
            <a:lvl1pPr>
              <a:defRPr sz="3000"/>
            </a:lvl1pPr>
          </a:lstStyle>
          <a:p>
            <a:r>
              <a:rPr lang="en-US" dirty="0"/>
              <a:t>CLICK TO EDIT MASTER TITLE STYLE</a:t>
            </a:r>
          </a:p>
        </p:txBody>
      </p:sp>
      <p:sp>
        <p:nvSpPr>
          <p:cNvPr id="3" name="Content Placeholder 2">
            <a:extLst>
              <a:ext uri="{FF2B5EF4-FFF2-40B4-BE49-F238E27FC236}">
                <a16:creationId xmlns:a16="http://schemas.microsoft.com/office/drawing/2014/main" id="{EF4780CF-5ABF-4FD5-8CDD-5177E05338BF}"/>
              </a:ext>
            </a:extLst>
          </p:cNvPr>
          <p:cNvSpPr>
            <a:spLocks noGrp="1"/>
          </p:cNvSpPr>
          <p:nvPr>
            <p:ph idx="1"/>
          </p:nvPr>
        </p:nvSpPr>
        <p:spPr>
          <a:xfrm>
            <a:off x="6297448" y="2379663"/>
            <a:ext cx="5459464" cy="2098675"/>
          </a:xfrm>
        </p:spPr>
        <p:txBody>
          <a:bodyPr/>
          <a:lstStyle>
            <a:lvl1pPr>
              <a:lnSpc>
                <a:spcPct val="200000"/>
              </a:lnSpc>
              <a:defRPr b="0" i="0" spc="300">
                <a:latin typeface="Lato" panose="020F0502020204030203" pitchFamily="34" charset="77"/>
                <a:ea typeface="Lato Light" panose="020F0502020204030203" pitchFamily="34" charset="0"/>
                <a:cs typeface="Lato Light" panose="020F0502020204030203" pitchFamily="34" charset="0"/>
              </a:defRPr>
            </a:lvl1pPr>
            <a:lvl2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2pPr>
            <a:lvl3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3pPr>
            <a:lvl4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4pPr>
            <a:lvl5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5pPr>
          </a:lstStyle>
          <a:p>
            <a:pPr lvl="0"/>
            <a:r>
              <a:rPr lang="en-US" dirty="0"/>
              <a:t>Click to edit Master text styles</a:t>
            </a:r>
          </a:p>
        </p:txBody>
      </p:sp>
      <p:sp>
        <p:nvSpPr>
          <p:cNvPr id="7" name="Rectangle 6">
            <a:extLst>
              <a:ext uri="{FF2B5EF4-FFF2-40B4-BE49-F238E27FC236}">
                <a16:creationId xmlns:a16="http://schemas.microsoft.com/office/drawing/2014/main" id="{1172F72D-01AE-D342-82BB-8A6810FBB6EA}"/>
              </a:ext>
            </a:extLst>
          </p:cNvPr>
          <p:cNvSpPr/>
          <p:nvPr userDrawn="1"/>
        </p:nvSpPr>
        <p:spPr>
          <a:xfrm>
            <a:off x="12064967" y="0"/>
            <a:ext cx="127033" cy="2619375"/>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32337420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3_Title and Content - Lato Re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869B4-132E-4546-AC77-E3DFE43EB733}"/>
              </a:ext>
            </a:extLst>
          </p:cNvPr>
          <p:cNvSpPr>
            <a:spLocks noGrp="1"/>
          </p:cNvSpPr>
          <p:nvPr>
            <p:ph type="title" hasCustomPrompt="1"/>
          </p:nvPr>
        </p:nvSpPr>
        <p:spPr>
          <a:xfrm>
            <a:off x="552594" y="2766219"/>
            <a:ext cx="4763741" cy="1325563"/>
          </a:xfrm>
        </p:spPr>
        <p:txBody>
          <a:bodyPr>
            <a:noAutofit/>
          </a:bodyPr>
          <a:lstStyle>
            <a:lvl1pPr>
              <a:defRPr sz="3000"/>
            </a:lvl1pPr>
          </a:lstStyle>
          <a:p>
            <a:r>
              <a:rPr lang="en-US" dirty="0"/>
              <a:t>CLICK TO EDIT MASTER TITLE STYLE</a:t>
            </a:r>
          </a:p>
        </p:txBody>
      </p:sp>
      <p:sp>
        <p:nvSpPr>
          <p:cNvPr id="3" name="Content Placeholder 2">
            <a:extLst>
              <a:ext uri="{FF2B5EF4-FFF2-40B4-BE49-F238E27FC236}">
                <a16:creationId xmlns:a16="http://schemas.microsoft.com/office/drawing/2014/main" id="{EF4780CF-5ABF-4FD5-8CDD-5177E05338BF}"/>
              </a:ext>
            </a:extLst>
          </p:cNvPr>
          <p:cNvSpPr>
            <a:spLocks noGrp="1"/>
          </p:cNvSpPr>
          <p:nvPr>
            <p:ph idx="1"/>
          </p:nvPr>
        </p:nvSpPr>
        <p:spPr>
          <a:xfrm>
            <a:off x="6297448" y="2379663"/>
            <a:ext cx="5459464" cy="2098675"/>
          </a:xfrm>
        </p:spPr>
        <p:txBody>
          <a:bodyPr/>
          <a:lstStyle>
            <a:lvl1pPr>
              <a:lnSpc>
                <a:spcPct val="200000"/>
              </a:lnSpc>
              <a:defRPr b="0" i="0" spc="300">
                <a:solidFill>
                  <a:schemeClr val="bg1"/>
                </a:solidFill>
                <a:latin typeface="Lato" panose="020F0502020204030203" pitchFamily="34" charset="77"/>
                <a:ea typeface="Lato Light" panose="020F0502020204030203" pitchFamily="34" charset="0"/>
                <a:cs typeface="Lato Light" panose="020F0502020204030203" pitchFamily="34" charset="0"/>
              </a:defRPr>
            </a:lvl1pPr>
            <a:lvl2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2pPr>
            <a:lvl3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3pPr>
            <a:lvl4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4pPr>
            <a:lvl5pPr>
              <a:lnSpc>
                <a:spcPct val="200000"/>
              </a:lnSpc>
              <a:defRPr b="0" i="0" spc="150">
                <a:latin typeface="Lato" panose="020F0502020204030203" pitchFamily="34" charset="77"/>
                <a:ea typeface="Lato Light" panose="020F0502020204030203" pitchFamily="34" charset="0"/>
                <a:cs typeface="Lato Light" panose="020F0502020204030203" pitchFamily="34" charset="0"/>
              </a:defRPr>
            </a:lvl5pPr>
          </a:lstStyle>
          <a:p>
            <a:pPr lvl="0"/>
            <a:r>
              <a:rPr lang="en-US" dirty="0"/>
              <a:t>Click to edit Master text styles</a:t>
            </a:r>
          </a:p>
        </p:txBody>
      </p:sp>
      <p:sp>
        <p:nvSpPr>
          <p:cNvPr id="7" name="Rectangle 6">
            <a:extLst>
              <a:ext uri="{FF2B5EF4-FFF2-40B4-BE49-F238E27FC236}">
                <a16:creationId xmlns:a16="http://schemas.microsoft.com/office/drawing/2014/main" id="{1172F72D-01AE-D342-82BB-8A6810FBB6EA}"/>
              </a:ext>
            </a:extLst>
          </p:cNvPr>
          <p:cNvSpPr/>
          <p:nvPr userDrawn="1"/>
        </p:nvSpPr>
        <p:spPr>
          <a:xfrm>
            <a:off x="12064967" y="0"/>
            <a:ext cx="127033" cy="2619375"/>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12025973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1_Title and Content - Lato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869B4-132E-4546-AC77-E3DFE43EB733}"/>
              </a:ext>
            </a:extLst>
          </p:cNvPr>
          <p:cNvSpPr>
            <a:spLocks noGrp="1"/>
          </p:cNvSpPr>
          <p:nvPr>
            <p:ph type="title" hasCustomPrompt="1"/>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F4780CF-5ABF-4FD5-8CDD-5177E05338BF}"/>
              </a:ext>
            </a:extLst>
          </p:cNvPr>
          <p:cNvSpPr>
            <a:spLocks noGrp="1"/>
          </p:cNvSpPr>
          <p:nvPr>
            <p:ph idx="1"/>
          </p:nvPr>
        </p:nvSpPr>
        <p:spPr/>
        <p:txBody>
          <a:bodyPr/>
          <a:lstStyle>
            <a:lvl1pPr>
              <a:defRPr b="0" i="0" spc="150">
                <a:latin typeface="Lato Light" panose="020F0502020204030203" pitchFamily="34" charset="0"/>
                <a:ea typeface="Lato Light" panose="020F0502020204030203" pitchFamily="34" charset="0"/>
                <a:cs typeface="Lato Light" panose="020F0502020204030203" pitchFamily="34" charset="0"/>
              </a:defRPr>
            </a:lvl1pPr>
            <a:lvl2pPr>
              <a:defRPr b="0" i="0" spc="150">
                <a:latin typeface="Lato Light" panose="020F0502020204030203" pitchFamily="34" charset="0"/>
                <a:ea typeface="Lato Light" panose="020F0502020204030203" pitchFamily="34" charset="0"/>
                <a:cs typeface="Lato Light" panose="020F0502020204030203" pitchFamily="34" charset="0"/>
              </a:defRPr>
            </a:lvl2pPr>
            <a:lvl3pPr>
              <a:defRPr b="0" i="0" spc="150">
                <a:latin typeface="Lato Light" panose="020F0502020204030203" pitchFamily="34" charset="0"/>
                <a:ea typeface="Lato Light" panose="020F0502020204030203" pitchFamily="34" charset="0"/>
                <a:cs typeface="Lato Light" panose="020F0502020204030203" pitchFamily="34" charset="0"/>
              </a:defRPr>
            </a:lvl3pPr>
            <a:lvl4pPr>
              <a:defRPr b="0" i="0" spc="150">
                <a:latin typeface="Lato Light" panose="020F0502020204030203" pitchFamily="34" charset="0"/>
                <a:ea typeface="Lato Light" panose="020F0502020204030203" pitchFamily="34" charset="0"/>
                <a:cs typeface="Lato Light" panose="020F0502020204030203" pitchFamily="34" charset="0"/>
              </a:defRPr>
            </a:lvl4pPr>
            <a:lvl5pPr>
              <a:defRPr b="0" i="0" spc="150">
                <a:latin typeface="Lato Light" panose="020F0502020204030203" pitchFamily="34" charset="0"/>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A371925F-F92C-7845-B3B9-2B36B66529A9}"/>
              </a:ext>
            </a:extLst>
          </p:cNvPr>
          <p:cNvSpPr/>
          <p:nvPr userDrawn="1"/>
        </p:nvSpPr>
        <p:spPr>
          <a:xfrm>
            <a:off x="0" y="0"/>
            <a:ext cx="127033" cy="2619375"/>
          </a:xfrm>
          <a:prstGeom prst="rect">
            <a:avLst/>
          </a:prstGeom>
          <a:solidFill>
            <a:srgbClr val="CFAE7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414528082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_Slid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16"/>
          </p:nvPr>
        </p:nvSpPr>
        <p:spPr>
          <a:xfrm>
            <a:off x="6307850" y="681895"/>
            <a:ext cx="5160510" cy="2663841"/>
          </a:xfrm>
          <a:prstGeom prst="rect">
            <a:avLst/>
          </a:prstGeom>
          <a:solidFill>
            <a:schemeClr val="bg1">
              <a:lumMod val="95000"/>
            </a:schemeClr>
          </a:solidFill>
        </p:spPr>
        <p:txBody>
          <a:bodyPr>
            <a:normAutofit/>
          </a:bodyPr>
          <a:lstStyle>
            <a:lvl1pPr>
              <a:defRPr sz="1051"/>
            </a:lvl1pPr>
          </a:lstStyle>
          <a:p>
            <a:endParaRPr lang="en-US" dirty="0"/>
          </a:p>
        </p:txBody>
      </p:sp>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6307850" y="3512265"/>
            <a:ext cx="5160510" cy="2663841"/>
          </a:xfrm>
          <a:prstGeom prst="rect">
            <a:avLst/>
          </a:prstGeom>
          <a:solidFill>
            <a:schemeClr val="bg1">
              <a:lumMod val="95000"/>
            </a:schemeClr>
          </a:solidFill>
        </p:spPr>
        <p:txBody>
          <a:bodyPr>
            <a:normAutofit/>
          </a:bodyPr>
          <a:lstStyle>
            <a:lvl1pPr>
              <a:defRPr sz="1051"/>
            </a:lvl1pPr>
          </a:lstStyle>
          <a:p>
            <a:endParaRPr lang="en-US" dirty="0"/>
          </a:p>
        </p:txBody>
      </p:sp>
      <p:sp>
        <p:nvSpPr>
          <p:cNvPr id="2" name="Title 1">
            <a:extLst>
              <a:ext uri="{FF2B5EF4-FFF2-40B4-BE49-F238E27FC236}">
                <a16:creationId xmlns:a16="http://schemas.microsoft.com/office/drawing/2014/main" id="{1A5CD1E4-7332-BF43-BDA0-596498F3F4A8}"/>
              </a:ext>
            </a:extLst>
          </p:cNvPr>
          <p:cNvSpPr>
            <a:spLocks noGrp="1"/>
          </p:cNvSpPr>
          <p:nvPr>
            <p:ph type="title" hasCustomPrompt="1"/>
          </p:nvPr>
        </p:nvSpPr>
        <p:spPr>
          <a:xfrm>
            <a:off x="838200" y="688252"/>
            <a:ext cx="4566480" cy="1325563"/>
          </a:xfrm>
        </p:spPr>
        <p:txBody>
          <a:bodyPr>
            <a:noAutofit/>
          </a:bodyPr>
          <a:lstStyle>
            <a:lvl1pPr>
              <a:defRPr sz="3600" b="1"/>
            </a:lvl1pPr>
          </a:lstStyle>
          <a:p>
            <a:r>
              <a:rPr lang="en-US" dirty="0"/>
              <a:t>CLICK TO EDIT MASTER TITLE STYLE</a:t>
            </a:r>
          </a:p>
        </p:txBody>
      </p:sp>
      <p:sp>
        <p:nvSpPr>
          <p:cNvPr id="4" name="Content Placeholder 3">
            <a:extLst>
              <a:ext uri="{FF2B5EF4-FFF2-40B4-BE49-F238E27FC236}">
                <a16:creationId xmlns:a16="http://schemas.microsoft.com/office/drawing/2014/main" id="{5ADA7542-77BA-CC4E-A0A2-94DE149DB7CF}"/>
              </a:ext>
            </a:extLst>
          </p:cNvPr>
          <p:cNvSpPr>
            <a:spLocks noGrp="1"/>
          </p:cNvSpPr>
          <p:nvPr>
            <p:ph sz="quarter" idx="18"/>
          </p:nvPr>
        </p:nvSpPr>
        <p:spPr>
          <a:xfrm>
            <a:off x="838200" y="2733097"/>
            <a:ext cx="3149554" cy="893330"/>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04A7C744-2F62-7144-A2DA-33183C8D6577}"/>
              </a:ext>
            </a:extLst>
          </p:cNvPr>
          <p:cNvSpPr/>
          <p:nvPr userDrawn="1"/>
        </p:nvSpPr>
        <p:spPr>
          <a:xfrm>
            <a:off x="0" y="0"/>
            <a:ext cx="127033" cy="2619375"/>
          </a:xfrm>
          <a:prstGeom prst="rect">
            <a:avLst/>
          </a:prstGeom>
          <a:solidFill>
            <a:srgbClr val="CFAE7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28354400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1_Slide">
    <p:bg>
      <p:bgPr>
        <a:solidFill>
          <a:schemeClr val="bg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F2DE12C-3BB8-5447-8946-CDC844B248F9}"/>
              </a:ext>
            </a:extLst>
          </p:cNvPr>
          <p:cNvSpPr/>
          <p:nvPr userDrawn="1"/>
        </p:nvSpPr>
        <p:spPr>
          <a:xfrm>
            <a:off x="12071319" y="0"/>
            <a:ext cx="120681" cy="1733550"/>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2759209499"/>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649099" y="649224"/>
            <a:ext cx="10893804" cy="5559552"/>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AAAFCA9B-C5A5-7642-BCF7-511CF62A48EC}"/>
              </a:ext>
            </a:extLst>
          </p:cNvPr>
          <p:cNvSpPr/>
          <p:nvPr userDrawn="1"/>
        </p:nvSpPr>
        <p:spPr>
          <a:xfrm>
            <a:off x="0" y="0"/>
            <a:ext cx="127033" cy="2619375"/>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31313893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4088312" y="1747157"/>
            <a:ext cx="4015377" cy="4539343"/>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D724451D-026D-B74A-9841-DEE611D7075F}"/>
              </a:ext>
            </a:extLst>
          </p:cNvPr>
          <p:cNvSpPr/>
          <p:nvPr userDrawn="1"/>
        </p:nvSpPr>
        <p:spPr>
          <a:xfrm>
            <a:off x="999298" y="0"/>
            <a:ext cx="10193402" cy="300790"/>
          </a:xfrm>
          <a:prstGeom prst="rect">
            <a:avLst/>
          </a:prstGeom>
          <a:solidFill>
            <a:srgbClr val="CFAE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9181063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4634942" y="608568"/>
            <a:ext cx="6528445" cy="2103102"/>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292DF6D3-E9F2-4A4E-A50A-B594C0C53A5B}"/>
              </a:ext>
            </a:extLst>
          </p:cNvPr>
          <p:cNvSpPr/>
          <p:nvPr userDrawn="1"/>
        </p:nvSpPr>
        <p:spPr>
          <a:xfrm>
            <a:off x="0" y="0"/>
            <a:ext cx="127033" cy="2619375"/>
          </a:xfrm>
          <a:prstGeom prst="rect">
            <a:avLst/>
          </a:pr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itle 1">
            <a:extLst>
              <a:ext uri="{FF2B5EF4-FFF2-40B4-BE49-F238E27FC236}">
                <a16:creationId xmlns:a16="http://schemas.microsoft.com/office/drawing/2014/main" id="{140633CE-71B9-1942-A339-BA6AB1649350}"/>
              </a:ext>
            </a:extLst>
          </p:cNvPr>
          <p:cNvSpPr>
            <a:spLocks noGrp="1"/>
          </p:cNvSpPr>
          <p:nvPr>
            <p:ph type="title" hasCustomPrompt="1"/>
          </p:nvPr>
        </p:nvSpPr>
        <p:spPr>
          <a:xfrm>
            <a:off x="838201" y="1145452"/>
            <a:ext cx="3290375" cy="1325563"/>
          </a:xfrm>
        </p:spPr>
        <p:txBody>
          <a:bodyPr>
            <a:noAutofit/>
          </a:bodyPr>
          <a:lstStyle>
            <a:lvl1pPr>
              <a:defRPr sz="3600" b="1"/>
            </a:lvl1pPr>
          </a:lstStyle>
          <a:p>
            <a:r>
              <a:rPr lang="en-US" dirty="0"/>
              <a:t>CLICK TO EDIT MASTER TITLE STYLE</a:t>
            </a:r>
          </a:p>
        </p:txBody>
      </p:sp>
      <p:sp>
        <p:nvSpPr>
          <p:cNvPr id="6" name="Content Placeholder 3">
            <a:extLst>
              <a:ext uri="{FF2B5EF4-FFF2-40B4-BE49-F238E27FC236}">
                <a16:creationId xmlns:a16="http://schemas.microsoft.com/office/drawing/2014/main" id="{DA9694C5-9096-D94F-B608-454D2B3854E3}"/>
              </a:ext>
            </a:extLst>
          </p:cNvPr>
          <p:cNvSpPr>
            <a:spLocks noGrp="1"/>
          </p:cNvSpPr>
          <p:nvPr>
            <p:ph sz="quarter" idx="18"/>
          </p:nvPr>
        </p:nvSpPr>
        <p:spPr>
          <a:xfrm>
            <a:off x="4634942" y="3152197"/>
            <a:ext cx="6528445" cy="2727903"/>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9943860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1028613" y="608568"/>
            <a:ext cx="4821918" cy="2103102"/>
          </a:xfrm>
          <a:prstGeom prst="rect">
            <a:avLst/>
          </a:prstGeom>
          <a:solidFill>
            <a:schemeClr val="bg1">
              <a:lumMod val="95000"/>
            </a:schemeClr>
          </a:solidFill>
        </p:spPr>
        <p:txBody>
          <a:bodyPr>
            <a:normAutofit/>
          </a:bodyPr>
          <a:lstStyle>
            <a:lvl1pPr>
              <a:defRPr sz="1051"/>
            </a:lvl1pPr>
          </a:lstStyle>
          <a:p>
            <a:endParaRPr lang="en-US" dirty="0"/>
          </a:p>
        </p:txBody>
      </p:sp>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5"/>
          </p:nvPr>
        </p:nvSpPr>
        <p:spPr>
          <a:xfrm>
            <a:off x="6341471" y="608568"/>
            <a:ext cx="4821918" cy="2103102"/>
          </a:xfrm>
          <a:prstGeom prst="rect">
            <a:avLst/>
          </a:prstGeom>
          <a:solidFill>
            <a:schemeClr val="bg1">
              <a:lumMod val="95000"/>
            </a:schemeClr>
          </a:solidFill>
        </p:spPr>
        <p:txBody>
          <a:bodyPr>
            <a:normAutofit/>
          </a:bodyPr>
          <a:lstStyle>
            <a:lvl1pPr>
              <a:defRPr sz="1051"/>
            </a:lvl1pPr>
          </a:lstStyle>
          <a:p>
            <a:endParaRPr lang="en-US" dirty="0"/>
          </a:p>
        </p:txBody>
      </p:sp>
      <p:sp>
        <p:nvSpPr>
          <p:cNvPr id="5" name="Rectangle 4">
            <a:extLst>
              <a:ext uri="{FF2B5EF4-FFF2-40B4-BE49-F238E27FC236}">
                <a16:creationId xmlns:a16="http://schemas.microsoft.com/office/drawing/2014/main" id="{D829C0D0-9EBD-8741-B198-9B02C66C8F42}"/>
              </a:ext>
            </a:extLst>
          </p:cNvPr>
          <p:cNvSpPr/>
          <p:nvPr userDrawn="1"/>
        </p:nvSpPr>
        <p:spPr>
          <a:xfrm>
            <a:off x="999298" y="0"/>
            <a:ext cx="10193402" cy="30079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7" name="Title 1">
            <a:extLst>
              <a:ext uri="{FF2B5EF4-FFF2-40B4-BE49-F238E27FC236}">
                <a16:creationId xmlns:a16="http://schemas.microsoft.com/office/drawing/2014/main" id="{E719C7F7-AB17-CA46-B2FA-1F1C373F2267}"/>
              </a:ext>
            </a:extLst>
          </p:cNvPr>
          <p:cNvSpPr>
            <a:spLocks noGrp="1"/>
          </p:cNvSpPr>
          <p:nvPr>
            <p:ph type="title" hasCustomPrompt="1"/>
          </p:nvPr>
        </p:nvSpPr>
        <p:spPr>
          <a:xfrm>
            <a:off x="1011784" y="3019447"/>
            <a:ext cx="10151605" cy="1325563"/>
          </a:xfrm>
        </p:spPr>
        <p:txBody>
          <a:bodyPr/>
          <a:lstStyle/>
          <a:p>
            <a:r>
              <a:rPr lang="en-US" dirty="0"/>
              <a:t>CLICK TO EDIT MASTER TITLE STYLE</a:t>
            </a:r>
          </a:p>
        </p:txBody>
      </p:sp>
      <p:sp>
        <p:nvSpPr>
          <p:cNvPr id="8" name="Content Placeholder 2">
            <a:extLst>
              <a:ext uri="{FF2B5EF4-FFF2-40B4-BE49-F238E27FC236}">
                <a16:creationId xmlns:a16="http://schemas.microsoft.com/office/drawing/2014/main" id="{71CC344D-0A20-684A-99E7-081EE0582BD0}"/>
              </a:ext>
            </a:extLst>
          </p:cNvPr>
          <p:cNvSpPr>
            <a:spLocks noGrp="1"/>
          </p:cNvSpPr>
          <p:nvPr>
            <p:ph idx="1"/>
          </p:nvPr>
        </p:nvSpPr>
        <p:spPr>
          <a:xfrm>
            <a:off x="1011784" y="4479947"/>
            <a:ext cx="10151605" cy="1876404"/>
          </a:xfrm>
        </p:spPr>
        <p:txBody>
          <a:bodyPr/>
          <a:lstStyle>
            <a:lvl1pPr>
              <a:defRPr b="0" i="0" spc="150">
                <a:latin typeface="Lato Light" panose="020F0502020204030203" pitchFamily="34" charset="0"/>
                <a:ea typeface="Lato Light" panose="020F0502020204030203" pitchFamily="34" charset="0"/>
                <a:cs typeface="Lato Light" panose="020F0502020204030203" pitchFamily="34" charset="0"/>
              </a:defRPr>
            </a:lvl1pPr>
            <a:lvl2pPr>
              <a:defRPr b="0" i="0" spc="150">
                <a:latin typeface="Lato Light" panose="020F0502020204030203" pitchFamily="34" charset="0"/>
                <a:ea typeface="Lato Light" panose="020F0502020204030203" pitchFamily="34" charset="0"/>
                <a:cs typeface="Lato Light" panose="020F0502020204030203" pitchFamily="34" charset="0"/>
              </a:defRPr>
            </a:lvl2pPr>
            <a:lvl3pPr>
              <a:defRPr b="0" i="0" spc="150">
                <a:latin typeface="Lato Light" panose="020F0502020204030203" pitchFamily="34" charset="0"/>
                <a:ea typeface="Lato Light" panose="020F0502020204030203" pitchFamily="34" charset="0"/>
                <a:cs typeface="Lato Light" panose="020F0502020204030203" pitchFamily="34" charset="0"/>
              </a:defRPr>
            </a:lvl3pPr>
            <a:lvl4pPr>
              <a:defRPr b="0" i="0" spc="150">
                <a:latin typeface="Lato Light" panose="020F0502020204030203" pitchFamily="34" charset="0"/>
                <a:ea typeface="Lato Light" panose="020F0502020204030203" pitchFamily="34" charset="0"/>
                <a:cs typeface="Lato Light" panose="020F0502020204030203" pitchFamily="34" charset="0"/>
              </a:defRPr>
            </a:lvl4pPr>
            <a:lvl5pPr>
              <a:defRPr b="0" i="0" spc="150">
                <a:latin typeface="Lato Light" panose="020F0502020204030203" pitchFamily="34" charset="0"/>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4068306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138358" y="0"/>
            <a:ext cx="12468716" cy="7119256"/>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579722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648635" y="608568"/>
            <a:ext cx="3486849" cy="3029222"/>
          </a:xfrm>
          <a:prstGeom prst="rect">
            <a:avLst/>
          </a:prstGeom>
          <a:solidFill>
            <a:schemeClr val="bg1">
              <a:lumMod val="95000"/>
            </a:schemeClr>
          </a:solidFill>
        </p:spPr>
        <p:txBody>
          <a:bodyPr>
            <a:normAutofit/>
          </a:bodyPr>
          <a:lstStyle>
            <a:lvl1pPr>
              <a:defRPr sz="1051"/>
            </a:lvl1pPr>
          </a:lstStyle>
          <a:p>
            <a:endParaRPr lang="en-US" dirty="0"/>
          </a:p>
        </p:txBody>
      </p:sp>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5"/>
          </p:nvPr>
        </p:nvSpPr>
        <p:spPr>
          <a:xfrm>
            <a:off x="4352576" y="607045"/>
            <a:ext cx="3486849" cy="3030745"/>
          </a:xfrm>
          <a:prstGeom prst="rect">
            <a:avLst/>
          </a:prstGeom>
          <a:solidFill>
            <a:schemeClr val="bg1">
              <a:lumMod val="95000"/>
            </a:schemeClr>
          </a:solidFill>
        </p:spPr>
        <p:txBody>
          <a:bodyPr>
            <a:normAutofit/>
          </a:bodyPr>
          <a:lstStyle>
            <a:lvl1pPr>
              <a:defRPr sz="1051"/>
            </a:lvl1pPr>
          </a:lstStyle>
          <a:p>
            <a:endParaRPr lang="en-US" dirty="0"/>
          </a:p>
        </p:txBody>
      </p:sp>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16"/>
          </p:nvPr>
        </p:nvSpPr>
        <p:spPr>
          <a:xfrm>
            <a:off x="8056517" y="607044"/>
            <a:ext cx="3486849" cy="3030745"/>
          </a:xfrm>
          <a:prstGeom prst="rect">
            <a:avLst/>
          </a:prstGeom>
          <a:solidFill>
            <a:schemeClr val="bg1">
              <a:lumMod val="95000"/>
            </a:schemeClr>
          </a:solidFill>
        </p:spPr>
        <p:txBody>
          <a:bodyPr>
            <a:normAutofit/>
          </a:bodyPr>
          <a:lstStyle>
            <a:lvl1pPr>
              <a:defRPr sz="1051"/>
            </a:lvl1pPr>
          </a:lstStyle>
          <a:p>
            <a:endParaRPr lang="en-US" dirty="0"/>
          </a:p>
        </p:txBody>
      </p:sp>
      <p:sp>
        <p:nvSpPr>
          <p:cNvPr id="5" name="Rectangle 4">
            <a:extLst>
              <a:ext uri="{FF2B5EF4-FFF2-40B4-BE49-F238E27FC236}">
                <a16:creationId xmlns:a16="http://schemas.microsoft.com/office/drawing/2014/main" id="{9F1E19AA-2AAA-B64D-AE6F-1CC1D0571449}"/>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8" name="Content Placeholder 2">
            <a:extLst>
              <a:ext uri="{FF2B5EF4-FFF2-40B4-BE49-F238E27FC236}">
                <a16:creationId xmlns:a16="http://schemas.microsoft.com/office/drawing/2014/main" id="{03F15561-6E6D-E147-B304-8005A4C12C25}"/>
              </a:ext>
            </a:extLst>
          </p:cNvPr>
          <p:cNvSpPr>
            <a:spLocks noGrp="1"/>
          </p:cNvSpPr>
          <p:nvPr>
            <p:ph idx="1"/>
          </p:nvPr>
        </p:nvSpPr>
        <p:spPr>
          <a:xfrm>
            <a:off x="648635" y="4111647"/>
            <a:ext cx="3486849" cy="1876404"/>
          </a:xfrm>
        </p:spPr>
        <p:txBody>
          <a:bodyPr/>
          <a:lstStyle>
            <a:lvl1pPr>
              <a:defRPr b="0" i="0" spc="150">
                <a:latin typeface="Lato Light" panose="020F0502020204030203" pitchFamily="34" charset="0"/>
                <a:ea typeface="Lato Light" panose="020F0502020204030203" pitchFamily="34" charset="0"/>
                <a:cs typeface="Lato Light" panose="020F0502020204030203" pitchFamily="34" charset="0"/>
              </a:defRPr>
            </a:lvl1pPr>
            <a:lvl2pPr>
              <a:defRPr b="0" i="0" spc="150">
                <a:latin typeface="Lato Light" panose="020F0502020204030203" pitchFamily="34" charset="0"/>
                <a:ea typeface="Lato Light" panose="020F0502020204030203" pitchFamily="34" charset="0"/>
                <a:cs typeface="Lato Light" panose="020F0502020204030203" pitchFamily="34" charset="0"/>
              </a:defRPr>
            </a:lvl2pPr>
            <a:lvl3pPr>
              <a:defRPr b="0" i="0" spc="150">
                <a:latin typeface="Lato Light" panose="020F0502020204030203" pitchFamily="34" charset="0"/>
                <a:ea typeface="Lato Light" panose="020F0502020204030203" pitchFamily="34" charset="0"/>
                <a:cs typeface="Lato Light" panose="020F0502020204030203" pitchFamily="34" charset="0"/>
              </a:defRPr>
            </a:lvl3pPr>
            <a:lvl4pPr>
              <a:defRPr b="0" i="0" spc="150">
                <a:latin typeface="Lato Light" panose="020F0502020204030203" pitchFamily="34" charset="0"/>
                <a:ea typeface="Lato Light" panose="020F0502020204030203" pitchFamily="34" charset="0"/>
                <a:cs typeface="Lato Light" panose="020F0502020204030203" pitchFamily="34" charset="0"/>
              </a:defRPr>
            </a:lvl4pPr>
            <a:lvl5pPr>
              <a:defRPr b="0" i="0" spc="150">
                <a:latin typeface="Lato Light" panose="020F0502020204030203" pitchFamily="34" charset="0"/>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a:extLst>
              <a:ext uri="{FF2B5EF4-FFF2-40B4-BE49-F238E27FC236}">
                <a16:creationId xmlns:a16="http://schemas.microsoft.com/office/drawing/2014/main" id="{012E9277-E1A8-C043-BEC0-9C5191198A3B}"/>
              </a:ext>
            </a:extLst>
          </p:cNvPr>
          <p:cNvSpPr>
            <a:spLocks noGrp="1"/>
          </p:cNvSpPr>
          <p:nvPr>
            <p:ph idx="17"/>
          </p:nvPr>
        </p:nvSpPr>
        <p:spPr>
          <a:xfrm>
            <a:off x="4352576" y="4111647"/>
            <a:ext cx="3486849" cy="1876404"/>
          </a:xfrm>
        </p:spPr>
        <p:txBody>
          <a:bodyPr/>
          <a:lstStyle>
            <a:lvl1pPr>
              <a:defRPr b="0" i="0" spc="150">
                <a:latin typeface="Lato Light" panose="020F0502020204030203" pitchFamily="34" charset="0"/>
                <a:ea typeface="Lato Light" panose="020F0502020204030203" pitchFamily="34" charset="0"/>
                <a:cs typeface="Lato Light" panose="020F0502020204030203" pitchFamily="34" charset="0"/>
              </a:defRPr>
            </a:lvl1pPr>
            <a:lvl2pPr>
              <a:defRPr b="0" i="0" spc="150">
                <a:latin typeface="Lato Light" panose="020F0502020204030203" pitchFamily="34" charset="0"/>
                <a:ea typeface="Lato Light" panose="020F0502020204030203" pitchFamily="34" charset="0"/>
                <a:cs typeface="Lato Light" panose="020F0502020204030203" pitchFamily="34" charset="0"/>
              </a:defRPr>
            </a:lvl2pPr>
            <a:lvl3pPr>
              <a:defRPr b="0" i="0" spc="150">
                <a:latin typeface="Lato Light" panose="020F0502020204030203" pitchFamily="34" charset="0"/>
                <a:ea typeface="Lato Light" panose="020F0502020204030203" pitchFamily="34" charset="0"/>
                <a:cs typeface="Lato Light" panose="020F0502020204030203" pitchFamily="34" charset="0"/>
              </a:defRPr>
            </a:lvl3pPr>
            <a:lvl4pPr>
              <a:defRPr b="0" i="0" spc="150">
                <a:latin typeface="Lato Light" panose="020F0502020204030203" pitchFamily="34" charset="0"/>
                <a:ea typeface="Lato Light" panose="020F0502020204030203" pitchFamily="34" charset="0"/>
                <a:cs typeface="Lato Light" panose="020F0502020204030203" pitchFamily="34" charset="0"/>
              </a:defRPr>
            </a:lvl4pPr>
            <a:lvl5pPr>
              <a:defRPr b="0" i="0" spc="150">
                <a:latin typeface="Lato Light" panose="020F0502020204030203" pitchFamily="34" charset="0"/>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2">
            <a:extLst>
              <a:ext uri="{FF2B5EF4-FFF2-40B4-BE49-F238E27FC236}">
                <a16:creationId xmlns:a16="http://schemas.microsoft.com/office/drawing/2014/main" id="{58723193-6470-8440-9B2B-693232E50C6B}"/>
              </a:ext>
            </a:extLst>
          </p:cNvPr>
          <p:cNvSpPr>
            <a:spLocks noGrp="1"/>
          </p:cNvSpPr>
          <p:nvPr>
            <p:ph idx="18"/>
          </p:nvPr>
        </p:nvSpPr>
        <p:spPr>
          <a:xfrm>
            <a:off x="8056517" y="4111647"/>
            <a:ext cx="3486849" cy="1876404"/>
          </a:xfrm>
        </p:spPr>
        <p:txBody>
          <a:bodyPr/>
          <a:lstStyle>
            <a:lvl1pPr>
              <a:defRPr b="0" i="0" spc="150">
                <a:latin typeface="Lato Light" panose="020F0502020204030203" pitchFamily="34" charset="0"/>
                <a:ea typeface="Lato Light" panose="020F0502020204030203" pitchFamily="34" charset="0"/>
                <a:cs typeface="Lato Light" panose="020F0502020204030203" pitchFamily="34" charset="0"/>
              </a:defRPr>
            </a:lvl1pPr>
            <a:lvl2pPr>
              <a:defRPr b="0" i="0" spc="150">
                <a:latin typeface="Lato Light" panose="020F0502020204030203" pitchFamily="34" charset="0"/>
                <a:ea typeface="Lato Light" panose="020F0502020204030203" pitchFamily="34" charset="0"/>
                <a:cs typeface="Lato Light" panose="020F0502020204030203" pitchFamily="34" charset="0"/>
              </a:defRPr>
            </a:lvl2pPr>
            <a:lvl3pPr>
              <a:defRPr b="0" i="0" spc="150">
                <a:latin typeface="Lato Light" panose="020F0502020204030203" pitchFamily="34" charset="0"/>
                <a:ea typeface="Lato Light" panose="020F0502020204030203" pitchFamily="34" charset="0"/>
                <a:cs typeface="Lato Light" panose="020F0502020204030203" pitchFamily="34" charset="0"/>
              </a:defRPr>
            </a:lvl3pPr>
            <a:lvl4pPr>
              <a:defRPr b="0" i="0" spc="150">
                <a:latin typeface="Lato Light" panose="020F0502020204030203" pitchFamily="34" charset="0"/>
                <a:ea typeface="Lato Light" panose="020F0502020204030203" pitchFamily="34" charset="0"/>
                <a:cs typeface="Lato Light" panose="020F0502020204030203" pitchFamily="34" charset="0"/>
              </a:defRPr>
            </a:lvl4pPr>
            <a:lvl5pPr>
              <a:defRPr b="0" i="0" spc="150">
                <a:latin typeface="Lato Light" panose="020F0502020204030203" pitchFamily="34" charset="0"/>
                <a:ea typeface="Lato Light" panose="020F0502020204030203" pitchFamily="34" charset="0"/>
                <a:cs typeface="Lato Light"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601828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6096000" y="2661309"/>
            <a:ext cx="5274978" cy="3358055"/>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046506F7-AA80-8044-8C4A-FC4ED2334C11}"/>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E1D1B86C-3FB9-DF47-B920-9AD70F2A5CEA}"/>
              </a:ext>
            </a:extLst>
          </p:cNvPr>
          <p:cNvSpPr>
            <a:spLocks noGrp="1"/>
          </p:cNvSpPr>
          <p:nvPr>
            <p:ph type="title" hasCustomPrompt="1"/>
          </p:nvPr>
        </p:nvSpPr>
        <p:spPr>
          <a:xfrm>
            <a:off x="838201" y="1145452"/>
            <a:ext cx="5165329"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D33F1AFB-879B-6249-A5E9-A7792DF208C7}"/>
              </a:ext>
            </a:extLst>
          </p:cNvPr>
          <p:cNvSpPr>
            <a:spLocks noGrp="1"/>
          </p:cNvSpPr>
          <p:nvPr>
            <p:ph sz="quarter" idx="18"/>
          </p:nvPr>
        </p:nvSpPr>
        <p:spPr>
          <a:xfrm>
            <a:off x="838201" y="3152197"/>
            <a:ext cx="4941534" cy="2867167"/>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1090565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7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6193383" y="838637"/>
            <a:ext cx="5177595" cy="5180727"/>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F8A606D3-6748-104E-8E92-4949AA84CB85}"/>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9C68B378-B653-324A-A060-80557FDDAB6A}"/>
              </a:ext>
            </a:extLst>
          </p:cNvPr>
          <p:cNvSpPr>
            <a:spLocks noGrp="1"/>
          </p:cNvSpPr>
          <p:nvPr>
            <p:ph type="title" hasCustomPrompt="1"/>
          </p:nvPr>
        </p:nvSpPr>
        <p:spPr>
          <a:xfrm>
            <a:off x="838201" y="1145452"/>
            <a:ext cx="4922074"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7FCAA893-E542-B74D-AC4C-F573116CE204}"/>
              </a:ext>
            </a:extLst>
          </p:cNvPr>
          <p:cNvSpPr>
            <a:spLocks noGrp="1"/>
          </p:cNvSpPr>
          <p:nvPr>
            <p:ph sz="quarter" idx="18"/>
          </p:nvPr>
        </p:nvSpPr>
        <p:spPr>
          <a:xfrm>
            <a:off x="838201" y="3152197"/>
            <a:ext cx="4922074" cy="2867167"/>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5900953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8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821022" y="2661309"/>
            <a:ext cx="5274978" cy="3358055"/>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77CF131F-A9F2-AF45-88C5-E34A8ECB8C6C}"/>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63C3B65D-7EDC-884A-A330-3681D5578A52}"/>
              </a:ext>
            </a:extLst>
          </p:cNvPr>
          <p:cNvSpPr>
            <a:spLocks noGrp="1"/>
          </p:cNvSpPr>
          <p:nvPr>
            <p:ph type="title" hasCustomPrompt="1"/>
          </p:nvPr>
        </p:nvSpPr>
        <p:spPr>
          <a:xfrm>
            <a:off x="838200" y="1145452"/>
            <a:ext cx="4931804"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1AF09CB0-8817-694B-BBA2-2BB7108CDA89}"/>
              </a:ext>
            </a:extLst>
          </p:cNvPr>
          <p:cNvSpPr>
            <a:spLocks noGrp="1"/>
          </p:cNvSpPr>
          <p:nvPr>
            <p:ph sz="quarter" idx="18"/>
          </p:nvPr>
        </p:nvSpPr>
        <p:spPr>
          <a:xfrm>
            <a:off x="6548421" y="2661309"/>
            <a:ext cx="4933208" cy="3358055"/>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314139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9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856623" y="3675018"/>
            <a:ext cx="3274142" cy="2420983"/>
          </a:xfrm>
          <a:prstGeom prst="rect">
            <a:avLst/>
          </a:prstGeom>
          <a:solidFill>
            <a:schemeClr val="bg1">
              <a:lumMod val="95000"/>
            </a:schemeClr>
          </a:solidFill>
        </p:spPr>
        <p:txBody>
          <a:bodyPr>
            <a:normAutofit/>
          </a:bodyPr>
          <a:lstStyle>
            <a:lvl1pPr>
              <a:defRPr sz="1051"/>
            </a:lvl1pPr>
          </a:lstStyle>
          <a:p>
            <a:endParaRPr lang="en-US" dirty="0"/>
          </a:p>
        </p:txBody>
      </p:sp>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4458928" y="3675018"/>
            <a:ext cx="3274142" cy="2420983"/>
          </a:xfrm>
          <a:prstGeom prst="rect">
            <a:avLst/>
          </a:prstGeom>
          <a:solidFill>
            <a:schemeClr val="bg1">
              <a:lumMod val="95000"/>
            </a:schemeClr>
          </a:solidFill>
        </p:spPr>
        <p:txBody>
          <a:bodyPr>
            <a:normAutofit/>
          </a:bodyPr>
          <a:lstStyle>
            <a:lvl1pPr>
              <a:defRPr sz="1051"/>
            </a:lvl1pPr>
          </a:lstStyle>
          <a:p>
            <a:endParaRPr lang="en-US" dirty="0"/>
          </a:p>
        </p:txBody>
      </p:sp>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8061234" y="3675018"/>
            <a:ext cx="3274142" cy="2420983"/>
          </a:xfrm>
          <a:prstGeom prst="rect">
            <a:avLst/>
          </a:prstGeom>
          <a:solidFill>
            <a:schemeClr val="bg1">
              <a:lumMod val="95000"/>
            </a:schemeClr>
          </a:solidFill>
        </p:spPr>
        <p:txBody>
          <a:bodyPr>
            <a:normAutofit/>
          </a:bodyPr>
          <a:lstStyle>
            <a:lvl1pPr>
              <a:defRPr sz="1051"/>
            </a:lvl1pPr>
          </a:lstStyle>
          <a:p>
            <a:endParaRPr lang="en-US" dirty="0"/>
          </a:p>
        </p:txBody>
      </p:sp>
      <p:sp>
        <p:nvSpPr>
          <p:cNvPr id="5" name="Rectangle 4">
            <a:extLst>
              <a:ext uri="{FF2B5EF4-FFF2-40B4-BE49-F238E27FC236}">
                <a16:creationId xmlns:a16="http://schemas.microsoft.com/office/drawing/2014/main" id="{1E105709-344E-D94F-9195-68717BB9C9BA}"/>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8" name="Title 1">
            <a:extLst>
              <a:ext uri="{FF2B5EF4-FFF2-40B4-BE49-F238E27FC236}">
                <a16:creationId xmlns:a16="http://schemas.microsoft.com/office/drawing/2014/main" id="{AC4CDF6A-DFFE-AA49-B1F5-39D41455F079}"/>
              </a:ext>
            </a:extLst>
          </p:cNvPr>
          <p:cNvSpPr>
            <a:spLocks noGrp="1"/>
          </p:cNvSpPr>
          <p:nvPr>
            <p:ph type="title" hasCustomPrompt="1"/>
          </p:nvPr>
        </p:nvSpPr>
        <p:spPr>
          <a:xfrm>
            <a:off x="838200" y="1145452"/>
            <a:ext cx="4931804" cy="1325563"/>
          </a:xfrm>
        </p:spPr>
        <p:txBody>
          <a:bodyPr>
            <a:noAutofit/>
          </a:bodyPr>
          <a:lstStyle>
            <a:lvl1pPr>
              <a:defRPr sz="3600" b="1"/>
            </a:lvl1pPr>
          </a:lstStyle>
          <a:p>
            <a:r>
              <a:rPr lang="en-US" dirty="0"/>
              <a:t>CLICK TO EDIT MASTER TITLE STYLE</a:t>
            </a:r>
          </a:p>
        </p:txBody>
      </p:sp>
    </p:spTree>
    <p:extLst>
      <p:ext uri="{BB962C8B-B14F-4D97-AF65-F5344CB8AC3E}">
        <p14:creationId xmlns:p14="http://schemas.microsoft.com/office/powerpoint/2010/main" val="93133583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0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5466052" y="2035786"/>
            <a:ext cx="2794611" cy="3716662"/>
          </a:xfrm>
          <a:prstGeom prst="rect">
            <a:avLst/>
          </a:prstGeom>
          <a:solidFill>
            <a:schemeClr val="bg1">
              <a:lumMod val="95000"/>
            </a:schemeClr>
          </a:solidFill>
        </p:spPr>
        <p:txBody>
          <a:bodyPr>
            <a:normAutofit/>
          </a:bodyPr>
          <a:lstStyle>
            <a:lvl1pPr>
              <a:defRPr sz="1051"/>
            </a:lvl1pPr>
          </a:lstStyle>
          <a:p>
            <a:endParaRPr lang="en-US" dirty="0"/>
          </a:p>
        </p:txBody>
      </p:sp>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8540765" y="2035786"/>
            <a:ext cx="2794611" cy="3716662"/>
          </a:xfrm>
          <a:prstGeom prst="rect">
            <a:avLst/>
          </a:prstGeom>
          <a:solidFill>
            <a:schemeClr val="bg1">
              <a:lumMod val="95000"/>
            </a:schemeClr>
          </a:solidFill>
        </p:spPr>
        <p:txBody>
          <a:bodyPr>
            <a:normAutofit/>
          </a:bodyPr>
          <a:lstStyle>
            <a:lvl1pPr>
              <a:defRPr sz="1051"/>
            </a:lvl1pPr>
          </a:lstStyle>
          <a:p>
            <a:endParaRPr lang="en-US" dirty="0"/>
          </a:p>
        </p:txBody>
      </p:sp>
      <p:sp>
        <p:nvSpPr>
          <p:cNvPr id="4" name="Rectangle 3">
            <a:extLst>
              <a:ext uri="{FF2B5EF4-FFF2-40B4-BE49-F238E27FC236}">
                <a16:creationId xmlns:a16="http://schemas.microsoft.com/office/drawing/2014/main" id="{02F19F49-4DF0-2549-8688-EE0688C3BFEC}"/>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8" name="Title 1">
            <a:extLst>
              <a:ext uri="{FF2B5EF4-FFF2-40B4-BE49-F238E27FC236}">
                <a16:creationId xmlns:a16="http://schemas.microsoft.com/office/drawing/2014/main" id="{3F6E42B4-088D-5A46-A289-320E9A071CE7}"/>
              </a:ext>
            </a:extLst>
          </p:cNvPr>
          <p:cNvSpPr>
            <a:spLocks noGrp="1"/>
          </p:cNvSpPr>
          <p:nvPr>
            <p:ph type="title" hasCustomPrompt="1"/>
          </p:nvPr>
        </p:nvSpPr>
        <p:spPr>
          <a:xfrm>
            <a:off x="838200" y="1145452"/>
            <a:ext cx="4270152" cy="1325563"/>
          </a:xfrm>
        </p:spPr>
        <p:txBody>
          <a:bodyPr>
            <a:noAutofit/>
          </a:bodyPr>
          <a:lstStyle>
            <a:lvl1pPr>
              <a:defRPr sz="3600" b="1"/>
            </a:lvl1pPr>
          </a:lstStyle>
          <a:p>
            <a:r>
              <a:rPr lang="en-US" dirty="0"/>
              <a:t>CLICK TO EDIT MASTER TITLE STYLE</a:t>
            </a:r>
          </a:p>
        </p:txBody>
      </p:sp>
      <p:sp>
        <p:nvSpPr>
          <p:cNvPr id="9" name="Content Placeholder 3">
            <a:extLst>
              <a:ext uri="{FF2B5EF4-FFF2-40B4-BE49-F238E27FC236}">
                <a16:creationId xmlns:a16="http://schemas.microsoft.com/office/drawing/2014/main" id="{DD83ABBF-DFC4-9D43-A5D4-104E9260F898}"/>
              </a:ext>
            </a:extLst>
          </p:cNvPr>
          <p:cNvSpPr>
            <a:spLocks noGrp="1"/>
          </p:cNvSpPr>
          <p:nvPr>
            <p:ph sz="quarter" idx="20"/>
          </p:nvPr>
        </p:nvSpPr>
        <p:spPr>
          <a:xfrm>
            <a:off x="838200" y="3137964"/>
            <a:ext cx="4270152" cy="2614483"/>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1874811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1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856623" y="2231136"/>
            <a:ext cx="3881203" cy="4626864"/>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4DA58E3D-5B37-B848-892C-3FF73DE080F8}"/>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4391196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2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6991272" y="1063579"/>
            <a:ext cx="5200727" cy="4730842"/>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554448EB-94F5-414F-9E7E-62CAE008A022}"/>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6C236F7A-BC48-4740-9BF5-62DE5E4EAA6D}"/>
              </a:ext>
            </a:extLst>
          </p:cNvPr>
          <p:cNvSpPr>
            <a:spLocks noGrp="1"/>
          </p:cNvSpPr>
          <p:nvPr>
            <p:ph type="title" hasCustomPrompt="1"/>
          </p:nvPr>
        </p:nvSpPr>
        <p:spPr>
          <a:xfrm>
            <a:off x="838200" y="1145452"/>
            <a:ext cx="4931804"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3ABC6BEC-0CC6-5049-A7FF-EF6EC2EA0FD8}"/>
              </a:ext>
            </a:extLst>
          </p:cNvPr>
          <p:cNvSpPr>
            <a:spLocks noGrp="1"/>
          </p:cNvSpPr>
          <p:nvPr>
            <p:ph sz="quarter" idx="19"/>
          </p:nvPr>
        </p:nvSpPr>
        <p:spPr>
          <a:xfrm>
            <a:off x="836796" y="2661309"/>
            <a:ext cx="5750545" cy="3133112"/>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1060726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3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0" y="1063579"/>
            <a:ext cx="5200727" cy="4730842"/>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09B426C8-E7F3-3A48-914E-54B69F9031A2}"/>
              </a:ext>
            </a:extLst>
          </p:cNvPr>
          <p:cNvSpPr/>
          <p:nvPr userDrawn="1"/>
        </p:nvSpPr>
        <p:spPr>
          <a:xfrm>
            <a:off x="999298" y="0"/>
            <a:ext cx="10193402" cy="30079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24B52DD3-68FC-D04D-9492-D9C83F22662B}"/>
              </a:ext>
            </a:extLst>
          </p:cNvPr>
          <p:cNvSpPr>
            <a:spLocks noGrp="1"/>
          </p:cNvSpPr>
          <p:nvPr>
            <p:ph type="title" hasCustomPrompt="1"/>
          </p:nvPr>
        </p:nvSpPr>
        <p:spPr>
          <a:xfrm>
            <a:off x="5489233" y="1145452"/>
            <a:ext cx="6118888"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761186F0-E10F-2842-A350-C58AABBAA596}"/>
              </a:ext>
            </a:extLst>
          </p:cNvPr>
          <p:cNvSpPr>
            <a:spLocks noGrp="1"/>
          </p:cNvSpPr>
          <p:nvPr>
            <p:ph sz="quarter" idx="20"/>
          </p:nvPr>
        </p:nvSpPr>
        <p:spPr>
          <a:xfrm>
            <a:off x="5489233" y="3137964"/>
            <a:ext cx="6118888" cy="2614483"/>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0561683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4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918404" y="2768601"/>
            <a:ext cx="3304426" cy="3250763"/>
          </a:xfrm>
          <a:prstGeom prst="rect">
            <a:avLst/>
          </a:prstGeom>
          <a:solidFill>
            <a:schemeClr val="bg1">
              <a:lumMod val="95000"/>
            </a:schemeClr>
          </a:solidFill>
        </p:spPr>
        <p:txBody>
          <a:bodyPr>
            <a:normAutofit/>
          </a:bodyPr>
          <a:lstStyle>
            <a:lvl1pPr>
              <a:defRPr sz="1051"/>
            </a:lvl1pPr>
          </a:lstStyle>
          <a:p>
            <a:endParaRPr lang="en-US" dirty="0"/>
          </a:p>
        </p:txBody>
      </p:sp>
      <p:sp>
        <p:nvSpPr>
          <p:cNvPr id="8"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4443787" y="838637"/>
            <a:ext cx="3304426" cy="5180727"/>
          </a:xfrm>
          <a:prstGeom prst="rect">
            <a:avLst/>
          </a:prstGeom>
          <a:solidFill>
            <a:schemeClr val="bg1">
              <a:lumMod val="95000"/>
            </a:schemeClr>
          </a:solidFill>
        </p:spPr>
        <p:txBody>
          <a:bodyPr>
            <a:normAutofit/>
          </a:bodyPr>
          <a:lstStyle>
            <a:lvl1pPr>
              <a:defRPr sz="1051"/>
            </a:lvl1pPr>
          </a:lstStyle>
          <a:p>
            <a:endParaRPr lang="en-US" dirty="0"/>
          </a:p>
        </p:txBody>
      </p:sp>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20"/>
          </p:nvPr>
        </p:nvSpPr>
        <p:spPr>
          <a:xfrm>
            <a:off x="7969170" y="838637"/>
            <a:ext cx="3304426" cy="3250763"/>
          </a:xfrm>
          <a:prstGeom prst="rect">
            <a:avLst/>
          </a:prstGeom>
          <a:solidFill>
            <a:schemeClr val="bg1">
              <a:lumMod val="95000"/>
            </a:schemeClr>
          </a:solidFill>
        </p:spPr>
        <p:txBody>
          <a:bodyPr>
            <a:normAutofit/>
          </a:bodyPr>
          <a:lstStyle>
            <a:lvl1pPr>
              <a:defRPr sz="1051"/>
            </a:lvl1pPr>
          </a:lstStyle>
          <a:p>
            <a:endParaRPr lang="en-US" dirty="0"/>
          </a:p>
        </p:txBody>
      </p:sp>
      <p:sp>
        <p:nvSpPr>
          <p:cNvPr id="5" name="Rectangle 4">
            <a:extLst>
              <a:ext uri="{FF2B5EF4-FFF2-40B4-BE49-F238E27FC236}">
                <a16:creationId xmlns:a16="http://schemas.microsoft.com/office/drawing/2014/main" id="{95FD5D87-912E-8E44-BBA8-8BD980D5BE32}"/>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334135181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5_Slide">
    <p:spTree>
      <p:nvGrpSpPr>
        <p:cNvPr id="1" name=""/>
        <p:cNvGrpSpPr/>
        <p:nvPr/>
      </p:nvGrpSpPr>
      <p:grpSpPr>
        <a:xfrm>
          <a:off x="0" y="0"/>
          <a:ext cx="0" cy="0"/>
          <a:chOff x="0" y="0"/>
          <a:chExt cx="0" cy="0"/>
        </a:xfrm>
      </p:grpSpPr>
      <p:sp>
        <p:nvSpPr>
          <p:cNvPr id="11" name="Picture Placeholder 8">
            <a:extLst>
              <a:ext uri="{FF2B5EF4-FFF2-40B4-BE49-F238E27FC236}">
                <a16:creationId xmlns:a16="http://schemas.microsoft.com/office/drawing/2014/main" id="{3AF8D21A-6CCE-CD43-8AE8-35782B027FA3}"/>
              </a:ext>
            </a:extLst>
          </p:cNvPr>
          <p:cNvSpPr>
            <a:spLocks noGrp="1"/>
          </p:cNvSpPr>
          <p:nvPr>
            <p:ph type="pic" sz="quarter" idx="21"/>
          </p:nvPr>
        </p:nvSpPr>
        <p:spPr>
          <a:xfrm>
            <a:off x="4443787" y="3429000"/>
            <a:ext cx="6813475" cy="2590364"/>
          </a:xfrm>
          <a:prstGeom prst="rect">
            <a:avLst/>
          </a:prstGeom>
          <a:solidFill>
            <a:schemeClr val="bg1">
              <a:lumMod val="95000"/>
            </a:schemeClr>
          </a:solidFill>
        </p:spPr>
        <p:txBody>
          <a:bodyPr>
            <a:normAutofit/>
          </a:bodyPr>
          <a:lstStyle>
            <a:lvl1pPr>
              <a:defRPr sz="1051"/>
            </a:lvl1pPr>
          </a:lstStyle>
          <a:p>
            <a:endParaRPr lang="en-US" dirty="0"/>
          </a:p>
        </p:txBody>
      </p:sp>
      <p:sp>
        <p:nvSpPr>
          <p:cNvPr id="8"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4443787" y="838636"/>
            <a:ext cx="3304426" cy="2382546"/>
          </a:xfrm>
          <a:prstGeom prst="rect">
            <a:avLst/>
          </a:prstGeom>
          <a:solidFill>
            <a:schemeClr val="bg1">
              <a:lumMod val="95000"/>
            </a:schemeClr>
          </a:solidFill>
        </p:spPr>
        <p:txBody>
          <a:bodyPr>
            <a:normAutofit/>
          </a:bodyPr>
          <a:lstStyle>
            <a:lvl1pPr>
              <a:defRPr sz="1051"/>
            </a:lvl1pPr>
          </a:lstStyle>
          <a:p>
            <a:endParaRPr lang="en-US" dirty="0"/>
          </a:p>
        </p:txBody>
      </p:sp>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20"/>
          </p:nvPr>
        </p:nvSpPr>
        <p:spPr>
          <a:xfrm>
            <a:off x="918404" y="838637"/>
            <a:ext cx="3304426" cy="5180727"/>
          </a:xfrm>
          <a:prstGeom prst="rect">
            <a:avLst/>
          </a:prstGeom>
          <a:solidFill>
            <a:schemeClr val="bg1">
              <a:lumMod val="95000"/>
            </a:schemeClr>
          </a:solidFill>
        </p:spPr>
        <p:txBody>
          <a:bodyPr>
            <a:normAutofit/>
          </a:bodyPr>
          <a:lstStyle>
            <a:lvl1pPr>
              <a:defRPr sz="1051"/>
            </a:lvl1pPr>
          </a:lstStyle>
          <a:p>
            <a:endParaRPr lang="en-US" dirty="0"/>
          </a:p>
        </p:txBody>
      </p:sp>
      <p:sp>
        <p:nvSpPr>
          <p:cNvPr id="5" name="Rectangle 4">
            <a:extLst>
              <a:ext uri="{FF2B5EF4-FFF2-40B4-BE49-F238E27FC236}">
                <a16:creationId xmlns:a16="http://schemas.microsoft.com/office/drawing/2014/main" id="{3A9D976A-8BF6-3B48-86B2-75A2EEFE9006}"/>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17892563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6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6751807" y="1122218"/>
            <a:ext cx="5440193" cy="4613564"/>
          </a:xfrm>
          <a:prstGeom prst="rect">
            <a:avLst/>
          </a:prstGeom>
          <a:solidFill>
            <a:schemeClr val="bg1">
              <a:lumMod val="95000"/>
            </a:schemeClr>
          </a:solidFill>
        </p:spPr>
        <p:txBody>
          <a:bodyPr>
            <a:normAutofit/>
          </a:bodyPr>
          <a:lstStyle>
            <a:lvl1pPr>
              <a:defRPr sz="1051"/>
            </a:lvl1pPr>
          </a:lstStyle>
          <a:p>
            <a:endParaRPr lang="en-US" dirty="0"/>
          </a:p>
        </p:txBody>
      </p:sp>
      <p:sp>
        <p:nvSpPr>
          <p:cNvPr id="11" name="Picture Placeholder 8">
            <a:extLst>
              <a:ext uri="{FF2B5EF4-FFF2-40B4-BE49-F238E27FC236}">
                <a16:creationId xmlns:a16="http://schemas.microsoft.com/office/drawing/2014/main" id="{3AF8D21A-6CCE-CD43-8AE8-35782B027FA3}"/>
              </a:ext>
            </a:extLst>
          </p:cNvPr>
          <p:cNvSpPr>
            <a:spLocks noGrp="1"/>
          </p:cNvSpPr>
          <p:nvPr>
            <p:ph type="pic" sz="quarter" idx="21"/>
          </p:nvPr>
        </p:nvSpPr>
        <p:spPr>
          <a:xfrm>
            <a:off x="1044563" y="2286000"/>
            <a:ext cx="5518933" cy="3449782"/>
          </a:xfrm>
          <a:prstGeom prst="rect">
            <a:avLst/>
          </a:prstGeom>
          <a:solidFill>
            <a:schemeClr val="bg1">
              <a:lumMod val="95000"/>
            </a:schemeClr>
          </a:solidFill>
        </p:spPr>
        <p:txBody>
          <a:bodyPr>
            <a:normAutofit/>
          </a:bodyPr>
          <a:lstStyle>
            <a:lvl1pPr>
              <a:defRPr sz="1051"/>
            </a:lvl1pPr>
          </a:lstStyle>
          <a:p>
            <a:endParaRPr lang="en-US" dirty="0"/>
          </a:p>
        </p:txBody>
      </p:sp>
      <p:sp>
        <p:nvSpPr>
          <p:cNvPr id="4" name="Rectangle 3">
            <a:extLst>
              <a:ext uri="{FF2B5EF4-FFF2-40B4-BE49-F238E27FC236}">
                <a16:creationId xmlns:a16="http://schemas.microsoft.com/office/drawing/2014/main" id="{C7A871B5-74DE-A948-9573-E0C303D8A92F}"/>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267693653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7910647" y="1145452"/>
            <a:ext cx="2622954" cy="4606995"/>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1DD84A68-07BC-CA48-A13B-C9A4A4C07016}"/>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6D658D59-C8B1-894D-A1F5-24E81B72E9F5}"/>
              </a:ext>
            </a:extLst>
          </p:cNvPr>
          <p:cNvSpPr>
            <a:spLocks noGrp="1"/>
          </p:cNvSpPr>
          <p:nvPr>
            <p:ph type="title" hasCustomPrompt="1"/>
          </p:nvPr>
        </p:nvSpPr>
        <p:spPr>
          <a:xfrm>
            <a:off x="838200" y="1145452"/>
            <a:ext cx="6225920"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2B515626-6555-9B43-942A-6F6AAE5160BB}"/>
              </a:ext>
            </a:extLst>
          </p:cNvPr>
          <p:cNvSpPr>
            <a:spLocks noGrp="1"/>
          </p:cNvSpPr>
          <p:nvPr>
            <p:ph sz="quarter" idx="20"/>
          </p:nvPr>
        </p:nvSpPr>
        <p:spPr>
          <a:xfrm>
            <a:off x="838200" y="3137964"/>
            <a:ext cx="6225920" cy="2614483"/>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1774432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8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1155202" y="3069127"/>
            <a:ext cx="4211966" cy="5674384"/>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E97D8076-2872-8F47-A4D9-00FDC54446DD}"/>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Tree>
    <p:extLst>
      <p:ext uri="{BB962C8B-B14F-4D97-AF65-F5344CB8AC3E}">
        <p14:creationId xmlns:p14="http://schemas.microsoft.com/office/powerpoint/2010/main" val="120338341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9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6644167" y="1085795"/>
            <a:ext cx="6993192" cy="4380371"/>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92739F83-89B5-1947-8C5A-D9EBAABF20A6}"/>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B9BF7298-A0A7-7140-B342-C2908DA16701}"/>
              </a:ext>
            </a:extLst>
          </p:cNvPr>
          <p:cNvSpPr>
            <a:spLocks noGrp="1"/>
          </p:cNvSpPr>
          <p:nvPr>
            <p:ph type="title" hasCustomPrompt="1"/>
          </p:nvPr>
        </p:nvSpPr>
        <p:spPr>
          <a:xfrm>
            <a:off x="838200" y="1145452"/>
            <a:ext cx="5257800"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0538B270-5830-A54D-AAE2-A1511F7AE076}"/>
              </a:ext>
            </a:extLst>
          </p:cNvPr>
          <p:cNvSpPr>
            <a:spLocks noGrp="1"/>
          </p:cNvSpPr>
          <p:nvPr>
            <p:ph sz="quarter" idx="20"/>
          </p:nvPr>
        </p:nvSpPr>
        <p:spPr>
          <a:xfrm>
            <a:off x="838200" y="3137964"/>
            <a:ext cx="5257800" cy="2614483"/>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8772929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0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4810997" y="0"/>
            <a:ext cx="7381003" cy="6858000"/>
          </a:xfrm>
          <a:prstGeom prst="rect">
            <a:avLst/>
          </a:prstGeom>
          <a:solidFill>
            <a:schemeClr val="bg1">
              <a:lumMod val="95000"/>
            </a:schemeClr>
          </a:solidFill>
        </p:spPr>
        <p:txBody>
          <a:bodyPr>
            <a:normAutofit/>
          </a:bodyPr>
          <a:lstStyle>
            <a:lvl1pPr>
              <a:defRPr sz="1051"/>
            </a:lvl1pPr>
          </a:lstStyle>
          <a:p>
            <a:endParaRPr lang="en-US" dirty="0"/>
          </a:p>
        </p:txBody>
      </p:sp>
      <p:sp>
        <p:nvSpPr>
          <p:cNvPr id="3" name="Rectangle 2">
            <a:extLst>
              <a:ext uri="{FF2B5EF4-FFF2-40B4-BE49-F238E27FC236}">
                <a16:creationId xmlns:a16="http://schemas.microsoft.com/office/drawing/2014/main" id="{DA909134-D522-814B-A8C2-749EB09739BF}"/>
              </a:ext>
            </a:extLst>
          </p:cNvPr>
          <p:cNvSpPr/>
          <p:nvPr userDrawn="1"/>
        </p:nvSpPr>
        <p:spPr>
          <a:xfrm>
            <a:off x="0" y="0"/>
            <a:ext cx="127033" cy="26193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 name="Title 1">
            <a:extLst>
              <a:ext uri="{FF2B5EF4-FFF2-40B4-BE49-F238E27FC236}">
                <a16:creationId xmlns:a16="http://schemas.microsoft.com/office/drawing/2014/main" id="{14C25DA8-7CF7-2A48-9336-E284C53E745C}"/>
              </a:ext>
            </a:extLst>
          </p:cNvPr>
          <p:cNvSpPr>
            <a:spLocks noGrp="1"/>
          </p:cNvSpPr>
          <p:nvPr>
            <p:ph type="title" hasCustomPrompt="1"/>
          </p:nvPr>
        </p:nvSpPr>
        <p:spPr>
          <a:xfrm>
            <a:off x="838200" y="1145452"/>
            <a:ext cx="3413894" cy="1325563"/>
          </a:xfrm>
        </p:spPr>
        <p:txBody>
          <a:bodyPr>
            <a:noAutofit/>
          </a:bodyPr>
          <a:lstStyle>
            <a:lvl1pPr>
              <a:defRPr sz="3600" b="1"/>
            </a:lvl1pPr>
          </a:lstStyle>
          <a:p>
            <a:r>
              <a:rPr lang="en-US" dirty="0"/>
              <a:t>CLICK TO EDIT MASTER TITLE STYLE</a:t>
            </a:r>
          </a:p>
        </p:txBody>
      </p:sp>
      <p:sp>
        <p:nvSpPr>
          <p:cNvPr id="5" name="Content Placeholder 3">
            <a:extLst>
              <a:ext uri="{FF2B5EF4-FFF2-40B4-BE49-F238E27FC236}">
                <a16:creationId xmlns:a16="http://schemas.microsoft.com/office/drawing/2014/main" id="{9AF046F2-B643-4143-B408-4114BE7BE519}"/>
              </a:ext>
            </a:extLst>
          </p:cNvPr>
          <p:cNvSpPr>
            <a:spLocks noGrp="1"/>
          </p:cNvSpPr>
          <p:nvPr>
            <p:ph sz="quarter" idx="20"/>
          </p:nvPr>
        </p:nvSpPr>
        <p:spPr>
          <a:xfrm>
            <a:off x="838200" y="3137964"/>
            <a:ext cx="3413894" cy="3116921"/>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871378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Master Slide - Openin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104025A-2451-2045-A5E3-BCA001442E16}"/>
              </a:ext>
            </a:extLst>
          </p:cNvPr>
          <p:cNvSpPr txBox="1"/>
          <p:nvPr userDrawn="1"/>
        </p:nvSpPr>
        <p:spPr>
          <a:xfrm>
            <a:off x="7746323" y="649224"/>
            <a:ext cx="3796580" cy="297133"/>
          </a:xfrm>
          <a:prstGeom prst="rect">
            <a:avLst/>
          </a:prstGeom>
          <a:noFill/>
        </p:spPr>
        <p:txBody>
          <a:bodyPr wrap="square" rtlCol="0">
            <a:spAutoFit/>
          </a:bodyPr>
          <a:lstStyle/>
          <a:p>
            <a:pPr algn="r">
              <a:lnSpc>
                <a:spcPct val="150000"/>
              </a:lnSpc>
            </a:pPr>
            <a:r>
              <a:rPr lang="en-US" sz="1000" b="1" i="0" spc="600" dirty="0">
                <a:latin typeface="Montserrat SemiBold" pitchFamily="2" charset="77"/>
                <a:ea typeface="Verdana" panose="020B0604030504040204" pitchFamily="34" charset="0"/>
                <a:cs typeface="Verdana" panose="020B0604030504040204" pitchFamily="34" charset="0"/>
              </a:rPr>
              <a:t>VANDERBILT UNIVERSITY</a:t>
            </a:r>
          </a:p>
        </p:txBody>
      </p:sp>
      <p:cxnSp>
        <p:nvCxnSpPr>
          <p:cNvPr id="4" name="Straight Connector 3">
            <a:extLst>
              <a:ext uri="{FF2B5EF4-FFF2-40B4-BE49-F238E27FC236}">
                <a16:creationId xmlns:a16="http://schemas.microsoft.com/office/drawing/2014/main" id="{4F91959B-E8EA-AD46-9BF5-29A582D21F6D}"/>
              </a:ext>
            </a:extLst>
          </p:cNvPr>
          <p:cNvCxnSpPr>
            <a:cxnSpLocks/>
          </p:cNvCxnSpPr>
          <p:nvPr userDrawn="1"/>
        </p:nvCxnSpPr>
        <p:spPr>
          <a:xfrm flipV="1">
            <a:off x="1079066" y="1847088"/>
            <a:ext cx="0" cy="1901952"/>
          </a:xfrm>
          <a:prstGeom prst="line">
            <a:avLst/>
          </a:prstGeom>
          <a:ln w="1270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Title 7">
            <a:extLst>
              <a:ext uri="{FF2B5EF4-FFF2-40B4-BE49-F238E27FC236}">
                <a16:creationId xmlns:a16="http://schemas.microsoft.com/office/drawing/2014/main" id="{4B7C464F-9D30-8748-B556-63A8CCB8F321}"/>
              </a:ext>
            </a:extLst>
          </p:cNvPr>
          <p:cNvSpPr>
            <a:spLocks noGrp="1"/>
          </p:cNvSpPr>
          <p:nvPr>
            <p:ph type="title" hasCustomPrompt="1"/>
          </p:nvPr>
        </p:nvSpPr>
        <p:spPr>
          <a:xfrm>
            <a:off x="1372601" y="2423477"/>
            <a:ext cx="10515600" cy="1325563"/>
          </a:xfrm>
        </p:spPr>
        <p:txBody>
          <a:bodyPr/>
          <a:lstStyle>
            <a:lvl1pPr>
              <a:defRPr sz="6000" b="1" i="0">
                <a:solidFill>
                  <a:schemeClr val="bg1"/>
                </a:solidFill>
                <a:latin typeface="Montserrat" pitchFamily="2" charset="77"/>
              </a:defRPr>
            </a:lvl1pPr>
          </a:lstStyle>
          <a:p>
            <a:r>
              <a:rPr lang="en-US" dirty="0"/>
              <a:t>CLICK TO EDIT MASTER TITLE STYLE</a:t>
            </a:r>
          </a:p>
        </p:txBody>
      </p:sp>
      <p:sp>
        <p:nvSpPr>
          <p:cNvPr id="10" name="Text Placeholder 9">
            <a:extLst>
              <a:ext uri="{FF2B5EF4-FFF2-40B4-BE49-F238E27FC236}">
                <a16:creationId xmlns:a16="http://schemas.microsoft.com/office/drawing/2014/main" id="{D85A9D1D-82D6-8F4C-A974-8B4446A8176A}"/>
              </a:ext>
            </a:extLst>
          </p:cNvPr>
          <p:cNvSpPr>
            <a:spLocks noGrp="1"/>
          </p:cNvSpPr>
          <p:nvPr>
            <p:ph type="body" idx="10" hasCustomPrompt="1"/>
          </p:nvPr>
        </p:nvSpPr>
        <p:spPr>
          <a:xfrm>
            <a:off x="6840731" y="3969360"/>
            <a:ext cx="4083467" cy="457200"/>
          </a:xfrm>
        </p:spPr>
        <p:txBody>
          <a:bodyPr>
            <a:noAutofit/>
          </a:bodyPr>
          <a:lstStyle>
            <a:lvl1pPr>
              <a:defRPr sz="2000" b="1" spc="1100" baseline="0"/>
            </a:lvl1pPr>
          </a:lstStyle>
          <a:p>
            <a:pPr lvl="0"/>
            <a:r>
              <a:rPr lang="en-US" dirty="0"/>
              <a:t>CLICK TO EDIT MASTER TEXT STYLES</a:t>
            </a:r>
          </a:p>
        </p:txBody>
      </p:sp>
    </p:spTree>
    <p:extLst>
      <p:ext uri="{BB962C8B-B14F-4D97-AF65-F5344CB8AC3E}">
        <p14:creationId xmlns:p14="http://schemas.microsoft.com/office/powerpoint/2010/main" val="232665700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6_Section Brea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0C2CEC-E6D5-A34A-B826-E88CEDEF06C2}"/>
              </a:ext>
            </a:extLst>
          </p:cNvPr>
          <p:cNvSpPr/>
          <p:nvPr userDrawn="1"/>
        </p:nvSpPr>
        <p:spPr>
          <a:xfrm>
            <a:off x="781658" y="649224"/>
            <a:ext cx="10893804" cy="5559552"/>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endParaRPr>
          </a:p>
        </p:txBody>
      </p:sp>
      <p:cxnSp>
        <p:nvCxnSpPr>
          <p:cNvPr id="8" name="Straight Connector 7">
            <a:extLst>
              <a:ext uri="{FF2B5EF4-FFF2-40B4-BE49-F238E27FC236}">
                <a16:creationId xmlns:a16="http://schemas.microsoft.com/office/drawing/2014/main" id="{7B75CBA0-E4BE-4D44-83E1-ADEAA351202B}"/>
              </a:ext>
            </a:extLst>
          </p:cNvPr>
          <p:cNvCxnSpPr>
            <a:cxnSpLocks/>
          </p:cNvCxnSpPr>
          <p:nvPr userDrawn="1"/>
        </p:nvCxnSpPr>
        <p:spPr>
          <a:xfrm flipV="1">
            <a:off x="10784595" y="3685413"/>
            <a:ext cx="0" cy="1901952"/>
          </a:xfrm>
          <a:prstGeom prst="line">
            <a:avLst/>
          </a:prstGeom>
          <a:ln w="12700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A65BAC0-7E08-834C-A4D4-B997718FEE39}"/>
              </a:ext>
            </a:extLst>
          </p:cNvPr>
          <p:cNvSpPr>
            <a:spLocks noGrp="1"/>
          </p:cNvSpPr>
          <p:nvPr>
            <p:ph type="title" hasCustomPrompt="1"/>
          </p:nvPr>
        </p:nvSpPr>
        <p:spPr>
          <a:xfrm>
            <a:off x="2448564" y="4261802"/>
            <a:ext cx="8067036" cy="1325563"/>
          </a:xfrm>
        </p:spPr>
        <p:txBody>
          <a:bodyPr>
            <a:noAutofit/>
          </a:bodyPr>
          <a:lstStyle>
            <a:lvl1pPr algn="r">
              <a:defRPr sz="4400" b="1" i="0">
                <a:solidFill>
                  <a:schemeClr val="bg2"/>
                </a:solidFill>
                <a:latin typeface="Montserrat" pitchFamily="2" charset="77"/>
              </a:defRPr>
            </a:lvl1pPr>
          </a:lstStyle>
          <a:p>
            <a:r>
              <a:rPr lang="en-US" dirty="0"/>
              <a:t>CLICK TO EDIT MASTER TITLE STYLE</a:t>
            </a:r>
          </a:p>
        </p:txBody>
      </p:sp>
    </p:spTree>
    <p:extLst>
      <p:ext uri="{BB962C8B-B14F-4D97-AF65-F5344CB8AC3E}">
        <p14:creationId xmlns:p14="http://schemas.microsoft.com/office/powerpoint/2010/main" val="312184015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7_Section Brea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0C2CEC-E6D5-A34A-B826-E88CEDEF06C2}"/>
              </a:ext>
            </a:extLst>
          </p:cNvPr>
          <p:cNvSpPr/>
          <p:nvPr userDrawn="1"/>
        </p:nvSpPr>
        <p:spPr>
          <a:xfrm>
            <a:off x="781658" y="649224"/>
            <a:ext cx="10893804" cy="5559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endParaRPr>
          </a:p>
        </p:txBody>
      </p:sp>
      <p:cxnSp>
        <p:nvCxnSpPr>
          <p:cNvPr id="8" name="Straight Connector 7">
            <a:extLst>
              <a:ext uri="{FF2B5EF4-FFF2-40B4-BE49-F238E27FC236}">
                <a16:creationId xmlns:a16="http://schemas.microsoft.com/office/drawing/2014/main" id="{7B75CBA0-E4BE-4D44-83E1-ADEAA351202B}"/>
              </a:ext>
            </a:extLst>
          </p:cNvPr>
          <p:cNvCxnSpPr>
            <a:cxnSpLocks/>
          </p:cNvCxnSpPr>
          <p:nvPr userDrawn="1"/>
        </p:nvCxnSpPr>
        <p:spPr>
          <a:xfrm flipV="1">
            <a:off x="10784595" y="3685413"/>
            <a:ext cx="0" cy="1901952"/>
          </a:xfrm>
          <a:prstGeom prst="line">
            <a:avLst/>
          </a:prstGeom>
          <a:ln w="127000">
            <a:solidFill>
              <a:schemeClr val="bg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A65BAC0-7E08-834C-A4D4-B997718FEE39}"/>
              </a:ext>
            </a:extLst>
          </p:cNvPr>
          <p:cNvSpPr>
            <a:spLocks noGrp="1"/>
          </p:cNvSpPr>
          <p:nvPr>
            <p:ph type="title" hasCustomPrompt="1"/>
          </p:nvPr>
        </p:nvSpPr>
        <p:spPr>
          <a:xfrm>
            <a:off x="2448564" y="4261802"/>
            <a:ext cx="8067036" cy="1325563"/>
          </a:xfrm>
        </p:spPr>
        <p:txBody>
          <a:bodyPr>
            <a:noAutofit/>
          </a:bodyPr>
          <a:lstStyle>
            <a:lvl1pPr algn="r">
              <a:defRPr sz="4400" b="1" i="0">
                <a:solidFill>
                  <a:schemeClr val="tx1"/>
                </a:solidFill>
                <a:latin typeface="Montserrat" pitchFamily="2" charset="77"/>
              </a:defRPr>
            </a:lvl1pPr>
          </a:lstStyle>
          <a:p>
            <a:r>
              <a:rPr lang="en-US" dirty="0"/>
              <a:t>CLICK TO EDIT MASTER TITLE STYLE</a:t>
            </a:r>
          </a:p>
        </p:txBody>
      </p:sp>
    </p:spTree>
    <p:extLst>
      <p:ext uri="{BB962C8B-B14F-4D97-AF65-F5344CB8AC3E}">
        <p14:creationId xmlns:p14="http://schemas.microsoft.com/office/powerpoint/2010/main" val="1650854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8_Section Break">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B75CBA0-E4BE-4D44-83E1-ADEAA351202B}"/>
              </a:ext>
            </a:extLst>
          </p:cNvPr>
          <p:cNvCxnSpPr>
            <a:cxnSpLocks/>
          </p:cNvCxnSpPr>
          <p:nvPr userDrawn="1"/>
        </p:nvCxnSpPr>
        <p:spPr>
          <a:xfrm flipV="1">
            <a:off x="10784595" y="3685413"/>
            <a:ext cx="0" cy="1901952"/>
          </a:xfrm>
          <a:prstGeom prst="line">
            <a:avLst/>
          </a:prstGeom>
          <a:ln w="12700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A65BAC0-7E08-834C-A4D4-B997718FEE39}"/>
              </a:ext>
            </a:extLst>
          </p:cNvPr>
          <p:cNvSpPr>
            <a:spLocks noGrp="1"/>
          </p:cNvSpPr>
          <p:nvPr>
            <p:ph type="title" hasCustomPrompt="1"/>
          </p:nvPr>
        </p:nvSpPr>
        <p:spPr>
          <a:xfrm>
            <a:off x="2448564" y="4261802"/>
            <a:ext cx="8067036" cy="1325563"/>
          </a:xfrm>
        </p:spPr>
        <p:txBody>
          <a:bodyPr>
            <a:noAutofit/>
          </a:bodyPr>
          <a:lstStyle>
            <a:lvl1pPr algn="r">
              <a:defRPr sz="4400" b="1" i="0">
                <a:latin typeface="Montserrat" pitchFamily="2" charset="77"/>
              </a:defRPr>
            </a:lvl1pPr>
          </a:lstStyle>
          <a:p>
            <a:r>
              <a:rPr lang="en-US" dirty="0"/>
              <a:t>CLICK TO EDIT MASTER TITLE STYLE</a:t>
            </a:r>
          </a:p>
        </p:txBody>
      </p:sp>
    </p:spTree>
    <p:extLst>
      <p:ext uri="{BB962C8B-B14F-4D97-AF65-F5344CB8AC3E}">
        <p14:creationId xmlns:p14="http://schemas.microsoft.com/office/powerpoint/2010/main" val="369827454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6_Slid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16"/>
          </p:nvPr>
        </p:nvSpPr>
        <p:spPr>
          <a:xfrm>
            <a:off x="6307850" y="681895"/>
            <a:ext cx="5160510" cy="2663841"/>
          </a:xfrm>
          <a:prstGeom prst="rect">
            <a:avLst/>
          </a:prstGeom>
          <a:solidFill>
            <a:schemeClr val="bg1">
              <a:lumMod val="95000"/>
            </a:schemeClr>
          </a:solidFill>
        </p:spPr>
        <p:txBody>
          <a:bodyPr>
            <a:normAutofit/>
          </a:bodyPr>
          <a:lstStyle>
            <a:lvl1pPr>
              <a:defRPr sz="1051"/>
            </a:lvl1pPr>
          </a:lstStyle>
          <a:p>
            <a:endParaRPr lang="en-US" dirty="0"/>
          </a:p>
        </p:txBody>
      </p:sp>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6307850" y="3512265"/>
            <a:ext cx="5160510" cy="2663841"/>
          </a:xfrm>
          <a:prstGeom prst="rect">
            <a:avLst/>
          </a:prstGeom>
          <a:solidFill>
            <a:schemeClr val="bg1">
              <a:lumMod val="95000"/>
            </a:schemeClr>
          </a:solidFill>
        </p:spPr>
        <p:txBody>
          <a:bodyPr>
            <a:normAutofit/>
          </a:bodyPr>
          <a:lstStyle>
            <a:lvl1pPr>
              <a:defRPr sz="1051"/>
            </a:lvl1pPr>
          </a:lstStyle>
          <a:p>
            <a:endParaRPr lang="en-US" dirty="0"/>
          </a:p>
        </p:txBody>
      </p:sp>
      <p:sp>
        <p:nvSpPr>
          <p:cNvPr id="2" name="Title 1">
            <a:extLst>
              <a:ext uri="{FF2B5EF4-FFF2-40B4-BE49-F238E27FC236}">
                <a16:creationId xmlns:a16="http://schemas.microsoft.com/office/drawing/2014/main" id="{1A5CD1E4-7332-BF43-BDA0-596498F3F4A8}"/>
              </a:ext>
            </a:extLst>
          </p:cNvPr>
          <p:cNvSpPr>
            <a:spLocks noGrp="1"/>
          </p:cNvSpPr>
          <p:nvPr>
            <p:ph type="title" hasCustomPrompt="1"/>
          </p:nvPr>
        </p:nvSpPr>
        <p:spPr>
          <a:xfrm>
            <a:off x="838200" y="688252"/>
            <a:ext cx="4566480" cy="1325563"/>
          </a:xfrm>
        </p:spPr>
        <p:txBody>
          <a:bodyPr>
            <a:noAutofit/>
          </a:bodyPr>
          <a:lstStyle>
            <a:lvl1pPr>
              <a:defRPr sz="3600" b="1"/>
            </a:lvl1pPr>
          </a:lstStyle>
          <a:p>
            <a:r>
              <a:rPr lang="en-US" dirty="0"/>
              <a:t>CLICK TO EDIT MASTER TITLE STYLE</a:t>
            </a:r>
          </a:p>
        </p:txBody>
      </p:sp>
      <p:sp>
        <p:nvSpPr>
          <p:cNvPr id="4" name="Content Placeholder 3">
            <a:extLst>
              <a:ext uri="{FF2B5EF4-FFF2-40B4-BE49-F238E27FC236}">
                <a16:creationId xmlns:a16="http://schemas.microsoft.com/office/drawing/2014/main" id="{5ADA7542-77BA-CC4E-A0A2-94DE149DB7CF}"/>
              </a:ext>
            </a:extLst>
          </p:cNvPr>
          <p:cNvSpPr>
            <a:spLocks noGrp="1"/>
          </p:cNvSpPr>
          <p:nvPr>
            <p:ph sz="quarter" idx="18"/>
          </p:nvPr>
        </p:nvSpPr>
        <p:spPr>
          <a:xfrm>
            <a:off x="838200" y="2733097"/>
            <a:ext cx="3149554" cy="893330"/>
          </a:xfrm>
        </p:spPr>
        <p:txBody>
          <a:bodyPr/>
          <a:lstStyle>
            <a:lvl1pPr>
              <a:defRPr spc="150"/>
            </a:lvl1pPr>
            <a:lvl2pPr>
              <a:defRPr spc="150"/>
            </a:lvl2pPr>
            <a:lvl3pPr>
              <a:defRPr spc="150"/>
            </a:lvl3pPr>
            <a:lvl4pPr>
              <a:defRPr spc="150"/>
            </a:lvl4pPr>
            <a:lvl5pPr>
              <a:defRPr spc="1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85727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9_Section Break">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649099" y="649224"/>
            <a:ext cx="10893804" cy="555955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97215862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5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4088312" y="1747157"/>
            <a:ext cx="4015377" cy="4539343"/>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8706048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6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4634942" y="608568"/>
            <a:ext cx="6528445" cy="210310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72931095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7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1028613" y="608568"/>
            <a:ext cx="4821918" cy="2103102"/>
          </a:xfrm>
          <a:prstGeom prst="rect">
            <a:avLst/>
          </a:prstGeom>
          <a:solidFill>
            <a:schemeClr val="bg1">
              <a:lumMod val="95000"/>
            </a:schemeClr>
          </a:solidFill>
        </p:spPr>
        <p:txBody>
          <a:bodyPr>
            <a:normAutofit/>
          </a:bodyPr>
          <a:lstStyle>
            <a:lvl1pPr>
              <a:defRPr sz="1051"/>
            </a:lvl1pPr>
          </a:lstStyle>
          <a:p>
            <a:endParaRPr lang="en-US" dirty="0"/>
          </a:p>
        </p:txBody>
      </p:sp>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5"/>
          </p:nvPr>
        </p:nvSpPr>
        <p:spPr>
          <a:xfrm>
            <a:off x="6341471" y="608568"/>
            <a:ext cx="4821918" cy="210310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93883218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8_Slide">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F8D21A-6CCE-CD43-8AE8-35782B027FA3}"/>
              </a:ext>
            </a:extLst>
          </p:cNvPr>
          <p:cNvSpPr>
            <a:spLocks noGrp="1"/>
          </p:cNvSpPr>
          <p:nvPr>
            <p:ph type="pic" sz="quarter" idx="14"/>
          </p:nvPr>
        </p:nvSpPr>
        <p:spPr>
          <a:xfrm>
            <a:off x="648635" y="608568"/>
            <a:ext cx="3486849" cy="3029222"/>
          </a:xfrm>
          <a:prstGeom prst="rect">
            <a:avLst/>
          </a:prstGeom>
          <a:solidFill>
            <a:schemeClr val="bg1">
              <a:lumMod val="95000"/>
            </a:schemeClr>
          </a:solidFill>
        </p:spPr>
        <p:txBody>
          <a:bodyPr>
            <a:normAutofit/>
          </a:bodyPr>
          <a:lstStyle>
            <a:lvl1pPr>
              <a:defRPr sz="1051"/>
            </a:lvl1pPr>
          </a:lstStyle>
          <a:p>
            <a:endParaRPr lang="en-US" dirty="0"/>
          </a:p>
        </p:txBody>
      </p:sp>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5"/>
          </p:nvPr>
        </p:nvSpPr>
        <p:spPr>
          <a:xfrm>
            <a:off x="4352576" y="607045"/>
            <a:ext cx="3486849" cy="3030745"/>
          </a:xfrm>
          <a:prstGeom prst="rect">
            <a:avLst/>
          </a:prstGeom>
          <a:solidFill>
            <a:schemeClr val="bg1">
              <a:lumMod val="95000"/>
            </a:schemeClr>
          </a:solidFill>
        </p:spPr>
        <p:txBody>
          <a:bodyPr>
            <a:normAutofit/>
          </a:bodyPr>
          <a:lstStyle>
            <a:lvl1pPr>
              <a:defRPr sz="1051"/>
            </a:lvl1pPr>
          </a:lstStyle>
          <a:p>
            <a:endParaRPr lang="en-US" dirty="0"/>
          </a:p>
        </p:txBody>
      </p:sp>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16"/>
          </p:nvPr>
        </p:nvSpPr>
        <p:spPr>
          <a:xfrm>
            <a:off x="8056517" y="607044"/>
            <a:ext cx="3486849" cy="3030745"/>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63448695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9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6096000" y="2661309"/>
            <a:ext cx="5274978" cy="3358055"/>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85709647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0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3499485" y="-1"/>
            <a:ext cx="3222601" cy="4572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33375433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1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6193383" y="838637"/>
            <a:ext cx="5177595" cy="5180727"/>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83985264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2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821022" y="2661309"/>
            <a:ext cx="5274978" cy="3358055"/>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73708357"/>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33_Slide">
    <p:spTree>
      <p:nvGrpSpPr>
        <p:cNvPr id="1" name=""/>
        <p:cNvGrpSpPr/>
        <p:nvPr/>
      </p:nvGrpSpPr>
      <p:grpSpPr>
        <a:xfrm>
          <a:off x="0" y="0"/>
          <a:ext cx="0" cy="0"/>
          <a:chOff x="0" y="0"/>
          <a:chExt cx="0" cy="0"/>
        </a:xfrm>
      </p:grpSpPr>
      <p:sp>
        <p:nvSpPr>
          <p:cNvPr id="12" name="Picture Placeholder 8">
            <a:extLst>
              <a:ext uri="{FF2B5EF4-FFF2-40B4-BE49-F238E27FC236}">
                <a16:creationId xmlns:a16="http://schemas.microsoft.com/office/drawing/2014/main" id="{3AF8D21A-6CCE-CD43-8AE8-35782B027FA3}"/>
              </a:ext>
            </a:extLst>
          </p:cNvPr>
          <p:cNvSpPr>
            <a:spLocks noGrp="1"/>
          </p:cNvSpPr>
          <p:nvPr>
            <p:ph type="pic" sz="quarter" idx="17"/>
          </p:nvPr>
        </p:nvSpPr>
        <p:spPr>
          <a:xfrm>
            <a:off x="856623" y="3675018"/>
            <a:ext cx="3274142" cy="2420983"/>
          </a:xfrm>
          <a:prstGeom prst="rect">
            <a:avLst/>
          </a:prstGeom>
          <a:solidFill>
            <a:schemeClr val="bg1">
              <a:lumMod val="95000"/>
            </a:schemeClr>
          </a:solidFill>
        </p:spPr>
        <p:txBody>
          <a:bodyPr>
            <a:normAutofit/>
          </a:bodyPr>
          <a:lstStyle>
            <a:lvl1pPr>
              <a:defRPr sz="1051"/>
            </a:lvl1pPr>
          </a:lstStyle>
          <a:p>
            <a:endParaRPr lang="en-US" dirty="0"/>
          </a:p>
        </p:txBody>
      </p:sp>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4458928" y="3675018"/>
            <a:ext cx="3274142" cy="2420983"/>
          </a:xfrm>
          <a:prstGeom prst="rect">
            <a:avLst/>
          </a:prstGeom>
          <a:solidFill>
            <a:schemeClr val="bg1">
              <a:lumMod val="95000"/>
            </a:schemeClr>
          </a:solidFill>
        </p:spPr>
        <p:txBody>
          <a:bodyPr>
            <a:normAutofit/>
          </a:bodyPr>
          <a:lstStyle>
            <a:lvl1pPr>
              <a:defRPr sz="1051"/>
            </a:lvl1pPr>
          </a:lstStyle>
          <a:p>
            <a:endParaRPr lang="en-US" dirty="0"/>
          </a:p>
        </p:txBody>
      </p:sp>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8061234" y="3675018"/>
            <a:ext cx="3274142" cy="2420983"/>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165506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34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5466052" y="2035786"/>
            <a:ext cx="2794611" cy="3716662"/>
          </a:xfrm>
          <a:prstGeom prst="rect">
            <a:avLst/>
          </a:prstGeom>
          <a:solidFill>
            <a:schemeClr val="bg1">
              <a:lumMod val="95000"/>
            </a:schemeClr>
          </a:solidFill>
        </p:spPr>
        <p:txBody>
          <a:bodyPr>
            <a:normAutofit/>
          </a:bodyPr>
          <a:lstStyle>
            <a:lvl1pPr>
              <a:defRPr sz="1051"/>
            </a:lvl1pPr>
          </a:lstStyle>
          <a:p>
            <a:endParaRPr lang="en-US" dirty="0"/>
          </a:p>
        </p:txBody>
      </p:sp>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8540765" y="2035786"/>
            <a:ext cx="2794611" cy="371666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41654690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35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856623" y="2231136"/>
            <a:ext cx="3881203" cy="4626864"/>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27630053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6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6991272" y="1063579"/>
            <a:ext cx="5200727" cy="473084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20847549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37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0" y="1063579"/>
            <a:ext cx="5200727" cy="473084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74059778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8_Slide">
    <p:spTree>
      <p:nvGrpSpPr>
        <p:cNvPr id="1" name=""/>
        <p:cNvGrpSpPr/>
        <p:nvPr/>
      </p:nvGrpSpPr>
      <p:grpSpPr>
        <a:xfrm>
          <a:off x="0" y="0"/>
          <a:ext cx="0" cy="0"/>
          <a:chOff x="0" y="0"/>
          <a:chExt cx="0" cy="0"/>
        </a:xfrm>
      </p:grpSpPr>
      <p:sp>
        <p:nvSpPr>
          <p:cNvPr id="6" name="Picture Placeholder 8">
            <a:extLst>
              <a:ext uri="{FF2B5EF4-FFF2-40B4-BE49-F238E27FC236}">
                <a16:creationId xmlns:a16="http://schemas.microsoft.com/office/drawing/2014/main" id="{3AF8D21A-6CCE-CD43-8AE8-35782B027FA3}"/>
              </a:ext>
            </a:extLst>
          </p:cNvPr>
          <p:cNvSpPr>
            <a:spLocks noGrp="1"/>
          </p:cNvSpPr>
          <p:nvPr>
            <p:ph type="pic" sz="quarter" idx="18"/>
          </p:nvPr>
        </p:nvSpPr>
        <p:spPr>
          <a:xfrm>
            <a:off x="918404" y="2768601"/>
            <a:ext cx="3304426" cy="3250763"/>
          </a:xfrm>
          <a:prstGeom prst="rect">
            <a:avLst/>
          </a:prstGeom>
          <a:solidFill>
            <a:schemeClr val="bg1">
              <a:lumMod val="95000"/>
            </a:schemeClr>
          </a:solidFill>
        </p:spPr>
        <p:txBody>
          <a:bodyPr>
            <a:normAutofit/>
          </a:bodyPr>
          <a:lstStyle>
            <a:lvl1pPr>
              <a:defRPr sz="1051"/>
            </a:lvl1pPr>
          </a:lstStyle>
          <a:p>
            <a:endParaRPr lang="en-US" dirty="0"/>
          </a:p>
        </p:txBody>
      </p:sp>
      <p:sp>
        <p:nvSpPr>
          <p:cNvPr id="8"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4443787" y="838637"/>
            <a:ext cx="3304426" cy="5180727"/>
          </a:xfrm>
          <a:prstGeom prst="rect">
            <a:avLst/>
          </a:prstGeom>
          <a:solidFill>
            <a:schemeClr val="bg1">
              <a:lumMod val="95000"/>
            </a:schemeClr>
          </a:solidFill>
        </p:spPr>
        <p:txBody>
          <a:bodyPr>
            <a:normAutofit/>
          </a:bodyPr>
          <a:lstStyle>
            <a:lvl1pPr>
              <a:defRPr sz="1051"/>
            </a:lvl1pPr>
          </a:lstStyle>
          <a:p>
            <a:endParaRPr lang="en-US" dirty="0"/>
          </a:p>
        </p:txBody>
      </p:sp>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20"/>
          </p:nvPr>
        </p:nvSpPr>
        <p:spPr>
          <a:xfrm>
            <a:off x="7969170" y="838637"/>
            <a:ext cx="3304426" cy="3250763"/>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97251963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39_Slide">
    <p:spTree>
      <p:nvGrpSpPr>
        <p:cNvPr id="1" name=""/>
        <p:cNvGrpSpPr/>
        <p:nvPr/>
      </p:nvGrpSpPr>
      <p:grpSpPr>
        <a:xfrm>
          <a:off x="0" y="0"/>
          <a:ext cx="0" cy="0"/>
          <a:chOff x="0" y="0"/>
          <a:chExt cx="0" cy="0"/>
        </a:xfrm>
      </p:grpSpPr>
      <p:sp>
        <p:nvSpPr>
          <p:cNvPr id="11" name="Picture Placeholder 8">
            <a:extLst>
              <a:ext uri="{FF2B5EF4-FFF2-40B4-BE49-F238E27FC236}">
                <a16:creationId xmlns:a16="http://schemas.microsoft.com/office/drawing/2014/main" id="{3AF8D21A-6CCE-CD43-8AE8-35782B027FA3}"/>
              </a:ext>
            </a:extLst>
          </p:cNvPr>
          <p:cNvSpPr>
            <a:spLocks noGrp="1"/>
          </p:cNvSpPr>
          <p:nvPr>
            <p:ph type="pic" sz="quarter" idx="21"/>
          </p:nvPr>
        </p:nvSpPr>
        <p:spPr>
          <a:xfrm>
            <a:off x="4443787" y="3429000"/>
            <a:ext cx="6813475" cy="2590364"/>
          </a:xfrm>
          <a:prstGeom prst="rect">
            <a:avLst/>
          </a:prstGeom>
          <a:solidFill>
            <a:schemeClr val="bg1">
              <a:lumMod val="95000"/>
            </a:schemeClr>
          </a:solidFill>
        </p:spPr>
        <p:txBody>
          <a:bodyPr>
            <a:normAutofit/>
          </a:bodyPr>
          <a:lstStyle>
            <a:lvl1pPr>
              <a:defRPr sz="1051"/>
            </a:lvl1pPr>
          </a:lstStyle>
          <a:p>
            <a:endParaRPr lang="en-US" dirty="0"/>
          </a:p>
        </p:txBody>
      </p:sp>
      <p:sp>
        <p:nvSpPr>
          <p:cNvPr id="8" name="Picture Placeholder 8">
            <a:extLst>
              <a:ext uri="{FF2B5EF4-FFF2-40B4-BE49-F238E27FC236}">
                <a16:creationId xmlns:a16="http://schemas.microsoft.com/office/drawing/2014/main" id="{3AF8D21A-6CCE-CD43-8AE8-35782B027FA3}"/>
              </a:ext>
            </a:extLst>
          </p:cNvPr>
          <p:cNvSpPr>
            <a:spLocks noGrp="1"/>
          </p:cNvSpPr>
          <p:nvPr>
            <p:ph type="pic" sz="quarter" idx="19"/>
          </p:nvPr>
        </p:nvSpPr>
        <p:spPr>
          <a:xfrm>
            <a:off x="4443787" y="838636"/>
            <a:ext cx="3304426" cy="2382546"/>
          </a:xfrm>
          <a:prstGeom prst="rect">
            <a:avLst/>
          </a:prstGeom>
          <a:solidFill>
            <a:schemeClr val="bg1">
              <a:lumMod val="95000"/>
            </a:schemeClr>
          </a:solidFill>
        </p:spPr>
        <p:txBody>
          <a:bodyPr>
            <a:normAutofit/>
          </a:bodyPr>
          <a:lstStyle>
            <a:lvl1pPr>
              <a:defRPr sz="1051"/>
            </a:lvl1pPr>
          </a:lstStyle>
          <a:p>
            <a:endParaRPr lang="en-US" dirty="0"/>
          </a:p>
        </p:txBody>
      </p:sp>
      <p:sp>
        <p:nvSpPr>
          <p:cNvPr id="9" name="Picture Placeholder 8">
            <a:extLst>
              <a:ext uri="{FF2B5EF4-FFF2-40B4-BE49-F238E27FC236}">
                <a16:creationId xmlns:a16="http://schemas.microsoft.com/office/drawing/2014/main" id="{3AF8D21A-6CCE-CD43-8AE8-35782B027FA3}"/>
              </a:ext>
            </a:extLst>
          </p:cNvPr>
          <p:cNvSpPr>
            <a:spLocks noGrp="1"/>
          </p:cNvSpPr>
          <p:nvPr>
            <p:ph type="pic" sz="quarter" idx="20"/>
          </p:nvPr>
        </p:nvSpPr>
        <p:spPr>
          <a:xfrm>
            <a:off x="918404" y="838637"/>
            <a:ext cx="3304426" cy="5180727"/>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72060931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0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6751807" y="1122218"/>
            <a:ext cx="5440193" cy="4613564"/>
          </a:xfrm>
          <a:prstGeom prst="rect">
            <a:avLst/>
          </a:prstGeom>
          <a:solidFill>
            <a:schemeClr val="bg1">
              <a:lumMod val="95000"/>
            </a:schemeClr>
          </a:solidFill>
        </p:spPr>
        <p:txBody>
          <a:bodyPr>
            <a:normAutofit/>
          </a:bodyPr>
          <a:lstStyle>
            <a:lvl1pPr>
              <a:defRPr sz="1051"/>
            </a:lvl1pPr>
          </a:lstStyle>
          <a:p>
            <a:endParaRPr lang="en-US" dirty="0"/>
          </a:p>
        </p:txBody>
      </p:sp>
      <p:sp>
        <p:nvSpPr>
          <p:cNvPr id="11" name="Picture Placeholder 8">
            <a:extLst>
              <a:ext uri="{FF2B5EF4-FFF2-40B4-BE49-F238E27FC236}">
                <a16:creationId xmlns:a16="http://schemas.microsoft.com/office/drawing/2014/main" id="{3AF8D21A-6CCE-CD43-8AE8-35782B027FA3}"/>
              </a:ext>
            </a:extLst>
          </p:cNvPr>
          <p:cNvSpPr>
            <a:spLocks noGrp="1"/>
          </p:cNvSpPr>
          <p:nvPr>
            <p:ph type="pic" sz="quarter" idx="21"/>
          </p:nvPr>
        </p:nvSpPr>
        <p:spPr>
          <a:xfrm>
            <a:off x="1044563" y="2286000"/>
            <a:ext cx="5518933" cy="3449782"/>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88821931"/>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41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8082399" y="1250649"/>
            <a:ext cx="2451202" cy="4324897"/>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22943457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42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1155202" y="3069127"/>
            <a:ext cx="4211966" cy="5674384"/>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98596152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43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6644167" y="1085795"/>
            <a:ext cx="6993192" cy="438037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094093492"/>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44_Slide">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3AF8D21A-6CCE-CD43-8AE8-35782B027FA3}"/>
              </a:ext>
            </a:extLst>
          </p:cNvPr>
          <p:cNvSpPr>
            <a:spLocks noGrp="1"/>
          </p:cNvSpPr>
          <p:nvPr>
            <p:ph type="pic" sz="quarter" idx="22"/>
          </p:nvPr>
        </p:nvSpPr>
        <p:spPr>
          <a:xfrm>
            <a:off x="4810997" y="0"/>
            <a:ext cx="7381003" cy="6858000"/>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141350755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blank" preserve="1">
  <p:cSld name="GUIDE01">
    <p:spTree>
      <p:nvGrpSpPr>
        <p:cNvPr id="1" name=""/>
        <p:cNvGrpSpPr/>
        <p:nvPr/>
      </p:nvGrpSpPr>
      <p:grpSpPr>
        <a:xfrm>
          <a:off x="0" y="0"/>
          <a:ext cx="0" cy="0"/>
          <a:chOff x="0" y="0"/>
          <a:chExt cx="0" cy="0"/>
        </a:xfrm>
      </p:grpSpPr>
      <p:sp>
        <p:nvSpPr>
          <p:cNvPr id="25" name="Object4">
            <a:extLst>
              <a:ext uri="{FF2B5EF4-FFF2-40B4-BE49-F238E27FC236}">
                <a16:creationId xmlns:a16="http://schemas.microsoft.com/office/drawing/2014/main" id="{7B7B9E91-D001-2C4B-8006-89E16166AD20}"/>
              </a:ext>
            </a:extLst>
          </p:cNvPr>
          <p:cNvSpPr/>
          <p:nvPr userDrawn="1"/>
        </p:nvSpPr>
        <p:spPr>
          <a:xfrm>
            <a:off x="517279" y="3778984"/>
            <a:ext cx="7967602" cy="1586619"/>
          </a:xfrm>
          <a:prstGeom prst="rect">
            <a:avLst/>
          </a:prstGeom>
          <a:noFill/>
          <a:ln/>
        </p:spPr>
        <p:txBody>
          <a:bodyPr wrap="square" lIns="0" tIns="0" rIns="0" bIns="0" rtlCol="0" anchor="ctr"/>
          <a:lstStyle/>
          <a:p>
            <a:pPr lvl="0"/>
            <a:r>
              <a:rPr lang="en-US" sz="2800" dirty="0"/>
              <a:t>Main Text, Lato, 56pt</a:t>
            </a:r>
          </a:p>
          <a:p>
            <a:pPr lvl="1"/>
            <a:r>
              <a:rPr lang="en-US" sz="900" dirty="0"/>
              <a:t>Second level, Lato 46pt</a:t>
            </a:r>
          </a:p>
          <a:p>
            <a:pPr lvl="2"/>
            <a:r>
              <a:rPr lang="en-US" sz="900" dirty="0"/>
              <a:t>Third level, Lato, 40pt</a:t>
            </a:r>
          </a:p>
          <a:p>
            <a:pPr lvl="3"/>
            <a:r>
              <a:rPr lang="en-US" sz="900" dirty="0"/>
              <a:t>Fourth level, Lato, 36pt</a:t>
            </a:r>
          </a:p>
          <a:p>
            <a:pPr lvl="4"/>
            <a:r>
              <a:rPr lang="en-US" sz="900" dirty="0"/>
              <a:t>Fifth level, Lato, 36pt</a:t>
            </a:r>
          </a:p>
        </p:txBody>
      </p:sp>
      <p:cxnSp>
        <p:nvCxnSpPr>
          <p:cNvPr id="29" name="Straight Connector 28">
            <a:extLst>
              <a:ext uri="{FF2B5EF4-FFF2-40B4-BE49-F238E27FC236}">
                <a16:creationId xmlns:a16="http://schemas.microsoft.com/office/drawing/2014/main" id="{BCFFD3F9-EA55-5941-A112-A6DBD4B519E4}"/>
              </a:ext>
            </a:extLst>
          </p:cNvPr>
          <p:cNvCxnSpPr>
            <a:cxnSpLocks/>
          </p:cNvCxnSpPr>
          <p:nvPr userDrawn="1"/>
        </p:nvCxnSpPr>
        <p:spPr>
          <a:xfrm>
            <a:off x="517280" y="1017632"/>
            <a:ext cx="108427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2836242-D62C-1942-AD70-BD64D3073DC7}"/>
              </a:ext>
            </a:extLst>
          </p:cNvPr>
          <p:cNvSpPr txBox="1"/>
          <p:nvPr userDrawn="1"/>
        </p:nvSpPr>
        <p:spPr>
          <a:xfrm>
            <a:off x="472918" y="343882"/>
            <a:ext cx="10962869" cy="646331"/>
          </a:xfrm>
          <a:prstGeom prst="rect">
            <a:avLst/>
          </a:prstGeom>
          <a:noFill/>
        </p:spPr>
        <p:txBody>
          <a:bodyPr wrap="square" rtlCol="0">
            <a:spAutoFit/>
          </a:bodyPr>
          <a:lstStyle/>
          <a:p>
            <a:pPr algn="l">
              <a:lnSpc>
                <a:spcPct val="100000"/>
              </a:lnSpc>
            </a:pPr>
            <a:r>
              <a:rPr lang="en-US" sz="3600" b="1" i="0" spc="300" dirty="0">
                <a:latin typeface="Montserrat" pitchFamily="2" charset="77"/>
                <a:ea typeface="Tahoma" panose="020B0604030504040204" pitchFamily="34" charset="0"/>
                <a:cs typeface="Arial" panose="020B0604020202020204" pitchFamily="34" charset="0"/>
              </a:rPr>
              <a:t>DARK THEME FONTS AND COLORS</a:t>
            </a:r>
            <a:endParaRPr lang="en-US" sz="3600" b="1" i="0" spc="300" baseline="0" dirty="0">
              <a:latin typeface="Montserrat" pitchFamily="2" charset="77"/>
              <a:ea typeface="Tahoma" panose="020B060403050404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865D6674-7026-FC4D-BE16-17F37B89C66A}"/>
              </a:ext>
            </a:extLst>
          </p:cNvPr>
          <p:cNvSpPr txBox="1"/>
          <p:nvPr userDrawn="1"/>
        </p:nvSpPr>
        <p:spPr>
          <a:xfrm>
            <a:off x="472918" y="1196540"/>
            <a:ext cx="3816094" cy="400110"/>
          </a:xfrm>
          <a:prstGeom prst="rect">
            <a:avLst/>
          </a:prstGeom>
          <a:noFill/>
        </p:spPr>
        <p:txBody>
          <a:bodyPr wrap="square" rtlCol="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lang="en-US" sz="2000" b="0" i="0" spc="300" baseline="0" dirty="0">
                <a:solidFill>
                  <a:schemeClr val="bg1"/>
                </a:solidFill>
                <a:latin typeface="Lato" panose="020F0502020204030203" pitchFamily="34" charset="77"/>
                <a:ea typeface="Tahoma" panose="020B0604030504040204" pitchFamily="34" charset="0"/>
                <a:cs typeface="Arial" panose="020B0604020202020204" pitchFamily="34" charset="0"/>
              </a:rPr>
              <a:t>FONTS</a:t>
            </a:r>
          </a:p>
        </p:txBody>
      </p:sp>
      <p:sp>
        <p:nvSpPr>
          <p:cNvPr id="33" name="TextBox 32">
            <a:extLst>
              <a:ext uri="{FF2B5EF4-FFF2-40B4-BE49-F238E27FC236}">
                <a16:creationId xmlns:a16="http://schemas.microsoft.com/office/drawing/2014/main" id="{A0350948-03D5-4443-BEDD-B8A5A62130C7}"/>
              </a:ext>
            </a:extLst>
          </p:cNvPr>
          <p:cNvSpPr txBox="1"/>
          <p:nvPr userDrawn="1"/>
        </p:nvSpPr>
        <p:spPr>
          <a:xfrm>
            <a:off x="8757571" y="1219046"/>
            <a:ext cx="4234479" cy="400110"/>
          </a:xfrm>
          <a:prstGeom prst="rect">
            <a:avLst/>
          </a:prstGeom>
          <a:noFill/>
        </p:spPr>
        <p:txBody>
          <a:bodyPr wrap="square" rtlCol="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lang="en-US" sz="2000" b="0" i="0" spc="300" baseline="0" dirty="0">
                <a:solidFill>
                  <a:schemeClr val="tx2"/>
                </a:solidFill>
                <a:latin typeface="Lato" panose="020F0502020204030203" pitchFamily="34" charset="77"/>
                <a:ea typeface="Tahoma" panose="020B0604030504040204" pitchFamily="34" charset="0"/>
                <a:cs typeface="Arial" panose="020B0604020202020204" pitchFamily="34" charset="0"/>
              </a:rPr>
              <a:t>COLORS</a:t>
            </a:r>
          </a:p>
        </p:txBody>
      </p:sp>
      <p:sp>
        <p:nvSpPr>
          <p:cNvPr id="2" name="TextBox 1">
            <a:extLst>
              <a:ext uri="{FF2B5EF4-FFF2-40B4-BE49-F238E27FC236}">
                <a16:creationId xmlns:a16="http://schemas.microsoft.com/office/drawing/2014/main" id="{A0E2CF8C-1AFF-E609-5F29-1AA2896A3788}"/>
              </a:ext>
            </a:extLst>
          </p:cNvPr>
          <p:cNvSpPr txBox="1"/>
          <p:nvPr userDrawn="1"/>
        </p:nvSpPr>
        <p:spPr>
          <a:xfrm>
            <a:off x="472918" y="1705853"/>
            <a:ext cx="7967602" cy="1015663"/>
          </a:xfrm>
          <a:prstGeom prst="rect">
            <a:avLst/>
          </a:prstGeom>
          <a:noFill/>
        </p:spPr>
        <p:txBody>
          <a:bodyPr wrap="square" rtlCol="0">
            <a:spAutoFit/>
          </a:bodyPr>
          <a:lstStyle/>
          <a:p>
            <a:r>
              <a:rPr lang="en-US" sz="3000" b="1" dirty="0">
                <a:solidFill>
                  <a:schemeClr val="bg1"/>
                </a:solidFill>
                <a:latin typeface="Montserrat" pitchFamily="2" charset="77"/>
                <a:cs typeface="Arial" panose="020B0604020202020204" pitchFamily="34" charset="0"/>
              </a:rPr>
              <a:t>HEADINGS, ALL CAPS, MONTSERRAT, 60PT, 72 PT, 88PT, OR 120PT BOLD</a:t>
            </a:r>
          </a:p>
        </p:txBody>
      </p:sp>
      <p:sp>
        <p:nvSpPr>
          <p:cNvPr id="3" name="TextBox 2">
            <a:extLst>
              <a:ext uri="{FF2B5EF4-FFF2-40B4-BE49-F238E27FC236}">
                <a16:creationId xmlns:a16="http://schemas.microsoft.com/office/drawing/2014/main" id="{C39E84E3-D887-66C3-C772-2F5B8261BACB}"/>
              </a:ext>
            </a:extLst>
          </p:cNvPr>
          <p:cNvSpPr txBox="1"/>
          <p:nvPr userDrawn="1"/>
        </p:nvSpPr>
        <p:spPr>
          <a:xfrm>
            <a:off x="472918" y="3027112"/>
            <a:ext cx="7967602" cy="446276"/>
          </a:xfrm>
          <a:prstGeom prst="rect">
            <a:avLst/>
          </a:prstGeom>
          <a:noFill/>
        </p:spPr>
        <p:txBody>
          <a:bodyPr wrap="square" rtlCol="0">
            <a:spAutoFit/>
          </a:bodyPr>
          <a:lstStyle/>
          <a:p>
            <a:r>
              <a:rPr lang="en-US" sz="2300" b="0" dirty="0">
                <a:solidFill>
                  <a:schemeClr val="bg1"/>
                </a:solidFill>
                <a:latin typeface="Lato" panose="020F0502020204030203" pitchFamily="34" charset="77"/>
                <a:cs typeface="Arial" panose="020B0604020202020204" pitchFamily="34" charset="0"/>
              </a:rPr>
              <a:t>SUBTITLES, ALL CAPS, LATO, 40-46PT</a:t>
            </a:r>
          </a:p>
        </p:txBody>
      </p:sp>
      <p:sp>
        <p:nvSpPr>
          <p:cNvPr id="4" name="Rectangle 3">
            <a:extLst>
              <a:ext uri="{FF2B5EF4-FFF2-40B4-BE49-F238E27FC236}">
                <a16:creationId xmlns:a16="http://schemas.microsoft.com/office/drawing/2014/main" id="{CB6D18A1-9E15-6C75-1559-E7267FE23793}"/>
              </a:ext>
            </a:extLst>
          </p:cNvPr>
          <p:cNvSpPr/>
          <p:nvPr userDrawn="1"/>
        </p:nvSpPr>
        <p:spPr>
          <a:xfrm>
            <a:off x="10167611" y="1777660"/>
            <a:ext cx="1039645" cy="1144047"/>
          </a:xfrm>
          <a:prstGeom prst="rect">
            <a:avLst/>
          </a:prstGeom>
          <a:solidFill>
            <a:srgbClr val="CFAE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35" name="Rectangle 34">
            <a:extLst>
              <a:ext uri="{FF2B5EF4-FFF2-40B4-BE49-F238E27FC236}">
                <a16:creationId xmlns:a16="http://schemas.microsoft.com/office/drawing/2014/main" id="{4FE86C34-1F68-34F1-5C36-CE46A0887C25}"/>
              </a:ext>
            </a:extLst>
          </p:cNvPr>
          <p:cNvSpPr/>
          <p:nvPr userDrawn="1"/>
        </p:nvSpPr>
        <p:spPr>
          <a:xfrm>
            <a:off x="8794082" y="1774339"/>
            <a:ext cx="1056478" cy="1147374"/>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37" name="Rectangle 36">
            <a:extLst>
              <a:ext uri="{FF2B5EF4-FFF2-40B4-BE49-F238E27FC236}">
                <a16:creationId xmlns:a16="http://schemas.microsoft.com/office/drawing/2014/main" id="{E46E0C28-21AE-8816-F443-91559E9AE91D}"/>
              </a:ext>
            </a:extLst>
          </p:cNvPr>
          <p:cNvSpPr/>
          <p:nvPr userDrawn="1"/>
        </p:nvSpPr>
        <p:spPr>
          <a:xfrm>
            <a:off x="10167611" y="3170354"/>
            <a:ext cx="1056478" cy="1147374"/>
          </a:xfrm>
          <a:prstGeom prst="rect">
            <a:avLst/>
          </a:prstGeom>
          <a:solidFill>
            <a:srgbClr val="EBEBEB"/>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38" name="Rectangle 37">
            <a:extLst>
              <a:ext uri="{FF2B5EF4-FFF2-40B4-BE49-F238E27FC236}">
                <a16:creationId xmlns:a16="http://schemas.microsoft.com/office/drawing/2014/main" id="{19F9E15F-5C75-0D13-E4B3-FD01DE13E6B8}"/>
              </a:ext>
            </a:extLst>
          </p:cNvPr>
          <p:cNvSpPr/>
          <p:nvPr userDrawn="1"/>
        </p:nvSpPr>
        <p:spPr>
          <a:xfrm>
            <a:off x="8794082" y="3183249"/>
            <a:ext cx="1056478" cy="11473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39" name="TextBox 38">
            <a:extLst>
              <a:ext uri="{FF2B5EF4-FFF2-40B4-BE49-F238E27FC236}">
                <a16:creationId xmlns:a16="http://schemas.microsoft.com/office/drawing/2014/main" id="{803C5E83-6467-B6F6-9710-63DFCF112785}"/>
              </a:ext>
            </a:extLst>
          </p:cNvPr>
          <p:cNvSpPr txBox="1"/>
          <p:nvPr userDrawn="1"/>
        </p:nvSpPr>
        <p:spPr>
          <a:xfrm>
            <a:off x="8840744" y="1812029"/>
            <a:ext cx="724969" cy="507831"/>
          </a:xfrm>
          <a:prstGeom prst="rect">
            <a:avLst/>
          </a:prstGeom>
          <a:solidFill>
            <a:srgbClr val="303332"/>
          </a:solidFill>
        </p:spPr>
        <p:txBody>
          <a:bodyPr wrap="square" rtlCol="0">
            <a:spAutoFit/>
          </a:bodyPr>
          <a:lstStyle/>
          <a:p>
            <a:pPr algn="l"/>
            <a:r>
              <a:rPr lang="en-US" sz="900" b="1" spc="0" dirty="0">
                <a:solidFill>
                  <a:schemeClr val="bg1"/>
                </a:solidFill>
                <a:latin typeface="Arial" panose="020B0604020202020204" pitchFamily="34" charset="0"/>
                <a:ea typeface="Verdana" panose="020B0604030504040204" pitchFamily="34" charset="0"/>
                <a:cs typeface="Arial" panose="020B0604020202020204" pitchFamily="34" charset="0"/>
              </a:rPr>
              <a:t>Dark Grey</a:t>
            </a:r>
          </a:p>
          <a:p>
            <a:pPr algn="l"/>
            <a:r>
              <a:rPr lang="en-US" sz="900" b="1" spc="0" dirty="0">
                <a:solidFill>
                  <a:schemeClr val="bg1"/>
                </a:solidFill>
                <a:latin typeface="Arial" panose="020B0604020202020204" pitchFamily="34" charset="0"/>
                <a:ea typeface="Verdana" panose="020B0604030504040204" pitchFamily="34" charset="0"/>
                <a:cs typeface="Arial" panose="020B0604020202020204" pitchFamily="34" charset="0"/>
              </a:rPr>
              <a:t>313332</a:t>
            </a:r>
          </a:p>
        </p:txBody>
      </p:sp>
      <p:sp>
        <p:nvSpPr>
          <p:cNvPr id="40" name="TextBox 39">
            <a:extLst>
              <a:ext uri="{FF2B5EF4-FFF2-40B4-BE49-F238E27FC236}">
                <a16:creationId xmlns:a16="http://schemas.microsoft.com/office/drawing/2014/main" id="{DA549C2B-6370-A392-8224-4F54FABFAD16}"/>
              </a:ext>
            </a:extLst>
          </p:cNvPr>
          <p:cNvSpPr txBox="1"/>
          <p:nvPr userDrawn="1"/>
        </p:nvSpPr>
        <p:spPr>
          <a:xfrm>
            <a:off x="10230602" y="1794301"/>
            <a:ext cx="724969" cy="369332"/>
          </a:xfrm>
          <a:prstGeom prst="rect">
            <a:avLst/>
          </a:prstGeom>
          <a:noFill/>
        </p:spPr>
        <p:txBody>
          <a:bodyPr wrap="square" rtlCol="0">
            <a:spAutoFit/>
          </a:bodyPr>
          <a:lstStyle/>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Flat Gold</a:t>
            </a:r>
          </a:p>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CFAE70</a:t>
            </a:r>
          </a:p>
        </p:txBody>
      </p:sp>
      <p:sp>
        <p:nvSpPr>
          <p:cNvPr id="42" name="TextBox 41">
            <a:extLst>
              <a:ext uri="{FF2B5EF4-FFF2-40B4-BE49-F238E27FC236}">
                <a16:creationId xmlns:a16="http://schemas.microsoft.com/office/drawing/2014/main" id="{39DF2BC9-FCCD-D962-FFB4-0168545AA575}"/>
              </a:ext>
            </a:extLst>
          </p:cNvPr>
          <p:cNvSpPr txBox="1"/>
          <p:nvPr userDrawn="1"/>
        </p:nvSpPr>
        <p:spPr>
          <a:xfrm>
            <a:off x="10230601" y="3215754"/>
            <a:ext cx="724969" cy="507831"/>
          </a:xfrm>
          <a:prstGeom prst="rect">
            <a:avLst/>
          </a:prstGeom>
          <a:noFill/>
        </p:spPr>
        <p:txBody>
          <a:bodyPr wrap="square" rtlCol="0">
            <a:spAutoFit/>
          </a:bodyPr>
          <a:lstStyle/>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Light Gray</a:t>
            </a:r>
          </a:p>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EBEBEB</a:t>
            </a:r>
          </a:p>
        </p:txBody>
      </p:sp>
      <p:sp>
        <p:nvSpPr>
          <p:cNvPr id="43" name="TextBox 42">
            <a:extLst>
              <a:ext uri="{FF2B5EF4-FFF2-40B4-BE49-F238E27FC236}">
                <a16:creationId xmlns:a16="http://schemas.microsoft.com/office/drawing/2014/main" id="{A2095653-B686-EA9B-2721-0CA465AA4B04}"/>
              </a:ext>
            </a:extLst>
          </p:cNvPr>
          <p:cNvSpPr txBox="1"/>
          <p:nvPr userDrawn="1"/>
        </p:nvSpPr>
        <p:spPr>
          <a:xfrm>
            <a:off x="8847615" y="3183249"/>
            <a:ext cx="724969" cy="369332"/>
          </a:xfrm>
          <a:prstGeom prst="rect">
            <a:avLst/>
          </a:prstGeom>
          <a:noFill/>
        </p:spPr>
        <p:txBody>
          <a:bodyPr wrap="square" rtlCol="0">
            <a:spAutoFit/>
          </a:bodyPr>
          <a:lstStyle/>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White</a:t>
            </a:r>
          </a:p>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FFFFFF</a:t>
            </a:r>
          </a:p>
        </p:txBody>
      </p:sp>
      <p:cxnSp>
        <p:nvCxnSpPr>
          <p:cNvPr id="44" name="Straight Connector 43">
            <a:extLst>
              <a:ext uri="{FF2B5EF4-FFF2-40B4-BE49-F238E27FC236}">
                <a16:creationId xmlns:a16="http://schemas.microsoft.com/office/drawing/2014/main" id="{A610C0AF-C22E-2AC1-99DF-DE0D1F3980DC}"/>
              </a:ext>
            </a:extLst>
          </p:cNvPr>
          <p:cNvCxnSpPr>
            <a:cxnSpLocks/>
          </p:cNvCxnSpPr>
          <p:nvPr userDrawn="1"/>
        </p:nvCxnSpPr>
        <p:spPr>
          <a:xfrm>
            <a:off x="517280" y="1550483"/>
            <a:ext cx="356212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1F842F6-DE3D-3863-76DF-90A049C1D0CA}"/>
              </a:ext>
            </a:extLst>
          </p:cNvPr>
          <p:cNvCxnSpPr>
            <a:cxnSpLocks/>
          </p:cNvCxnSpPr>
          <p:nvPr userDrawn="1"/>
        </p:nvCxnSpPr>
        <p:spPr>
          <a:xfrm>
            <a:off x="8794082" y="1571806"/>
            <a:ext cx="356212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6F84020B-80D9-A3CD-8B56-BBFD7117BEE6}"/>
              </a:ext>
            </a:extLst>
          </p:cNvPr>
          <p:cNvSpPr/>
          <p:nvPr userDrawn="1"/>
        </p:nvSpPr>
        <p:spPr>
          <a:xfrm>
            <a:off x="8794082" y="4572293"/>
            <a:ext cx="1056478" cy="71390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2"/>
              </a:solidFill>
            </a:endParaRPr>
          </a:p>
        </p:txBody>
      </p:sp>
      <p:sp>
        <p:nvSpPr>
          <p:cNvPr id="6" name="Rectangle 5">
            <a:extLst>
              <a:ext uri="{FF2B5EF4-FFF2-40B4-BE49-F238E27FC236}">
                <a16:creationId xmlns:a16="http://schemas.microsoft.com/office/drawing/2014/main" id="{74F71AF9-110B-75C0-612D-94FACC85AF1C}"/>
              </a:ext>
            </a:extLst>
          </p:cNvPr>
          <p:cNvSpPr/>
          <p:nvPr userDrawn="1"/>
        </p:nvSpPr>
        <p:spPr>
          <a:xfrm>
            <a:off x="10169393" y="4566375"/>
            <a:ext cx="1056478" cy="71390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7" name="Rectangle 6">
            <a:extLst>
              <a:ext uri="{FF2B5EF4-FFF2-40B4-BE49-F238E27FC236}">
                <a16:creationId xmlns:a16="http://schemas.microsoft.com/office/drawing/2014/main" id="{119A9C3D-51B9-330B-3046-3773D25821B4}"/>
              </a:ext>
            </a:extLst>
          </p:cNvPr>
          <p:cNvSpPr/>
          <p:nvPr userDrawn="1"/>
        </p:nvSpPr>
        <p:spPr>
          <a:xfrm>
            <a:off x="8794082" y="5474436"/>
            <a:ext cx="1056478" cy="71390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8" name="Rectangle 7">
            <a:extLst>
              <a:ext uri="{FF2B5EF4-FFF2-40B4-BE49-F238E27FC236}">
                <a16:creationId xmlns:a16="http://schemas.microsoft.com/office/drawing/2014/main" id="{8E5508E7-F174-0DBF-57BD-E390339C5774}"/>
              </a:ext>
            </a:extLst>
          </p:cNvPr>
          <p:cNvSpPr/>
          <p:nvPr userDrawn="1"/>
        </p:nvSpPr>
        <p:spPr>
          <a:xfrm>
            <a:off x="10167611" y="5474435"/>
            <a:ext cx="1056478" cy="71390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9" name="TextBox 8">
            <a:extLst>
              <a:ext uri="{FF2B5EF4-FFF2-40B4-BE49-F238E27FC236}">
                <a16:creationId xmlns:a16="http://schemas.microsoft.com/office/drawing/2014/main" id="{BA7D5EF8-0339-C159-191B-C03381B66827}"/>
              </a:ext>
            </a:extLst>
          </p:cNvPr>
          <p:cNvSpPr txBox="1"/>
          <p:nvPr userDrawn="1"/>
        </p:nvSpPr>
        <p:spPr>
          <a:xfrm>
            <a:off x="8888222" y="4621212"/>
            <a:ext cx="724969" cy="369332"/>
          </a:xfrm>
          <a:prstGeom prst="rect">
            <a:avLst/>
          </a:prstGeom>
          <a:noFill/>
        </p:spPr>
        <p:txBody>
          <a:bodyPr wrap="square" rtlCol="0">
            <a:spAutoFit/>
          </a:bodyPr>
          <a:lstStyle/>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Sage</a:t>
            </a:r>
          </a:p>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8BA18E</a:t>
            </a:r>
          </a:p>
        </p:txBody>
      </p:sp>
      <p:sp>
        <p:nvSpPr>
          <p:cNvPr id="10" name="TextBox 9">
            <a:extLst>
              <a:ext uri="{FF2B5EF4-FFF2-40B4-BE49-F238E27FC236}">
                <a16:creationId xmlns:a16="http://schemas.microsoft.com/office/drawing/2014/main" id="{91691764-B4EE-E855-5EDE-6AF4230453C4}"/>
              </a:ext>
            </a:extLst>
          </p:cNvPr>
          <p:cNvSpPr txBox="1"/>
          <p:nvPr userDrawn="1"/>
        </p:nvSpPr>
        <p:spPr>
          <a:xfrm>
            <a:off x="10230601" y="4621211"/>
            <a:ext cx="724969" cy="369332"/>
          </a:xfrm>
          <a:prstGeom prst="rect">
            <a:avLst/>
          </a:prstGeom>
          <a:noFill/>
        </p:spPr>
        <p:txBody>
          <a:bodyPr wrap="square" rtlCol="0">
            <a:spAutoFit/>
          </a:bodyPr>
          <a:lstStyle/>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Sky</a:t>
            </a:r>
          </a:p>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B3C9CD</a:t>
            </a:r>
          </a:p>
        </p:txBody>
      </p:sp>
      <p:sp>
        <p:nvSpPr>
          <p:cNvPr id="12" name="TextBox 11">
            <a:extLst>
              <a:ext uri="{FF2B5EF4-FFF2-40B4-BE49-F238E27FC236}">
                <a16:creationId xmlns:a16="http://schemas.microsoft.com/office/drawing/2014/main" id="{30C8370C-673E-E089-0E68-0316B31A790F}"/>
              </a:ext>
            </a:extLst>
          </p:cNvPr>
          <p:cNvSpPr txBox="1"/>
          <p:nvPr userDrawn="1"/>
        </p:nvSpPr>
        <p:spPr>
          <a:xfrm>
            <a:off x="8888222" y="5560784"/>
            <a:ext cx="724969" cy="369332"/>
          </a:xfrm>
          <a:prstGeom prst="rect">
            <a:avLst/>
          </a:prstGeom>
          <a:noFill/>
        </p:spPr>
        <p:txBody>
          <a:bodyPr wrap="square" rtlCol="0">
            <a:spAutoFit/>
          </a:bodyPr>
          <a:lstStyle/>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Highlight</a:t>
            </a:r>
          </a:p>
          <a:p>
            <a:pPr algn="l"/>
            <a:r>
              <a:rPr lang="en-US" sz="900" b="1" spc="0" dirty="0">
                <a:solidFill>
                  <a:sysClr val="windowText" lastClr="000000"/>
                </a:solidFill>
                <a:latin typeface="Arial" panose="020B0604020202020204" pitchFamily="34" charset="0"/>
                <a:ea typeface="Verdana" panose="020B0604030504040204" pitchFamily="34" charset="0"/>
                <a:cs typeface="Arial" panose="020B0604020202020204" pitchFamily="34" charset="0"/>
              </a:rPr>
              <a:t>ECB748</a:t>
            </a:r>
          </a:p>
        </p:txBody>
      </p:sp>
      <p:sp>
        <p:nvSpPr>
          <p:cNvPr id="13" name="TextBox 12">
            <a:extLst>
              <a:ext uri="{FF2B5EF4-FFF2-40B4-BE49-F238E27FC236}">
                <a16:creationId xmlns:a16="http://schemas.microsoft.com/office/drawing/2014/main" id="{5AAA8B48-D6F3-550B-2280-0EE56A6F766B}"/>
              </a:ext>
            </a:extLst>
          </p:cNvPr>
          <p:cNvSpPr txBox="1"/>
          <p:nvPr userDrawn="1"/>
        </p:nvSpPr>
        <p:spPr>
          <a:xfrm>
            <a:off x="10230601" y="5560784"/>
            <a:ext cx="724969" cy="369332"/>
          </a:xfrm>
          <a:prstGeom prst="rect">
            <a:avLst/>
          </a:prstGeom>
          <a:noFill/>
        </p:spPr>
        <p:txBody>
          <a:bodyPr wrap="square" rtlCol="0">
            <a:spAutoFit/>
          </a:bodyPr>
          <a:lstStyle/>
          <a:p>
            <a:pPr algn="l"/>
            <a:r>
              <a:rPr lang="en-US" sz="900" b="1" spc="0" dirty="0">
                <a:solidFill>
                  <a:schemeClr val="bg1"/>
                </a:solidFill>
                <a:latin typeface="Arial" panose="020B0604020202020204" pitchFamily="34" charset="0"/>
                <a:ea typeface="Verdana" panose="020B0604030504040204" pitchFamily="34" charset="0"/>
                <a:cs typeface="Arial" panose="020B0604020202020204" pitchFamily="34" charset="0"/>
              </a:rPr>
              <a:t>Oak</a:t>
            </a:r>
          </a:p>
          <a:p>
            <a:pPr algn="l"/>
            <a:r>
              <a:rPr lang="en-US" sz="900" b="1" spc="0" dirty="0">
                <a:solidFill>
                  <a:schemeClr val="bg1"/>
                </a:solidFill>
                <a:latin typeface="Arial" panose="020B0604020202020204" pitchFamily="34" charset="0"/>
                <a:ea typeface="Verdana" panose="020B0604030504040204" pitchFamily="34" charset="0"/>
                <a:cs typeface="Arial" panose="020B0604020202020204" pitchFamily="34" charset="0"/>
              </a:rPr>
              <a:t>946E24</a:t>
            </a:r>
          </a:p>
        </p:txBody>
      </p:sp>
    </p:spTree>
    <p:extLst>
      <p:ext uri="{BB962C8B-B14F-4D97-AF65-F5344CB8AC3E}">
        <p14:creationId xmlns:p14="http://schemas.microsoft.com/office/powerpoint/2010/main" val="3687666610"/>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blank" preserve="1">
  <p:cSld name="GUIDE02">
    <p:spTree>
      <p:nvGrpSpPr>
        <p:cNvPr id="1" name=""/>
        <p:cNvGrpSpPr/>
        <p:nvPr/>
      </p:nvGrpSpPr>
      <p:grpSpPr>
        <a:xfrm>
          <a:off x="0" y="0"/>
          <a:ext cx="0" cy="0"/>
          <a:chOff x="0" y="0"/>
          <a:chExt cx="0" cy="0"/>
        </a:xfrm>
      </p:grpSpPr>
      <p:cxnSp>
        <p:nvCxnSpPr>
          <p:cNvPr id="29" name="Straight Connector 28">
            <a:extLst>
              <a:ext uri="{FF2B5EF4-FFF2-40B4-BE49-F238E27FC236}">
                <a16:creationId xmlns:a16="http://schemas.microsoft.com/office/drawing/2014/main" id="{ABC8669E-B216-AA42-B53A-973035C85CE2}"/>
              </a:ext>
            </a:extLst>
          </p:cNvPr>
          <p:cNvCxnSpPr>
            <a:cxnSpLocks/>
          </p:cNvCxnSpPr>
          <p:nvPr userDrawn="1"/>
        </p:nvCxnSpPr>
        <p:spPr>
          <a:xfrm>
            <a:off x="593013" y="1017632"/>
            <a:ext cx="108427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272C731-1402-D34C-B7DD-4065D53CE563}"/>
              </a:ext>
            </a:extLst>
          </p:cNvPr>
          <p:cNvSpPr txBox="1"/>
          <p:nvPr userDrawn="1"/>
        </p:nvSpPr>
        <p:spPr>
          <a:xfrm>
            <a:off x="472919" y="343881"/>
            <a:ext cx="6617517" cy="646331"/>
          </a:xfrm>
          <a:prstGeom prst="rect">
            <a:avLst/>
          </a:prstGeom>
          <a:noFill/>
        </p:spPr>
        <p:txBody>
          <a:bodyPr wrap="none" rtlCol="0">
            <a:spAutoFit/>
          </a:bodyPr>
          <a:lstStyle/>
          <a:p>
            <a:pPr algn="l">
              <a:lnSpc>
                <a:spcPct val="100000"/>
              </a:lnSpc>
            </a:pPr>
            <a:r>
              <a:rPr lang="en-US" sz="3600" b="1" i="0" spc="300" dirty="0">
                <a:latin typeface="Montserrat" pitchFamily="2" charset="77"/>
                <a:ea typeface="Tahoma" panose="020B0604030504040204" pitchFamily="34" charset="0"/>
                <a:cs typeface="Arial" panose="020B0604020202020204" pitchFamily="34" charset="0"/>
              </a:rPr>
              <a:t>TEMPLATE GUIDELINES</a:t>
            </a:r>
            <a:endParaRPr lang="en-US" sz="3600" b="1" i="0" spc="300" baseline="0" dirty="0">
              <a:latin typeface="Montserrat" pitchFamily="2" charset="77"/>
              <a:ea typeface="Tahoma" panose="020B060403050404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A3FFBCD6-4509-E545-897B-13343F0A4AA2}"/>
              </a:ext>
            </a:extLst>
          </p:cNvPr>
          <p:cNvSpPr txBox="1"/>
          <p:nvPr userDrawn="1"/>
        </p:nvSpPr>
        <p:spPr>
          <a:xfrm>
            <a:off x="500412" y="1238057"/>
            <a:ext cx="5294551" cy="461665"/>
          </a:xfrm>
          <a:prstGeom prst="rect">
            <a:avLst/>
          </a:prstGeom>
          <a:noFill/>
        </p:spPr>
        <p:txBody>
          <a:bodyPr wrap="square" rtlCol="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lang="en-US" sz="2400" b="1" i="0" spc="300" baseline="0" dirty="0">
                <a:solidFill>
                  <a:schemeClr val="tx2"/>
                </a:solidFill>
                <a:latin typeface="+mj-lt"/>
                <a:ea typeface="Tahoma" panose="020B0604030504040204" pitchFamily="34" charset="0"/>
                <a:cs typeface="Arial" panose="020B0604020202020204" pitchFamily="34" charset="0"/>
              </a:rPr>
              <a:t>USING SLIDE LAYOUTS</a:t>
            </a:r>
          </a:p>
        </p:txBody>
      </p:sp>
      <p:cxnSp>
        <p:nvCxnSpPr>
          <p:cNvPr id="32" name="Straight Connector 31">
            <a:extLst>
              <a:ext uri="{FF2B5EF4-FFF2-40B4-BE49-F238E27FC236}">
                <a16:creationId xmlns:a16="http://schemas.microsoft.com/office/drawing/2014/main" id="{1F24369F-C194-AD45-85F6-6988005CDA65}"/>
              </a:ext>
            </a:extLst>
          </p:cNvPr>
          <p:cNvCxnSpPr>
            <a:cxnSpLocks/>
          </p:cNvCxnSpPr>
          <p:nvPr userDrawn="1"/>
        </p:nvCxnSpPr>
        <p:spPr>
          <a:xfrm>
            <a:off x="593013" y="1683345"/>
            <a:ext cx="356212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79A14FE-18BE-6142-B636-9CCED47D817E}"/>
              </a:ext>
            </a:extLst>
          </p:cNvPr>
          <p:cNvSpPr txBox="1"/>
          <p:nvPr userDrawn="1"/>
        </p:nvSpPr>
        <p:spPr>
          <a:xfrm>
            <a:off x="520121" y="1883971"/>
            <a:ext cx="2933258" cy="347659"/>
          </a:xfrm>
          <a:prstGeom prst="rect">
            <a:avLst/>
          </a:prstGeom>
          <a:noFill/>
        </p:spPr>
        <p:txBody>
          <a:bodyPr wrap="square" rtlCol="0">
            <a:spAutoFit/>
          </a:bodyPr>
          <a:lstStyle/>
          <a:p>
            <a:pPr lvl="0">
              <a:lnSpc>
                <a:spcPts val="2200"/>
              </a:lnSpc>
            </a:pPr>
            <a:r>
              <a:rPr lang="en-US" sz="1600" b="1" i="0" spc="150" baseline="0" dirty="0">
                <a:latin typeface="Lato" panose="020F0502020204030203" pitchFamily="34" charset="77"/>
                <a:ea typeface="Tahoma" panose="020B0604030504040204" pitchFamily="34" charset="0"/>
                <a:cs typeface="Arial" panose="020B0604020202020204" pitchFamily="34" charset="0"/>
              </a:rPr>
              <a:t>To insert a new slide:</a:t>
            </a:r>
          </a:p>
        </p:txBody>
      </p:sp>
      <p:sp>
        <p:nvSpPr>
          <p:cNvPr id="34" name="TextBox 33">
            <a:extLst>
              <a:ext uri="{FF2B5EF4-FFF2-40B4-BE49-F238E27FC236}">
                <a16:creationId xmlns:a16="http://schemas.microsoft.com/office/drawing/2014/main" id="{E08843B7-205D-3946-ABAE-B1BDBD70F068}"/>
              </a:ext>
            </a:extLst>
          </p:cNvPr>
          <p:cNvSpPr txBox="1"/>
          <p:nvPr userDrawn="1"/>
        </p:nvSpPr>
        <p:spPr>
          <a:xfrm>
            <a:off x="520120" y="2285462"/>
            <a:ext cx="4872151" cy="1665584"/>
          </a:xfrm>
          <a:prstGeom prst="rect">
            <a:avLst/>
          </a:prstGeom>
          <a:noFill/>
        </p:spPr>
        <p:txBody>
          <a:bodyPr wrap="square" rtlCol="0">
            <a:spAutoFit/>
          </a:bodyPr>
          <a:lstStyle/>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Click the arrow on the right slide of the </a:t>
            </a:r>
            <a:br>
              <a:rPr lang="en-US" sz="1400" b="0" i="0" spc="150" baseline="0" dirty="0">
                <a:latin typeface="Lato" panose="020F0502020204030203" pitchFamily="34" charset="77"/>
                <a:ea typeface="Tahoma" panose="020B0604030504040204" pitchFamily="34" charset="0"/>
                <a:cs typeface="Arial" panose="020B0604020202020204" pitchFamily="34" charset="0"/>
              </a:rPr>
            </a:br>
            <a:r>
              <a:rPr lang="en-US" sz="1400" b="0" i="0" spc="150" baseline="0" dirty="0">
                <a:latin typeface="Lato" panose="020F0502020204030203" pitchFamily="34" charset="77"/>
                <a:ea typeface="Tahoma" panose="020B0604030504040204" pitchFamily="34" charset="0"/>
                <a:cs typeface="Arial" panose="020B0604020202020204" pitchFamily="34" charset="0"/>
              </a:rPr>
              <a:t>New Slide button</a:t>
            </a:r>
          </a:p>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Choose an appropriate layout from</a:t>
            </a:r>
            <a:br>
              <a:rPr lang="en-US" sz="1400" b="0" i="0" spc="150" baseline="0" dirty="0">
                <a:latin typeface="Lato" panose="020F0502020204030203" pitchFamily="34" charset="77"/>
                <a:ea typeface="Tahoma" panose="020B0604030504040204" pitchFamily="34" charset="0"/>
                <a:cs typeface="Arial" panose="020B0604020202020204" pitchFamily="34" charset="0"/>
              </a:rPr>
            </a:br>
            <a:r>
              <a:rPr lang="en-US" sz="1400" b="0" i="0" spc="150" baseline="0" dirty="0">
                <a:latin typeface="Lato" panose="020F0502020204030203" pitchFamily="34" charset="77"/>
                <a:ea typeface="Tahoma" panose="020B0604030504040204" pitchFamily="34" charset="0"/>
                <a:cs typeface="Arial" panose="020B0604020202020204" pitchFamily="34" charset="0"/>
              </a:rPr>
              <a:t>the gallery</a:t>
            </a:r>
          </a:p>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Edit as needed, following the guidelines</a:t>
            </a:r>
          </a:p>
        </p:txBody>
      </p:sp>
      <p:sp>
        <p:nvSpPr>
          <p:cNvPr id="35" name="TextBox 34">
            <a:extLst>
              <a:ext uri="{FF2B5EF4-FFF2-40B4-BE49-F238E27FC236}">
                <a16:creationId xmlns:a16="http://schemas.microsoft.com/office/drawing/2014/main" id="{02ECCC39-BB65-AC40-AD18-8F381A0C05D3}"/>
              </a:ext>
            </a:extLst>
          </p:cNvPr>
          <p:cNvSpPr txBox="1"/>
          <p:nvPr userDrawn="1"/>
        </p:nvSpPr>
        <p:spPr>
          <a:xfrm>
            <a:off x="5785109" y="1238057"/>
            <a:ext cx="6936347" cy="461665"/>
          </a:xfrm>
          <a:prstGeom prst="rect">
            <a:avLst/>
          </a:prstGeom>
          <a:noFill/>
        </p:spPr>
        <p:txBody>
          <a:bodyPr wrap="square" rtlCol="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lang="en-US" sz="2400" b="1" i="0" spc="300" baseline="0" dirty="0">
                <a:solidFill>
                  <a:schemeClr val="tx2"/>
                </a:solidFill>
                <a:latin typeface="+mj-lt"/>
                <a:ea typeface="Tahoma" panose="020B0604030504040204" pitchFamily="34" charset="0"/>
                <a:cs typeface="Arial" panose="020B0604020202020204" pitchFamily="34" charset="0"/>
              </a:rPr>
              <a:t>CHANGING SLIDE LAYOUTS</a:t>
            </a:r>
          </a:p>
        </p:txBody>
      </p:sp>
      <p:cxnSp>
        <p:nvCxnSpPr>
          <p:cNvPr id="36" name="Straight Connector 35">
            <a:extLst>
              <a:ext uri="{FF2B5EF4-FFF2-40B4-BE49-F238E27FC236}">
                <a16:creationId xmlns:a16="http://schemas.microsoft.com/office/drawing/2014/main" id="{9A836D77-69F2-494D-B305-F1C1FC3DB5D5}"/>
              </a:ext>
            </a:extLst>
          </p:cNvPr>
          <p:cNvCxnSpPr>
            <a:cxnSpLocks/>
          </p:cNvCxnSpPr>
          <p:nvPr userDrawn="1"/>
        </p:nvCxnSpPr>
        <p:spPr>
          <a:xfrm>
            <a:off x="5877710" y="1683345"/>
            <a:ext cx="423447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5D3EE09A-33B1-9548-B0A8-602C83122867}"/>
              </a:ext>
            </a:extLst>
          </p:cNvPr>
          <p:cNvSpPr txBox="1"/>
          <p:nvPr userDrawn="1"/>
        </p:nvSpPr>
        <p:spPr>
          <a:xfrm>
            <a:off x="5804817" y="1883972"/>
            <a:ext cx="5630970" cy="911916"/>
          </a:xfrm>
          <a:prstGeom prst="rect">
            <a:avLst/>
          </a:prstGeom>
          <a:noFill/>
        </p:spPr>
        <p:txBody>
          <a:bodyPr wrap="square" rtlCol="0">
            <a:spAutoFit/>
          </a:bodyPr>
          <a:lstStyle/>
          <a:p>
            <a:pPr lvl="0">
              <a:lnSpc>
                <a:spcPts val="2200"/>
              </a:lnSpc>
            </a:pPr>
            <a:r>
              <a:rPr lang="en-US" sz="1600" b="1" i="0" spc="150" baseline="0" dirty="0">
                <a:latin typeface="Lato" panose="020F0502020204030203" pitchFamily="34" charset="77"/>
                <a:ea typeface="Tahoma" panose="020B0604030504040204" pitchFamily="34" charset="0"/>
                <a:cs typeface="Arial" panose="020B0604020202020204" pitchFamily="34" charset="0"/>
              </a:rPr>
              <a:t>If you wish to use a different layout for your existing slide, there is no need to insert a new one. Simply:</a:t>
            </a:r>
          </a:p>
        </p:txBody>
      </p:sp>
      <p:sp>
        <p:nvSpPr>
          <p:cNvPr id="38" name="TextBox 37">
            <a:extLst>
              <a:ext uri="{FF2B5EF4-FFF2-40B4-BE49-F238E27FC236}">
                <a16:creationId xmlns:a16="http://schemas.microsoft.com/office/drawing/2014/main" id="{031C6390-568E-664C-ACF3-B99CCB8654EF}"/>
              </a:ext>
            </a:extLst>
          </p:cNvPr>
          <p:cNvSpPr txBox="1"/>
          <p:nvPr userDrawn="1"/>
        </p:nvSpPr>
        <p:spPr>
          <a:xfrm>
            <a:off x="5794963" y="2880710"/>
            <a:ext cx="4979724" cy="1019253"/>
          </a:xfrm>
          <a:prstGeom prst="rect">
            <a:avLst/>
          </a:prstGeom>
          <a:noFill/>
        </p:spPr>
        <p:txBody>
          <a:bodyPr wrap="square" rtlCol="0">
            <a:spAutoFit/>
          </a:bodyPr>
          <a:lstStyle/>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With your slide selected, click in the Layout button</a:t>
            </a:r>
          </a:p>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Choose a new layout from the gallery</a:t>
            </a:r>
          </a:p>
        </p:txBody>
      </p:sp>
      <p:sp>
        <p:nvSpPr>
          <p:cNvPr id="39" name="TextBox 38">
            <a:extLst>
              <a:ext uri="{FF2B5EF4-FFF2-40B4-BE49-F238E27FC236}">
                <a16:creationId xmlns:a16="http://schemas.microsoft.com/office/drawing/2014/main" id="{29F05F79-EC1D-A349-A6B8-A12B4B8D0A25}"/>
              </a:ext>
            </a:extLst>
          </p:cNvPr>
          <p:cNvSpPr txBox="1"/>
          <p:nvPr userDrawn="1"/>
        </p:nvSpPr>
        <p:spPr>
          <a:xfrm>
            <a:off x="500412" y="4204095"/>
            <a:ext cx="5294551" cy="461665"/>
          </a:xfrm>
          <a:prstGeom prst="rect">
            <a:avLst/>
          </a:prstGeom>
          <a:noFill/>
        </p:spPr>
        <p:txBody>
          <a:bodyPr wrap="square" rtlCol="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lang="en-US" sz="2400" b="1" i="0" spc="300" baseline="0" dirty="0">
                <a:solidFill>
                  <a:schemeClr val="tx2"/>
                </a:solidFill>
                <a:latin typeface="+mj-lt"/>
                <a:ea typeface="Tahoma" panose="020B0604030504040204" pitchFamily="34" charset="0"/>
                <a:cs typeface="Arial" panose="020B0604020202020204" pitchFamily="34" charset="0"/>
              </a:rPr>
              <a:t>ADDING PHOTOS</a:t>
            </a:r>
          </a:p>
        </p:txBody>
      </p:sp>
      <p:cxnSp>
        <p:nvCxnSpPr>
          <p:cNvPr id="40" name="Straight Connector 39">
            <a:extLst>
              <a:ext uri="{FF2B5EF4-FFF2-40B4-BE49-F238E27FC236}">
                <a16:creationId xmlns:a16="http://schemas.microsoft.com/office/drawing/2014/main" id="{543F06E8-7784-FF40-A314-DF298C2524EE}"/>
              </a:ext>
            </a:extLst>
          </p:cNvPr>
          <p:cNvCxnSpPr>
            <a:cxnSpLocks/>
          </p:cNvCxnSpPr>
          <p:nvPr userDrawn="1"/>
        </p:nvCxnSpPr>
        <p:spPr>
          <a:xfrm>
            <a:off x="593013" y="4649382"/>
            <a:ext cx="356212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3EFD4B2C-D8ED-6B48-AE76-57FC0651AA54}"/>
              </a:ext>
            </a:extLst>
          </p:cNvPr>
          <p:cNvSpPr txBox="1"/>
          <p:nvPr userDrawn="1"/>
        </p:nvSpPr>
        <p:spPr>
          <a:xfrm>
            <a:off x="520120" y="4819272"/>
            <a:ext cx="2933258" cy="347659"/>
          </a:xfrm>
          <a:prstGeom prst="rect">
            <a:avLst/>
          </a:prstGeom>
          <a:noFill/>
        </p:spPr>
        <p:txBody>
          <a:bodyPr wrap="square" rtlCol="0">
            <a:spAutoFit/>
          </a:bodyPr>
          <a:lstStyle/>
          <a:p>
            <a:pPr lvl="0">
              <a:lnSpc>
                <a:spcPts val="2200"/>
              </a:lnSpc>
            </a:pPr>
            <a:r>
              <a:rPr lang="en-US" sz="1600" b="1" i="0" spc="150" baseline="0" dirty="0">
                <a:latin typeface="Lato" panose="020F0502020204030203" pitchFamily="34" charset="77"/>
                <a:ea typeface="Tahoma" panose="020B0604030504040204" pitchFamily="34" charset="0"/>
                <a:cs typeface="Arial" panose="020B0604020202020204" pitchFamily="34" charset="0"/>
              </a:rPr>
              <a:t>To add photos:</a:t>
            </a:r>
          </a:p>
        </p:txBody>
      </p:sp>
      <p:sp>
        <p:nvSpPr>
          <p:cNvPr id="55" name="TextBox 54">
            <a:extLst>
              <a:ext uri="{FF2B5EF4-FFF2-40B4-BE49-F238E27FC236}">
                <a16:creationId xmlns:a16="http://schemas.microsoft.com/office/drawing/2014/main" id="{5414F1C2-5923-6443-8748-E242306AC19E}"/>
              </a:ext>
            </a:extLst>
          </p:cNvPr>
          <p:cNvSpPr txBox="1"/>
          <p:nvPr userDrawn="1"/>
        </p:nvSpPr>
        <p:spPr>
          <a:xfrm>
            <a:off x="520121" y="5236131"/>
            <a:ext cx="7532747" cy="1661993"/>
          </a:xfrm>
          <a:prstGeom prst="rect">
            <a:avLst/>
          </a:prstGeom>
          <a:noFill/>
        </p:spPr>
        <p:txBody>
          <a:bodyPr wrap="square" rtlCol="0">
            <a:spAutoFit/>
          </a:bodyPr>
          <a:lstStyle/>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Click on the placeholder icon and upload desired image</a:t>
            </a:r>
          </a:p>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Once uploaded choose “Picture Format” in the top ribbon menu</a:t>
            </a:r>
          </a:p>
          <a:p>
            <a:pPr marL="342815" lvl="0" indent="-342815">
              <a:lnSpc>
                <a:spcPct val="150000"/>
              </a:lnSpc>
              <a:buFont typeface="+mj-lt"/>
              <a:buAutoNum type="arabicPeriod"/>
            </a:pPr>
            <a:r>
              <a:rPr lang="en-US" sz="1400" b="0" i="0" spc="150" baseline="0" dirty="0">
                <a:latin typeface="Lato" panose="020F0502020204030203" pitchFamily="34" charset="77"/>
                <a:ea typeface="Tahoma" panose="020B0604030504040204" pitchFamily="34" charset="0"/>
                <a:cs typeface="Arial" panose="020B0604020202020204" pitchFamily="34" charset="0"/>
              </a:rPr>
              <a:t>Click on the “Crop” dropdown and choose “Fill” then drag image to reframe</a:t>
            </a:r>
          </a:p>
          <a:p>
            <a:pPr marL="0" lvl="0" indent="0">
              <a:lnSpc>
                <a:spcPct val="100000"/>
              </a:lnSpc>
              <a:buFont typeface="+mj-lt"/>
              <a:buNone/>
            </a:pPr>
            <a:endParaRPr lang="en-US" sz="1800" b="0" i="0" spc="150" baseline="0" dirty="0">
              <a:latin typeface="Lato" panose="020F0502020204030203" pitchFamily="34" charset="77"/>
              <a:ea typeface="Tahoma" panose="020B0604030504040204" pitchFamily="34" charset="0"/>
              <a:cs typeface="Arial" panose="020B0604020202020204" pitchFamily="34" charset="0"/>
            </a:endParaRPr>
          </a:p>
        </p:txBody>
      </p:sp>
    </p:spTree>
    <p:extLst>
      <p:ext uri="{BB962C8B-B14F-4D97-AF65-F5344CB8AC3E}">
        <p14:creationId xmlns:p14="http://schemas.microsoft.com/office/powerpoint/2010/main" val="1500525935"/>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userDrawn="1">
  <p:cSld name="Content Slide Light 2">
    <p:bg>
      <p:bgRef idx="1001">
        <a:schemeClr val="bg1"/>
      </p:bgRef>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508000" y="2283091"/>
            <a:ext cx="9852104" cy="3181151"/>
          </a:xfrm>
        </p:spPr>
        <p:txBody>
          <a:bodyPr>
            <a:normAutofit/>
          </a:bodyPr>
          <a:lstStyle>
            <a:lvl1pPr marL="0" marR="0" indent="0" algn="l" defTabSz="457086" rtl="0" eaLnBrk="1" fontAlgn="auto" latinLnBrk="0" hangingPunct="1">
              <a:lnSpc>
                <a:spcPct val="150000"/>
              </a:lnSpc>
              <a:spcBef>
                <a:spcPts val="0"/>
              </a:spcBef>
              <a:spcAft>
                <a:spcPts val="0"/>
              </a:spcAft>
              <a:buClr>
                <a:srgbClr val="D2B16D"/>
              </a:buClr>
              <a:buSzPct val="70000"/>
              <a:buFont typeface="Arial" panose="020B0604020202020204" pitchFamily="34" charset="0"/>
              <a:buNone/>
              <a:tabLst/>
              <a:defRPr lang="en-US" sz="2000" kern="1200" dirty="0">
                <a:solidFill>
                  <a:schemeClr val="tx1"/>
                </a:solidFill>
                <a:latin typeface="Arial" panose="020B0604020202020204" pitchFamily="34" charset="0"/>
                <a:ea typeface="+mn-ea"/>
                <a:cs typeface="Arial" panose="020B0604020202020204" pitchFamily="34" charset="0"/>
              </a:defRPr>
            </a:lvl1pPr>
            <a:lvl2pPr marL="457086" indent="0" algn="ctr">
              <a:buNone/>
              <a:defRPr sz="2000"/>
            </a:lvl2pPr>
            <a:lvl3pPr marL="914172" indent="0" algn="ctr">
              <a:buNone/>
              <a:defRPr sz="1800"/>
            </a:lvl3pPr>
            <a:lvl4pPr marL="1371257" indent="0" algn="ctr">
              <a:buNone/>
              <a:defRPr sz="1600"/>
            </a:lvl4pPr>
            <a:lvl5pPr marL="1828343" indent="0" algn="ctr">
              <a:buNone/>
              <a:defRPr sz="1600"/>
            </a:lvl5pPr>
            <a:lvl6pPr marL="2285429" indent="0" algn="ctr">
              <a:buNone/>
              <a:defRPr sz="1600"/>
            </a:lvl6pPr>
            <a:lvl7pPr marL="2742514" indent="0" algn="ctr">
              <a:buNone/>
              <a:defRPr sz="1600"/>
            </a:lvl7pPr>
            <a:lvl8pPr marL="3199600" indent="0" algn="ctr">
              <a:buNone/>
              <a:defRPr sz="1600"/>
            </a:lvl8pPr>
            <a:lvl9pPr marL="3656686" indent="0" algn="ctr">
              <a:buNone/>
              <a:defRPr sz="1600"/>
            </a:lvl9pPr>
          </a:lstStyle>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p:txBody>
      </p:sp>
      <p:pic>
        <p:nvPicPr>
          <p:cNvPr id="20" name="Picture 19" descr="Icon&#10;&#10;Description automatically generated with medium confidence">
            <a:extLst>
              <a:ext uri="{FF2B5EF4-FFF2-40B4-BE49-F238E27FC236}">
                <a16:creationId xmlns:a16="http://schemas.microsoft.com/office/drawing/2014/main" id="{DD070A6E-64DC-2F41-9A40-2D85E3663D4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307510" y="396776"/>
            <a:ext cx="537926" cy="381031"/>
          </a:xfrm>
          <a:prstGeom prst="rect">
            <a:avLst/>
          </a:prstGeom>
        </p:spPr>
      </p:pic>
      <p:sp>
        <p:nvSpPr>
          <p:cNvPr id="13" name="Text Placeholder 3">
            <a:extLst>
              <a:ext uri="{FF2B5EF4-FFF2-40B4-BE49-F238E27FC236}">
                <a16:creationId xmlns:a16="http://schemas.microsoft.com/office/drawing/2014/main" id="{8C62FF63-C28D-7F40-BAA1-AE019F364092}"/>
              </a:ext>
            </a:extLst>
          </p:cNvPr>
          <p:cNvSpPr>
            <a:spLocks noGrp="1"/>
          </p:cNvSpPr>
          <p:nvPr>
            <p:ph type="body" sz="half" idx="14" hasCustomPrompt="1"/>
          </p:nvPr>
        </p:nvSpPr>
        <p:spPr>
          <a:xfrm>
            <a:off x="476102" y="241683"/>
            <a:ext cx="5619899" cy="497012"/>
          </a:xfrm>
        </p:spPr>
        <p:txBody>
          <a:bodyPr anchor="b" anchorCtr="0">
            <a:noAutofit/>
          </a:bodyPr>
          <a:lstStyle>
            <a:lvl1pPr marL="0" marR="0" indent="0" algn="l" defTabSz="914172" rtl="0" eaLnBrk="1" fontAlgn="auto" latinLnBrk="0" hangingPunct="1">
              <a:lnSpc>
                <a:spcPct val="90000"/>
              </a:lnSpc>
              <a:spcBef>
                <a:spcPts val="1000"/>
              </a:spcBef>
              <a:spcAft>
                <a:spcPts val="0"/>
              </a:spcAft>
              <a:buClrTx/>
              <a:buSzTx/>
              <a:buFont typeface="Arial" panose="020B0604020202020204" pitchFamily="34" charset="0"/>
              <a:buNone/>
              <a:tabLst/>
              <a:defRPr sz="1300"/>
            </a:lvl1pPr>
            <a:lvl2pPr marL="457086" indent="0">
              <a:buNone/>
              <a:defRPr sz="1400"/>
            </a:lvl2pPr>
            <a:lvl3pPr marL="914172" indent="0">
              <a:buNone/>
              <a:defRPr sz="1200"/>
            </a:lvl3pPr>
            <a:lvl4pPr marL="1371257" indent="0">
              <a:buNone/>
              <a:defRPr sz="1000"/>
            </a:lvl4pPr>
            <a:lvl5pPr marL="1828343" indent="0">
              <a:buNone/>
              <a:defRPr sz="1000"/>
            </a:lvl5pPr>
            <a:lvl6pPr marL="2285429" indent="0">
              <a:buNone/>
              <a:defRPr sz="1000"/>
            </a:lvl6pPr>
            <a:lvl7pPr marL="2742514" indent="0">
              <a:buNone/>
              <a:defRPr sz="1000"/>
            </a:lvl7pPr>
            <a:lvl8pPr marL="3199600" indent="0">
              <a:buNone/>
              <a:defRPr sz="1000"/>
            </a:lvl8pPr>
            <a:lvl9pPr marL="3656686" indent="0">
              <a:buNone/>
              <a:defRPr sz="1000"/>
            </a:lvl9pPr>
          </a:lstStyle>
          <a:p>
            <a:pPr lvl="0"/>
            <a:r>
              <a:rPr lang="en-US" dirty="0"/>
              <a:t>Presentation Name</a:t>
            </a:r>
          </a:p>
        </p:txBody>
      </p:sp>
      <p:sp>
        <p:nvSpPr>
          <p:cNvPr id="14" name="Text Placeholder 3">
            <a:extLst>
              <a:ext uri="{FF2B5EF4-FFF2-40B4-BE49-F238E27FC236}">
                <a16:creationId xmlns:a16="http://schemas.microsoft.com/office/drawing/2014/main" id="{586D736A-D0E9-D04E-BD47-9408BA105104}"/>
              </a:ext>
            </a:extLst>
          </p:cNvPr>
          <p:cNvSpPr>
            <a:spLocks noGrp="1"/>
          </p:cNvSpPr>
          <p:nvPr>
            <p:ph type="body" sz="half" idx="15" hasCustomPrompt="1"/>
          </p:nvPr>
        </p:nvSpPr>
        <p:spPr>
          <a:xfrm>
            <a:off x="476101" y="698668"/>
            <a:ext cx="5619899" cy="581486"/>
          </a:xfrm>
        </p:spPr>
        <p:txBody>
          <a:bodyPr>
            <a:noAutofit/>
          </a:bodyPr>
          <a:lstStyle>
            <a:lvl1pPr marL="0" marR="0" indent="0" algn="l" defTabSz="914172" rtl="0" eaLnBrk="1" fontAlgn="auto" latinLnBrk="0" hangingPunct="1">
              <a:lnSpc>
                <a:spcPct val="90000"/>
              </a:lnSpc>
              <a:spcBef>
                <a:spcPts val="1000"/>
              </a:spcBef>
              <a:spcAft>
                <a:spcPts val="0"/>
              </a:spcAft>
              <a:buClrTx/>
              <a:buSzTx/>
              <a:buFont typeface="Arial" panose="020B0604020202020204" pitchFamily="34" charset="0"/>
              <a:buNone/>
              <a:tabLst/>
              <a:defRPr sz="1300" b="1"/>
            </a:lvl1pPr>
            <a:lvl2pPr marL="457086" indent="0">
              <a:buNone/>
              <a:defRPr sz="1400"/>
            </a:lvl2pPr>
            <a:lvl3pPr marL="914172" indent="0">
              <a:buNone/>
              <a:defRPr sz="1200"/>
            </a:lvl3pPr>
            <a:lvl4pPr marL="1371257" indent="0">
              <a:buNone/>
              <a:defRPr sz="1000"/>
            </a:lvl4pPr>
            <a:lvl5pPr marL="1828343" indent="0">
              <a:buNone/>
              <a:defRPr sz="1000"/>
            </a:lvl5pPr>
            <a:lvl6pPr marL="2285429" indent="0">
              <a:buNone/>
              <a:defRPr sz="1000"/>
            </a:lvl6pPr>
            <a:lvl7pPr marL="2742514" indent="0">
              <a:buNone/>
              <a:defRPr sz="1000"/>
            </a:lvl7pPr>
            <a:lvl8pPr marL="3199600" indent="0">
              <a:buNone/>
              <a:defRPr sz="1000"/>
            </a:lvl8pPr>
            <a:lvl9pPr marL="3656686" indent="0">
              <a:buNone/>
              <a:defRPr sz="1000"/>
            </a:lvl9pPr>
          </a:lstStyle>
          <a:p>
            <a:pPr lvl="0"/>
            <a:r>
              <a:rPr lang="en-US" dirty="0"/>
              <a:t>Subsection</a:t>
            </a:r>
          </a:p>
        </p:txBody>
      </p:sp>
    </p:spTree>
    <p:extLst>
      <p:ext uri="{BB962C8B-B14F-4D97-AF65-F5344CB8AC3E}">
        <p14:creationId xmlns:p14="http://schemas.microsoft.com/office/powerpoint/2010/main" val="3910154367"/>
      </p:ext>
    </p:extLst>
  </p:cSld>
  <p:clrMapOvr>
    <a:overrideClrMapping bg1="lt1" tx1="dk1" bg2="lt2" tx2="dk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Content Slide Light_with list">
    <p:bg>
      <p:bgPr>
        <a:solidFill>
          <a:srgbClr val="F5F3EF"/>
        </a:solidFill>
        <a:effectLst/>
      </p:bgPr>
    </p:bg>
    <p:spTree>
      <p:nvGrpSpPr>
        <p:cNvPr id="1" name=""/>
        <p:cNvGrpSpPr/>
        <p:nvPr/>
      </p:nvGrpSpPr>
      <p:grpSpPr>
        <a:xfrm>
          <a:off x="0" y="0"/>
          <a:ext cx="0" cy="0"/>
          <a:chOff x="0" y="0"/>
          <a:chExt cx="0" cy="0"/>
        </a:xfrm>
      </p:grpSpPr>
      <p:pic>
        <p:nvPicPr>
          <p:cNvPr id="20" name="Picture 19" descr="Icon&#10;&#10;Description automatically generated with medium confidence">
            <a:extLst>
              <a:ext uri="{FF2B5EF4-FFF2-40B4-BE49-F238E27FC236}">
                <a16:creationId xmlns:a16="http://schemas.microsoft.com/office/drawing/2014/main" id="{DD070A6E-64DC-2F41-9A40-2D85E3663D4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1307510" y="396776"/>
            <a:ext cx="537926" cy="381031"/>
          </a:xfrm>
          <a:prstGeom prst="rect">
            <a:avLst/>
          </a:prstGeom>
        </p:spPr>
      </p:pic>
      <p:sp>
        <p:nvSpPr>
          <p:cNvPr id="13" name="Subtitle 2">
            <a:extLst>
              <a:ext uri="{FF2B5EF4-FFF2-40B4-BE49-F238E27FC236}">
                <a16:creationId xmlns:a16="http://schemas.microsoft.com/office/drawing/2014/main" id="{B9925059-DA62-0741-A886-A75ABAED9C3E}"/>
              </a:ext>
            </a:extLst>
          </p:cNvPr>
          <p:cNvSpPr>
            <a:spLocks noGrp="1"/>
          </p:cNvSpPr>
          <p:nvPr>
            <p:ph type="subTitle" idx="1" hasCustomPrompt="1"/>
          </p:nvPr>
        </p:nvSpPr>
        <p:spPr>
          <a:xfrm>
            <a:off x="508000" y="2283091"/>
            <a:ext cx="9852104" cy="3181151"/>
          </a:xfrm>
        </p:spPr>
        <p:txBody>
          <a:bodyPr>
            <a:normAutofit/>
          </a:bodyPr>
          <a:lstStyle>
            <a:lvl1pPr marL="342815" marR="0" indent="-342815" algn="l" defTabSz="457086" rtl="0" eaLnBrk="1" fontAlgn="auto" latinLnBrk="0" hangingPunct="1">
              <a:lnSpc>
                <a:spcPct val="150000"/>
              </a:lnSpc>
              <a:spcBef>
                <a:spcPts val="0"/>
              </a:spcBef>
              <a:spcAft>
                <a:spcPts val="0"/>
              </a:spcAft>
              <a:buClr>
                <a:srgbClr val="D2B16D"/>
              </a:buClr>
              <a:buSzPct val="70000"/>
              <a:buFont typeface="Arial" panose="020B0604020202020204" pitchFamily="34" charset="0"/>
              <a:buChar char="•"/>
              <a:tabLst/>
              <a:defRPr lang="en-US" sz="2000" kern="1200" dirty="0">
                <a:solidFill>
                  <a:schemeClr val="tx1"/>
                </a:solidFill>
                <a:latin typeface="Arial" panose="020B0604020202020204" pitchFamily="34" charset="0"/>
                <a:ea typeface="+mn-ea"/>
                <a:cs typeface="Arial" panose="020B0604020202020204" pitchFamily="34" charset="0"/>
              </a:defRPr>
            </a:lvl1pPr>
            <a:lvl2pPr marL="457086" indent="0" algn="ctr">
              <a:buNone/>
              <a:defRPr sz="2000"/>
            </a:lvl2pPr>
            <a:lvl3pPr marL="914172" indent="0" algn="ctr">
              <a:buNone/>
              <a:defRPr sz="1800"/>
            </a:lvl3pPr>
            <a:lvl4pPr marL="1371257" indent="0" algn="ctr">
              <a:buNone/>
              <a:defRPr sz="1600"/>
            </a:lvl4pPr>
            <a:lvl5pPr marL="1828343" indent="0" algn="ctr">
              <a:buNone/>
              <a:defRPr sz="1600"/>
            </a:lvl5pPr>
            <a:lvl6pPr marL="2285429" indent="0" algn="ctr">
              <a:buNone/>
              <a:defRPr sz="1600"/>
            </a:lvl6pPr>
            <a:lvl7pPr marL="2742514" indent="0" algn="ctr">
              <a:buNone/>
              <a:defRPr sz="1600"/>
            </a:lvl7pPr>
            <a:lvl8pPr marL="3199600" indent="0" algn="ctr">
              <a:buNone/>
              <a:defRPr sz="1600"/>
            </a:lvl8pPr>
            <a:lvl9pPr marL="3656686" indent="0" algn="ctr">
              <a:buNone/>
              <a:defRPr sz="1600"/>
            </a:lvl9pPr>
          </a:lstStyle>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a:p>
            <a:pPr marL="251397" marR="0" lvl="0" indent="-342815" algn="l" defTabSz="914172"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p:txBody>
      </p:sp>
      <p:sp>
        <p:nvSpPr>
          <p:cNvPr id="14" name="Text Placeholder 3">
            <a:extLst>
              <a:ext uri="{FF2B5EF4-FFF2-40B4-BE49-F238E27FC236}">
                <a16:creationId xmlns:a16="http://schemas.microsoft.com/office/drawing/2014/main" id="{1764541A-60A7-0341-A51E-F5FF355F6C52}"/>
              </a:ext>
            </a:extLst>
          </p:cNvPr>
          <p:cNvSpPr>
            <a:spLocks noGrp="1"/>
          </p:cNvSpPr>
          <p:nvPr>
            <p:ph type="body" sz="half" idx="14" hasCustomPrompt="1"/>
          </p:nvPr>
        </p:nvSpPr>
        <p:spPr>
          <a:xfrm>
            <a:off x="476102" y="241683"/>
            <a:ext cx="5619899" cy="497012"/>
          </a:xfrm>
        </p:spPr>
        <p:txBody>
          <a:bodyPr anchor="b" anchorCtr="0">
            <a:noAutofit/>
          </a:bodyPr>
          <a:lstStyle>
            <a:lvl1pPr marL="0" marR="0" indent="0" algn="l" defTabSz="914172" rtl="0" eaLnBrk="1" fontAlgn="auto" latinLnBrk="0" hangingPunct="1">
              <a:lnSpc>
                <a:spcPct val="90000"/>
              </a:lnSpc>
              <a:spcBef>
                <a:spcPts val="1000"/>
              </a:spcBef>
              <a:spcAft>
                <a:spcPts val="0"/>
              </a:spcAft>
              <a:buClrTx/>
              <a:buSzTx/>
              <a:buFont typeface="Arial" panose="020B0604020202020204" pitchFamily="34" charset="0"/>
              <a:buNone/>
              <a:tabLst/>
              <a:defRPr sz="1300"/>
            </a:lvl1pPr>
            <a:lvl2pPr marL="457086" indent="0">
              <a:buNone/>
              <a:defRPr sz="1400"/>
            </a:lvl2pPr>
            <a:lvl3pPr marL="914172" indent="0">
              <a:buNone/>
              <a:defRPr sz="1200"/>
            </a:lvl3pPr>
            <a:lvl4pPr marL="1371257" indent="0">
              <a:buNone/>
              <a:defRPr sz="1000"/>
            </a:lvl4pPr>
            <a:lvl5pPr marL="1828343" indent="0">
              <a:buNone/>
              <a:defRPr sz="1000"/>
            </a:lvl5pPr>
            <a:lvl6pPr marL="2285429" indent="0">
              <a:buNone/>
              <a:defRPr sz="1000"/>
            </a:lvl6pPr>
            <a:lvl7pPr marL="2742514" indent="0">
              <a:buNone/>
              <a:defRPr sz="1000"/>
            </a:lvl7pPr>
            <a:lvl8pPr marL="3199600" indent="0">
              <a:buNone/>
              <a:defRPr sz="1000"/>
            </a:lvl8pPr>
            <a:lvl9pPr marL="3656686" indent="0">
              <a:buNone/>
              <a:defRPr sz="1000"/>
            </a:lvl9pPr>
          </a:lstStyle>
          <a:p>
            <a:pPr lvl="0"/>
            <a:r>
              <a:rPr lang="en-US" dirty="0"/>
              <a:t>Presentation Name</a:t>
            </a:r>
          </a:p>
        </p:txBody>
      </p:sp>
      <p:sp>
        <p:nvSpPr>
          <p:cNvPr id="15" name="Text Placeholder 3">
            <a:extLst>
              <a:ext uri="{FF2B5EF4-FFF2-40B4-BE49-F238E27FC236}">
                <a16:creationId xmlns:a16="http://schemas.microsoft.com/office/drawing/2014/main" id="{3BDE9E37-ED42-4A4B-B60D-A82312F735AA}"/>
              </a:ext>
            </a:extLst>
          </p:cNvPr>
          <p:cNvSpPr>
            <a:spLocks noGrp="1"/>
          </p:cNvSpPr>
          <p:nvPr>
            <p:ph type="body" sz="half" idx="15" hasCustomPrompt="1"/>
          </p:nvPr>
        </p:nvSpPr>
        <p:spPr>
          <a:xfrm>
            <a:off x="476101" y="698668"/>
            <a:ext cx="5619899" cy="581486"/>
          </a:xfrm>
        </p:spPr>
        <p:txBody>
          <a:bodyPr>
            <a:noAutofit/>
          </a:bodyPr>
          <a:lstStyle>
            <a:lvl1pPr marL="0" marR="0" indent="0" algn="l" defTabSz="914172" rtl="0" eaLnBrk="1" fontAlgn="auto" latinLnBrk="0" hangingPunct="1">
              <a:lnSpc>
                <a:spcPct val="90000"/>
              </a:lnSpc>
              <a:spcBef>
                <a:spcPts val="1000"/>
              </a:spcBef>
              <a:spcAft>
                <a:spcPts val="0"/>
              </a:spcAft>
              <a:buClrTx/>
              <a:buSzTx/>
              <a:buFont typeface="Arial" panose="020B0604020202020204" pitchFamily="34" charset="0"/>
              <a:buNone/>
              <a:tabLst/>
              <a:defRPr sz="1300" b="1"/>
            </a:lvl1pPr>
            <a:lvl2pPr marL="457086" indent="0">
              <a:buNone/>
              <a:defRPr sz="1400"/>
            </a:lvl2pPr>
            <a:lvl3pPr marL="914172" indent="0">
              <a:buNone/>
              <a:defRPr sz="1200"/>
            </a:lvl3pPr>
            <a:lvl4pPr marL="1371257" indent="0">
              <a:buNone/>
              <a:defRPr sz="1000"/>
            </a:lvl4pPr>
            <a:lvl5pPr marL="1828343" indent="0">
              <a:buNone/>
              <a:defRPr sz="1000"/>
            </a:lvl5pPr>
            <a:lvl6pPr marL="2285429" indent="0">
              <a:buNone/>
              <a:defRPr sz="1000"/>
            </a:lvl6pPr>
            <a:lvl7pPr marL="2742514" indent="0">
              <a:buNone/>
              <a:defRPr sz="1000"/>
            </a:lvl7pPr>
            <a:lvl8pPr marL="3199600" indent="0">
              <a:buNone/>
              <a:defRPr sz="1000"/>
            </a:lvl8pPr>
            <a:lvl9pPr marL="3656686" indent="0">
              <a:buNone/>
              <a:defRPr sz="1000"/>
            </a:lvl9pPr>
          </a:lstStyle>
          <a:p>
            <a:pPr lvl="0"/>
            <a:r>
              <a:rPr lang="en-US" dirty="0"/>
              <a:t>Subsection</a:t>
            </a:r>
          </a:p>
        </p:txBody>
      </p:sp>
    </p:spTree>
    <p:extLst>
      <p:ext uri="{BB962C8B-B14F-4D97-AF65-F5344CB8AC3E}">
        <p14:creationId xmlns:p14="http://schemas.microsoft.com/office/powerpoint/2010/main" val="3508145659"/>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Content Slide Light 2">
    <p:bg>
      <p:bgRef idx="1001">
        <a:schemeClr val="bg1"/>
      </p:bgRef>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593012" y="1407191"/>
            <a:ext cx="9852104" cy="3181151"/>
          </a:xfrm>
        </p:spPr>
        <p:txBody>
          <a:bodyPr>
            <a:normAutofit/>
          </a:bodyPr>
          <a:lstStyle>
            <a:lvl1pPr marL="0" marR="0" indent="0" algn="l" defTabSz="457200" rtl="0" eaLnBrk="1" fontAlgn="auto" latinLnBrk="0" hangingPunct="1">
              <a:lnSpc>
                <a:spcPct val="150000"/>
              </a:lnSpc>
              <a:spcBef>
                <a:spcPts val="0"/>
              </a:spcBef>
              <a:spcAft>
                <a:spcPts val="0"/>
              </a:spcAft>
              <a:buClr>
                <a:srgbClr val="D2B16D"/>
              </a:buClr>
              <a:buSzPct val="70000"/>
              <a:buFont typeface="Arial" panose="020B0604020202020204" pitchFamily="34" charset="0"/>
              <a:buNone/>
              <a:tabLst/>
              <a:defRPr lang="en-US" sz="2000" kern="1200" dirty="0">
                <a:solidFill>
                  <a:schemeClr val="tx1"/>
                </a:solidFill>
                <a:latin typeface="Arial" panose="020B0604020202020204" pitchFamily="34" charset="0"/>
                <a:ea typeface="+mn-ea"/>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dirty="0"/>
              <a:t>Click to edit Master text styles</a:t>
            </a:r>
          </a:p>
        </p:txBody>
      </p:sp>
      <p:pic>
        <p:nvPicPr>
          <p:cNvPr id="20" name="Picture 19" descr="Icon&#10;&#10;Description automatically generated with medium confidence">
            <a:extLst>
              <a:ext uri="{FF2B5EF4-FFF2-40B4-BE49-F238E27FC236}">
                <a16:creationId xmlns:a16="http://schemas.microsoft.com/office/drawing/2014/main" id="{DD070A6E-64DC-2F41-9A40-2D85E3663D4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307510" y="396775"/>
            <a:ext cx="537926" cy="381031"/>
          </a:xfrm>
          <a:prstGeom prst="rect">
            <a:avLst/>
          </a:prstGeom>
        </p:spPr>
      </p:pic>
      <p:sp>
        <p:nvSpPr>
          <p:cNvPr id="14" name="Text Placeholder 3">
            <a:extLst>
              <a:ext uri="{FF2B5EF4-FFF2-40B4-BE49-F238E27FC236}">
                <a16:creationId xmlns:a16="http://schemas.microsoft.com/office/drawing/2014/main" id="{586D736A-D0E9-D04E-BD47-9408BA105104}"/>
              </a:ext>
            </a:extLst>
          </p:cNvPr>
          <p:cNvSpPr>
            <a:spLocks noGrp="1"/>
          </p:cNvSpPr>
          <p:nvPr>
            <p:ph type="body" sz="half" idx="15" hasCustomPrompt="1"/>
          </p:nvPr>
        </p:nvSpPr>
        <p:spPr>
          <a:xfrm>
            <a:off x="633129" y="396775"/>
            <a:ext cx="5619899" cy="581486"/>
          </a:xfrm>
        </p:spPr>
        <p:txBody>
          <a:bodyPr anchor="ctr" anchorCtr="0">
            <a:no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000" b="1" kern="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Subsection</a:t>
            </a:r>
          </a:p>
        </p:txBody>
      </p:sp>
      <p:cxnSp>
        <p:nvCxnSpPr>
          <p:cNvPr id="6" name="Straight Connector 5">
            <a:extLst>
              <a:ext uri="{FF2B5EF4-FFF2-40B4-BE49-F238E27FC236}">
                <a16:creationId xmlns:a16="http://schemas.microsoft.com/office/drawing/2014/main" id="{D747BDC1-B554-4EAF-BC9F-C063841E3A4B}"/>
              </a:ext>
            </a:extLst>
          </p:cNvPr>
          <p:cNvCxnSpPr>
            <a:cxnSpLocks/>
          </p:cNvCxnSpPr>
          <p:nvPr userDrawn="1"/>
        </p:nvCxnSpPr>
        <p:spPr>
          <a:xfrm>
            <a:off x="439007" y="1017632"/>
            <a:ext cx="10602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444B2C5-65D9-4F20-9B5A-8F80BBDC89F5}"/>
              </a:ext>
            </a:extLst>
          </p:cNvPr>
          <p:cNvSpPr txBox="1"/>
          <p:nvPr userDrawn="1"/>
        </p:nvSpPr>
        <p:spPr>
          <a:xfrm>
            <a:off x="11049000" y="6461225"/>
            <a:ext cx="914400" cy="246221"/>
          </a:xfrm>
          <a:prstGeom prst="rect">
            <a:avLst/>
          </a:prstGeom>
          <a:noFill/>
        </p:spPr>
        <p:txBody>
          <a:bodyPr wrap="square" rtlCol="0">
            <a:spAutoFit/>
          </a:bodyPr>
          <a:lstStyle/>
          <a:p>
            <a:pPr algn="r"/>
            <a:fld id="{3920973E-4750-4917-98D7-0CC3EE16300C}" type="slidenum">
              <a:rPr lang="en-US" sz="1000" b="0" i="0" spc="113" baseline="0" smtClean="0">
                <a:solidFill>
                  <a:schemeClr val="tx1"/>
                </a:solidFill>
                <a:latin typeface="Arial" panose="020B0604020202020204" pitchFamily="34" charset="0"/>
                <a:ea typeface="Tahoma" panose="020B0604030504040204" pitchFamily="34" charset="0"/>
                <a:cs typeface="Arial" panose="020B0604020202020204" pitchFamily="34" charset="0"/>
              </a:rPr>
              <a:pPr algn="r"/>
              <a:t>‹#›</a:t>
            </a:fld>
            <a:endParaRPr lang="en-US" sz="1000" b="0" i="0" spc="113" baseline="0" dirty="0">
              <a:solidFill>
                <a:schemeClr val="tx1"/>
              </a:solidFill>
              <a:latin typeface="Arial" panose="020B0604020202020204" pitchFamily="34" charset="0"/>
              <a:ea typeface="Tahoma" panose="020B0604030504040204" pitchFamily="34" charset="0"/>
              <a:cs typeface="Arial" panose="020B0604020202020204" pitchFamily="34" charset="0"/>
            </a:endParaRPr>
          </a:p>
        </p:txBody>
      </p:sp>
    </p:spTree>
    <p:extLst>
      <p:ext uri="{BB962C8B-B14F-4D97-AF65-F5344CB8AC3E}">
        <p14:creationId xmlns:p14="http://schemas.microsoft.com/office/powerpoint/2010/main" val="2776103310"/>
      </p:ext>
    </p:extLst>
  </p:cSld>
  <p:clrMapOvr>
    <a:overrideClrMapping bg1="lt1" tx1="dk1" bg2="lt2" tx2="dk2" accent1="accent1" accent2="accent2" accent3="accent3" accent4="accent4" accent5="accent5" accent6="accent6" hlink="hlink" folHlink="folHlink"/>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14_Title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A742646-DA22-DABD-B1D0-A8DA9CD25A8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17192" y="6295585"/>
            <a:ext cx="365760" cy="261869"/>
          </a:xfrm>
          <a:prstGeom prst="rect">
            <a:avLst/>
          </a:prstGeom>
        </p:spPr>
      </p:pic>
      <p:sp>
        <p:nvSpPr>
          <p:cNvPr id="5" name="Title 7">
            <a:extLst>
              <a:ext uri="{FF2B5EF4-FFF2-40B4-BE49-F238E27FC236}">
                <a16:creationId xmlns:a16="http://schemas.microsoft.com/office/drawing/2014/main" id="{B4767B6B-4FB4-5795-4E97-27E683596196}"/>
              </a:ext>
            </a:extLst>
          </p:cNvPr>
          <p:cNvSpPr>
            <a:spLocks noGrp="1"/>
          </p:cNvSpPr>
          <p:nvPr>
            <p:ph type="title" hasCustomPrompt="1"/>
          </p:nvPr>
        </p:nvSpPr>
        <p:spPr>
          <a:xfrm>
            <a:off x="838195" y="2976676"/>
            <a:ext cx="10515600" cy="904645"/>
          </a:xfrm>
        </p:spPr>
        <p:txBody>
          <a:bodyPr anchor="ctr">
            <a:noAutofit/>
          </a:bodyPr>
          <a:lstStyle>
            <a:lvl1pPr algn="ctr">
              <a:defRPr sz="6000" b="1" i="0" spc="0">
                <a:solidFill>
                  <a:schemeClr val="bg2"/>
                </a:solidFill>
                <a:latin typeface="Aptos" panose="020B0004020202020204" pitchFamily="34" charset="0"/>
              </a:defRPr>
            </a:lvl1pPr>
          </a:lstStyle>
          <a:p>
            <a:r>
              <a:rPr lang="en-US"/>
              <a:t>Section Title</a:t>
            </a:r>
          </a:p>
        </p:txBody>
      </p:sp>
      <p:sp>
        <p:nvSpPr>
          <p:cNvPr id="2" name="Rectangle 1">
            <a:extLst>
              <a:ext uri="{FF2B5EF4-FFF2-40B4-BE49-F238E27FC236}">
                <a16:creationId xmlns:a16="http://schemas.microsoft.com/office/drawing/2014/main" id="{67D35A10-79EC-69D6-58E1-1BCE2075A291}"/>
              </a:ext>
            </a:extLst>
          </p:cNvPr>
          <p:cNvSpPr/>
          <p:nvPr userDrawn="1"/>
        </p:nvSpPr>
        <p:spPr>
          <a:xfrm>
            <a:off x="0" y="0"/>
            <a:ext cx="12192000" cy="104046"/>
          </a:xfrm>
          <a:prstGeom prst="rect">
            <a:avLst/>
          </a:prstGeom>
          <a:gradFill flip="none" rotWithShape="1">
            <a:gsLst>
              <a:gs pos="0">
                <a:srgbClr val="D8B769"/>
              </a:gs>
              <a:gs pos="99000">
                <a:srgbClr val="D8B769"/>
              </a:gs>
              <a:gs pos="22000">
                <a:srgbClr val="E9CE86"/>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dirty="0">
              <a:latin typeface="Aptos" panose="020B0004020202020204" pitchFamily="34" charset="0"/>
            </a:endParaRPr>
          </a:p>
        </p:txBody>
      </p:sp>
    </p:spTree>
    <p:extLst>
      <p:ext uri="{BB962C8B-B14F-4D97-AF65-F5344CB8AC3E}">
        <p14:creationId xmlns:p14="http://schemas.microsoft.com/office/powerpoint/2010/main" val="261402204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7552097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60391743"/>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7179960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78376536"/>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0754604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7141731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3005267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786422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82151622"/>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363527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252974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slideLayout" Target="../slideLayouts/slideLayout25.xml"/><Relationship Id="rId10" Type="http://schemas.openxmlformats.org/officeDocument/2006/relationships/slideLayout" Target="../slideLayouts/slideLayout26.xml"/><Relationship Id="rId11" Type="http://schemas.openxmlformats.org/officeDocument/2006/relationships/slideLayout" Target="../slideLayouts/slideLayout27.xml"/><Relationship Id="rId12" Type="http://schemas.openxmlformats.org/officeDocument/2006/relationships/slideLayout" Target="../slideLayouts/slideLayout28.xml"/><Relationship Id="rId13" Type="http://schemas.openxmlformats.org/officeDocument/2006/relationships/slideLayout" Target="../slideLayouts/slideLayout29.xml"/><Relationship Id="rId14" Type="http://schemas.openxmlformats.org/officeDocument/2006/relationships/slideLayout" Target="../slideLayouts/slideLayout30.xml"/><Relationship Id="rId15" Type="http://schemas.openxmlformats.org/officeDocument/2006/relationships/slideLayout" Target="../slideLayouts/slideLayout31.xml"/><Relationship Id="rId16" Type="http://schemas.openxmlformats.org/officeDocument/2006/relationships/slideLayout" Target="../slideLayouts/slideLayout32.xml"/><Relationship Id="rId17" Type="http://schemas.openxmlformats.org/officeDocument/2006/relationships/slideLayout" Target="../slideLayouts/slideLayout33.xml"/><Relationship Id="rId18" Type="http://schemas.openxmlformats.org/officeDocument/2006/relationships/slideLayout" Target="../slideLayouts/slideLayout34.xml"/><Relationship Id="rId19" Type="http://schemas.openxmlformats.org/officeDocument/2006/relationships/slideLayout" Target="../slideLayouts/slideLayout35.xml"/><Relationship Id="rId20" Type="http://schemas.openxmlformats.org/officeDocument/2006/relationships/slideLayout" Target="../slideLayouts/slideLayout36.xml"/><Relationship Id="rId21" Type="http://schemas.openxmlformats.org/officeDocument/2006/relationships/slideLayout" Target="../slideLayouts/slideLayout37.xml"/><Relationship Id="rId22" Type="http://schemas.openxmlformats.org/officeDocument/2006/relationships/slideLayout" Target="../slideLayouts/slideLayout38.xml"/><Relationship Id="rId23" Type="http://schemas.openxmlformats.org/officeDocument/2006/relationships/slideLayout" Target="../slideLayouts/slideLayout39.xml"/><Relationship Id="rId24" Type="http://schemas.openxmlformats.org/officeDocument/2006/relationships/slideLayout" Target="../slideLayouts/slideLayout40.xml"/><Relationship Id="rId25" Type="http://schemas.openxmlformats.org/officeDocument/2006/relationships/slideLayout" Target="../slideLayouts/slideLayout41.xml"/><Relationship Id="rId26" Type="http://schemas.openxmlformats.org/officeDocument/2006/relationships/slideLayout" Target="../slideLayouts/slideLayout42.xml"/><Relationship Id="rId27" Type="http://schemas.openxmlformats.org/officeDocument/2006/relationships/slideLayout" Target="../slideLayouts/slideLayout43.xml"/><Relationship Id="rId28" Type="http://schemas.openxmlformats.org/officeDocument/2006/relationships/slideLayout" Target="../slideLayouts/slideLayout44.xml"/><Relationship Id="rId29" Type="http://schemas.openxmlformats.org/officeDocument/2006/relationships/slideLayout" Target="../slideLayouts/slideLayout45.xml"/><Relationship Id="rId30" Type="http://schemas.openxmlformats.org/officeDocument/2006/relationships/slideLayout" Target="../slideLayouts/slideLayout46.xml"/><Relationship Id="rId31" Type="http://schemas.openxmlformats.org/officeDocument/2006/relationships/slideLayout" Target="../slideLayouts/slideLayout47.xml"/><Relationship Id="rId32" Type="http://schemas.openxmlformats.org/officeDocument/2006/relationships/slideLayout" Target="../slideLayouts/slideLayout48.xml"/><Relationship Id="rId33" Type="http://schemas.openxmlformats.org/officeDocument/2006/relationships/slideLayout" Target="../slideLayouts/slideLayout49.xml"/><Relationship Id="rId34" Type="http://schemas.openxmlformats.org/officeDocument/2006/relationships/slideLayout" Target="../slideLayouts/slideLayout50.xml"/><Relationship Id="rId35" Type="http://schemas.openxmlformats.org/officeDocument/2006/relationships/slideLayout" Target="../slideLayouts/slideLayout51.xml"/><Relationship Id="rId36" Type="http://schemas.openxmlformats.org/officeDocument/2006/relationships/slideLayout" Target="../slideLayouts/slideLayout52.xml"/><Relationship Id="rId37" Type="http://schemas.openxmlformats.org/officeDocument/2006/relationships/slideLayout" Target="../slideLayouts/slideLayout53.xml"/><Relationship Id="rId38" Type="http://schemas.openxmlformats.org/officeDocument/2006/relationships/slideLayout" Target="../slideLayouts/slideLayout54.xml"/><Relationship Id="rId39" Type="http://schemas.openxmlformats.org/officeDocument/2006/relationships/slideLayout" Target="../slideLayouts/slideLayout55.xml"/><Relationship Id="rId40" Type="http://schemas.openxmlformats.org/officeDocument/2006/relationships/slideLayout" Target="../slideLayouts/slideLayout56.xml"/><Relationship Id="rId41" Type="http://schemas.openxmlformats.org/officeDocument/2006/relationships/slideLayout" Target="../slideLayouts/slideLayout57.xml"/><Relationship Id="rId42" Type="http://schemas.openxmlformats.org/officeDocument/2006/relationships/slideLayout" Target="../slideLayouts/slideLayout58.xml"/><Relationship Id="rId43" Type="http://schemas.openxmlformats.org/officeDocument/2006/relationships/slideLayout" Target="../slideLayouts/slideLayout59.xml"/><Relationship Id="rId44" Type="http://schemas.openxmlformats.org/officeDocument/2006/relationships/slideLayout" Target="../slideLayouts/slideLayout60.xml"/><Relationship Id="rId45" Type="http://schemas.openxmlformats.org/officeDocument/2006/relationships/slideLayout" Target="../slideLayouts/slideLayout61.xml"/><Relationship Id="rId46" Type="http://schemas.openxmlformats.org/officeDocument/2006/relationships/slideLayout" Target="../slideLayouts/slideLayout62.xml"/><Relationship Id="rId47" Type="http://schemas.openxmlformats.org/officeDocument/2006/relationships/slideLayout" Target="../slideLayouts/slideLayout63.xml"/><Relationship Id="rId48" Type="http://schemas.openxmlformats.org/officeDocument/2006/relationships/slideLayout" Target="../slideLayouts/slideLayout64.xml"/><Relationship Id="rId49" Type="http://schemas.openxmlformats.org/officeDocument/2006/relationships/slideLayout" Target="../slideLayouts/slideLayout65.xml"/><Relationship Id="rId50" Type="http://schemas.openxmlformats.org/officeDocument/2006/relationships/slideLayout" Target="../slideLayouts/slideLayout66.xml"/><Relationship Id="rId51" Type="http://schemas.openxmlformats.org/officeDocument/2006/relationships/slideLayout" Target="../slideLayouts/slideLayout67.xml"/><Relationship Id="rId52" Type="http://schemas.openxmlformats.org/officeDocument/2006/relationships/slideLayout" Target="../slideLayouts/slideLayout68.xml"/><Relationship Id="rId53" Type="http://schemas.openxmlformats.org/officeDocument/2006/relationships/slideLayout" Target="../slideLayouts/slideLayout69.xml"/><Relationship Id="rId54" Type="http://schemas.openxmlformats.org/officeDocument/2006/relationships/slideLayout" Target="../slideLayouts/slideLayout70.xml"/><Relationship Id="rId55" Type="http://schemas.openxmlformats.org/officeDocument/2006/relationships/slideLayout" Target="../slideLayouts/slideLayout71.xml"/><Relationship Id="rId56" Type="http://schemas.openxmlformats.org/officeDocument/2006/relationships/slideLayout" Target="../slideLayouts/slideLayout72.xml"/><Relationship Id="rId57" Type="http://schemas.openxmlformats.org/officeDocument/2006/relationships/slideLayout" Target="../slideLayouts/slideLayout73.xml"/><Relationship Id="rId58" Type="http://schemas.openxmlformats.org/officeDocument/2006/relationships/slideLayout" Target="../slideLayouts/slideLayout74.xml"/><Relationship Id="rId59" Type="http://schemas.openxmlformats.org/officeDocument/2006/relationships/slideLayout" Target="../slideLayouts/slideLayout75.xml"/><Relationship Id="rId60" Type="http://schemas.openxmlformats.org/officeDocument/2006/relationships/slideLayout" Target="../slideLayouts/slideLayout76.xml"/><Relationship Id="rId61" Type="http://schemas.openxmlformats.org/officeDocument/2006/relationships/slideLayout" Target="../slideLayouts/slideLayout77.xml"/><Relationship Id="rId62" Type="http://schemas.openxmlformats.org/officeDocument/2006/relationships/slideLayout" Target="../slideLayouts/slideLayout78.xml"/><Relationship Id="rId63" Type="http://schemas.openxmlformats.org/officeDocument/2006/relationships/slideLayout" Target="../slideLayouts/slideLayout79.xml"/><Relationship Id="rId64" Type="http://schemas.openxmlformats.org/officeDocument/2006/relationships/slideLayout" Target="../slideLayouts/slideLayout80.xml"/><Relationship Id="rId65" Type="http://schemas.openxmlformats.org/officeDocument/2006/relationships/slideLayout" Target="../slideLayouts/slideLayout81.xml"/><Relationship Id="rId66" Type="http://schemas.openxmlformats.org/officeDocument/2006/relationships/slideLayout" Target="../slideLayouts/slideLayout82.xml"/><Relationship Id="rId6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slideLayout" Target="../slideLayouts/slideLayout84.xml"/><Relationship Id="rId3" Type="http://schemas.openxmlformats.org/officeDocument/2006/relationships/slideLayout" Target="../slideLayouts/slideLayout85.xml"/><Relationship Id="rId4" Type="http://schemas.openxmlformats.org/officeDocument/2006/relationships/slideLayout" Target="../slideLayouts/slideLayout86.xml"/><Relationship Id="rId5" Type="http://schemas.openxmlformats.org/officeDocument/2006/relationships/slideLayout" Target="../slideLayouts/slideLayout87.xml"/><Relationship Id="rId6" Type="http://schemas.openxmlformats.org/officeDocument/2006/relationships/slideLayout" Target="../slideLayouts/slideLayout88.xml"/><Relationship Id="rId7" Type="http://schemas.openxmlformats.org/officeDocument/2006/relationships/slideLayout" Target="../slideLayouts/slideLayout89.xml"/><Relationship Id="rId8" Type="http://schemas.openxmlformats.org/officeDocument/2006/relationships/slideLayout" Target="../slideLayouts/slideLayout90.xml"/><Relationship Id="rId9" Type="http://schemas.openxmlformats.org/officeDocument/2006/relationships/slideLayout" Target="../slideLayouts/slideLayout91.xml"/><Relationship Id="rId10" Type="http://schemas.openxmlformats.org/officeDocument/2006/relationships/slideLayout" Target="../slideLayouts/slideLayout92.xml"/><Relationship Id="rId11" Type="http://schemas.openxmlformats.org/officeDocument/2006/relationships/slideLayout" Target="../slideLayouts/slideLayout9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AF2E1325-0FCA-AAC6-0A95-156E935BAA24}"/>
              </a:ext>
            </a:extLst>
          </p:cNvPr>
          <p:cNvSpPr txBox="1"/>
          <p:nvPr userDrawn="1"/>
        </p:nvSpPr>
        <p:spPr>
          <a:xfrm>
            <a:off x="11358010" y="6273435"/>
            <a:ext cx="462518" cy="276981"/>
          </a:xfrm>
          <a:prstGeom prst="rect">
            <a:avLst/>
          </a:prstGeom>
          <a:noFill/>
        </p:spPr>
        <p:txBody>
          <a:bodyPr wrap="square" lIns="91422" tIns="45711" rIns="91422" bIns="45711" rtlCol="0">
            <a:spAutoFit/>
          </a:bodyPr>
          <a:lstStyle/>
          <a:p>
            <a:pPr algn="ctr"/>
            <a:fld id="{260E2A6B-A809-4840-BF14-8648BC0BDF87}" type="slidenum">
              <a:rPr lang="id-ID" sz="1200" b="0" i="0" smtClean="0">
                <a:solidFill>
                  <a:srgbClr val="777777"/>
                </a:solidFill>
                <a:latin typeface="Aptos" panose="020B0004020202020204" pitchFamily="34" charset="0"/>
                <a:ea typeface="Roboto" panose="02000000000000000000" pitchFamily="2" charset="0"/>
                <a:cs typeface="Montserrat" charset="0"/>
              </a:rPr>
              <a:pPr algn="ctr"/>
              <a:t>‹#›</a:t>
            </a:fld>
            <a:r>
              <a:rPr lang="id-ID" sz="1200" b="0" i="0">
                <a:solidFill>
                  <a:srgbClr val="777777"/>
                </a:solidFill>
                <a:latin typeface="Aptos" panose="020B0004020202020204" pitchFamily="34" charset="0"/>
                <a:ea typeface="Montserrat" charset="0"/>
                <a:cs typeface="Montserrat" charset="0"/>
              </a:rPr>
              <a:t>  </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314" r:id="rId1"/>
    <p:sldLayoutId id="2147484319" r:id="rId2"/>
    <p:sldLayoutId id="2147484313" r:id="rId3"/>
    <p:sldLayoutId id="2147484257" r:id="rId4"/>
    <p:sldLayoutId id="2147484236" r:id="rId5"/>
    <p:sldLayoutId id="2147484260" r:id="rId6"/>
    <p:sldLayoutId id="2147484269" r:id="rId7"/>
    <p:sldLayoutId id="2147484259" r:id="rId8"/>
    <p:sldLayoutId id="2147484258" r:id="rId9"/>
    <p:sldLayoutId id="2147484267" r:id="rId10"/>
    <p:sldLayoutId id="2147484268" r:id="rId11"/>
    <p:sldLayoutId id="2147484262" r:id="rId12"/>
    <p:sldLayoutId id="2147484312" r:id="rId13"/>
    <p:sldLayoutId id="2147484324" r:id="rId14"/>
    <p:sldLayoutId id="2147484326" r:id="rId15"/>
    <p:sldLayoutId id="2147484412" r:id="rId16"/>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0333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Box 6">
            <a:extLst>
              <a:ext uri="{FF2B5EF4-FFF2-40B4-BE49-F238E27FC236}">
                <a16:creationId xmlns:a16="http://schemas.microsoft.com/office/drawing/2014/main" id="{6510EC9C-7AA6-034B-8A74-39E46AF9908C}"/>
              </a:ext>
            </a:extLst>
          </p:cNvPr>
          <p:cNvSpPr txBox="1"/>
          <p:nvPr userDrawn="1"/>
        </p:nvSpPr>
        <p:spPr>
          <a:xfrm>
            <a:off x="11656887" y="6538913"/>
            <a:ext cx="462518" cy="246203"/>
          </a:xfrm>
          <a:prstGeom prst="rect">
            <a:avLst/>
          </a:prstGeom>
          <a:noFill/>
        </p:spPr>
        <p:txBody>
          <a:bodyPr wrap="square" lIns="91422" tIns="45711" rIns="91422" bIns="45711" rtlCol="0">
            <a:spAutoFit/>
          </a:bodyPr>
          <a:lstStyle/>
          <a:p>
            <a:pPr algn="ctr"/>
            <a:fld id="{260E2A6B-A809-4840-BF14-8648BC0BDF87}" type="slidenum">
              <a:rPr lang="id-ID" sz="1000" b="0" i="0" smtClean="0">
                <a:solidFill>
                  <a:schemeClr val="bg1"/>
                </a:solidFill>
                <a:latin typeface="Lato" panose="020F0502020204030203" pitchFamily="34" charset="77"/>
                <a:ea typeface="Roboto" panose="02000000000000000000" pitchFamily="2" charset="0"/>
                <a:cs typeface="Montserrat" charset="0"/>
              </a:rPr>
              <a:pPr algn="ctr"/>
              <a:t>‹#›</a:t>
            </a:fld>
            <a:r>
              <a:rPr lang="id-ID" sz="1000" b="1" i="0" dirty="0">
                <a:solidFill>
                  <a:schemeClr val="bg1"/>
                </a:solidFill>
                <a:latin typeface="Montserrat" charset="0"/>
                <a:ea typeface="Montserrat" charset="0"/>
                <a:cs typeface="Montserrat" charset="0"/>
              </a:rPr>
              <a:t>  </a:t>
            </a:r>
          </a:p>
        </p:txBody>
      </p:sp>
    </p:spTree>
    <p:extLst>
      <p:ext uri="{BB962C8B-B14F-4D97-AF65-F5344CB8AC3E}">
        <p14:creationId xmlns:p14="http://schemas.microsoft.com/office/powerpoint/2010/main" val="2828025518"/>
      </p:ext>
    </p:extLst>
  </p:cSld>
  <p:clrMap bg1="lt1" tx1="dk1" bg2="lt2" tx2="dk2" accent1="accent1" accent2="accent2" accent3="accent3" accent4="accent4" accent5="accent5" accent6="accent6" hlink="hlink" folHlink="folHlink"/>
  <p:sldLayoutIdLst>
    <p:sldLayoutId id="2147484432" r:id="rId1"/>
    <p:sldLayoutId id="2147484433" r:id="rId2"/>
    <p:sldLayoutId id="2147484434" r:id="rId3"/>
    <p:sldLayoutId id="2147484435" r:id="rId4"/>
    <p:sldLayoutId id="2147484436" r:id="rId5"/>
    <p:sldLayoutId id="2147484437" r:id="rId6"/>
    <p:sldLayoutId id="2147484438" r:id="rId7"/>
    <p:sldLayoutId id="2147484439" r:id="rId8"/>
    <p:sldLayoutId id="2147484440" r:id="rId9"/>
    <p:sldLayoutId id="2147484441" r:id="rId10"/>
    <p:sldLayoutId id="2147484442" r:id="rId11"/>
    <p:sldLayoutId id="2147484443" r:id="rId12"/>
    <p:sldLayoutId id="2147484444" r:id="rId13"/>
    <p:sldLayoutId id="2147484445" r:id="rId14"/>
    <p:sldLayoutId id="2147484446" r:id="rId15"/>
    <p:sldLayoutId id="2147484447" r:id="rId16"/>
    <p:sldLayoutId id="2147484448" r:id="rId17"/>
    <p:sldLayoutId id="2147484449" r:id="rId18"/>
    <p:sldLayoutId id="2147484450" r:id="rId19"/>
    <p:sldLayoutId id="2147484451" r:id="rId20"/>
    <p:sldLayoutId id="2147484452" r:id="rId21"/>
    <p:sldLayoutId id="2147484453" r:id="rId22"/>
    <p:sldLayoutId id="2147484454" r:id="rId23"/>
    <p:sldLayoutId id="2147484455" r:id="rId24"/>
    <p:sldLayoutId id="2147484456" r:id="rId25"/>
    <p:sldLayoutId id="2147484457" r:id="rId26"/>
    <p:sldLayoutId id="2147484458" r:id="rId27"/>
    <p:sldLayoutId id="2147484459" r:id="rId28"/>
    <p:sldLayoutId id="2147484460" r:id="rId29"/>
    <p:sldLayoutId id="2147484461" r:id="rId30"/>
    <p:sldLayoutId id="2147484462" r:id="rId31"/>
    <p:sldLayoutId id="2147484463" r:id="rId32"/>
    <p:sldLayoutId id="2147484464" r:id="rId33"/>
    <p:sldLayoutId id="2147484465" r:id="rId34"/>
    <p:sldLayoutId id="2147484466" r:id="rId35"/>
    <p:sldLayoutId id="2147484467" r:id="rId36"/>
    <p:sldLayoutId id="2147484468" r:id="rId37"/>
    <p:sldLayoutId id="2147484469" r:id="rId38"/>
    <p:sldLayoutId id="2147484470" r:id="rId39"/>
    <p:sldLayoutId id="2147484471" r:id="rId40"/>
    <p:sldLayoutId id="2147484472" r:id="rId41"/>
    <p:sldLayoutId id="2147484473" r:id="rId42"/>
    <p:sldLayoutId id="2147484474" r:id="rId43"/>
    <p:sldLayoutId id="2147484475" r:id="rId44"/>
    <p:sldLayoutId id="2147484476" r:id="rId45"/>
    <p:sldLayoutId id="2147484477" r:id="rId46"/>
    <p:sldLayoutId id="2147484478" r:id="rId47"/>
    <p:sldLayoutId id="2147484479" r:id="rId48"/>
    <p:sldLayoutId id="2147484480" r:id="rId49"/>
    <p:sldLayoutId id="2147484481" r:id="rId50"/>
    <p:sldLayoutId id="2147484482" r:id="rId51"/>
    <p:sldLayoutId id="2147484483" r:id="rId52"/>
    <p:sldLayoutId id="2147484484" r:id="rId53"/>
    <p:sldLayoutId id="2147484485" r:id="rId54"/>
    <p:sldLayoutId id="2147484486" r:id="rId55"/>
    <p:sldLayoutId id="2147484487" r:id="rId56"/>
    <p:sldLayoutId id="2147484488" r:id="rId57"/>
    <p:sldLayoutId id="2147484489" r:id="rId58"/>
    <p:sldLayoutId id="2147484490" r:id="rId59"/>
    <p:sldLayoutId id="2147484491" r:id="rId60"/>
    <p:sldLayoutId id="2147484492" r:id="rId61"/>
    <p:sldLayoutId id="2147484493" r:id="rId62"/>
    <p:sldLayoutId id="2147484494" r:id="rId63"/>
    <p:sldLayoutId id="2147484495" r:id="rId64"/>
    <p:sldLayoutId id="2147484496" r:id="rId65"/>
    <p:sldLayoutId id="2147484497" r:id="rId66"/>
  </p:sldLayoutIdLst>
  <p:hf hdr="0" ftr="0" dt="0"/>
  <p:txStyles>
    <p:titleStyle>
      <a:lvl1pPr algn="l" defTabSz="914172" rtl="0" eaLnBrk="1" latinLnBrk="0" hangingPunct="1">
        <a:lnSpc>
          <a:spcPct val="90000"/>
        </a:lnSpc>
        <a:spcBef>
          <a:spcPct val="0"/>
        </a:spcBef>
        <a:buNone/>
        <a:defRPr sz="4399" b="1" i="0" kern="1200" spc="1100" baseline="0">
          <a:solidFill>
            <a:schemeClr val="bg1"/>
          </a:solidFill>
          <a:latin typeface="Montserrat" pitchFamily="2" charset="77"/>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Lato" panose="020F0502020204030203" pitchFamily="34" charset="77"/>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Lato" panose="020F0502020204030203" pitchFamily="34" charset="77"/>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Lato" panose="020F0502020204030203" pitchFamily="34" charset="77"/>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Lato" panose="020F0502020204030203" pitchFamily="34" charset="77"/>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Lato" panose="020F0502020204030203" pitchFamily="34" charset="77"/>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745453288"/>
      </p:ext>
    </p:extLst>
  </p:cSld>
  <p:clrMap bg1="lt1" tx1="dk1" bg2="lt2" tx2="dk2" accent1="accent1" accent2="accent2" accent3="accent3" accent4="accent4" accent5="accent5" accent6="accent6" hlink="hlink" folHlink="folHlink"/>
  <p:sldLayoutIdLst>
    <p:sldLayoutId id="2147484501" r:id="rId1"/>
    <p:sldLayoutId id="2147484502" r:id="rId2"/>
    <p:sldLayoutId id="2147484503" r:id="rId3"/>
    <p:sldLayoutId id="2147484504" r:id="rId4"/>
    <p:sldLayoutId id="2147484505" r:id="rId5"/>
    <p:sldLayoutId id="2147484506" r:id="rId6"/>
    <p:sldLayoutId id="2147484507" r:id="rId7"/>
    <p:sldLayoutId id="2147484508" r:id="rId8"/>
    <p:sldLayoutId id="2147484509" r:id="rId9"/>
    <p:sldLayoutId id="2147484510" r:id="rId10"/>
    <p:sldLayoutId id="2147484511"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xml"/><Relationship Id="rId3" Type="http://schemas.openxmlformats.org/officeDocument/2006/relationships/image" Target="../media/image10.jpeg"/><Relationship Id="rId4" Type="http://schemas.openxmlformats.org/officeDocument/2006/relationships/image" Target="../media/image11.jpeg"/><Relationship Id="rId5" Type="http://schemas.openxmlformats.org/officeDocument/2006/relationships/image" Target="../media/image12.jpeg"/><Relationship Id="rId6" Type="http://schemas.openxmlformats.org/officeDocument/2006/relationships/image" Target="../media/image13.emf"/><Relationship Id="rId7" Type="http://schemas.openxmlformats.org/officeDocument/2006/relationships/image" Target="../media/image14.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6.png"/><Relationship Id="rId3" Type="http://schemas.openxmlformats.org/officeDocument/2006/relationships/image" Target="../media/image17.gif"/><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hyperlink" Target="https://dailynorthwestern.com/2025/07/29/lateststories/northwestern-to-eliminate-more-than-400-staff-positions-amid-mounting-financial-pressures/" TargetMode="External"/><Relationship Id="rId8" Type="http://schemas.openxmlformats.org/officeDocument/2006/relationships/image" Target="../media/image21.png"/><Relationship Id="rId9" Type="http://schemas.openxmlformats.org/officeDocument/2006/relationships/hyperlink" Target="https://www.cornellsun.com/article/2025/06/staff-cuts-hiring-restrictions-anticipated-as-university-faces-profound-financial-challenges" TargetMode="External"/><Relationship Id="rId10" Type="http://schemas.openxmlformats.org/officeDocument/2006/relationships/hyperlink" Target="https://www.dailyprincetonian.com/article/2025/05/princeton-news-adpol-budget-cuts-layoffs-trump-federal-government" TargetMode="External"/><Relationship Id="rId11" Type="http://schemas.openxmlformats.org/officeDocument/2006/relationships/image" Target="../media/image22.gif"/><Relationship Id="rId12" Type="http://schemas.openxmlformats.org/officeDocument/2006/relationships/hyperlink" Target="https://www.thedp.com/article/2025/04/penn-research-grant-funding-cut-impacts" TargetMode="External"/><Relationship Id="rId13" Type="http://schemas.openxmlformats.org/officeDocument/2006/relationships/image" Target="../media/image23.png"/><Relationship Id="rId14" Type="http://schemas.openxmlformats.org/officeDocument/2006/relationships/hyperlink" Target="https://www.forbes.com/sites/michaeltnietzel/2025/06/03/federal-cuts-force-hiring-and-raise-pauses-at-johns-hopkins-university/" TargetMode="External"/><Relationship Id="rId15"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png"/><Relationship Id="rId18" Type="http://schemas.openxmlformats.org/officeDocument/2006/relationships/image" Target="../media/image27.png"/><Relationship Id="rId19" Type="http://schemas.openxmlformats.org/officeDocument/2006/relationships/image" Target="../media/image28.png"/><Relationship Id="rId20" Type="http://schemas.openxmlformats.org/officeDocument/2006/relationships/image" Target="../media/image29.png"/><Relationship Id="rId21" Type="http://schemas.openxmlformats.org/officeDocument/2006/relationships/image" Target="../media/image30.png"/><Relationship Id="rId22"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2.png"/><Relationship Id="rId3" Type="http://schemas.openxmlformats.org/officeDocument/2006/relationships/image" Target="../media/image22.gif"/><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7.gif"/><Relationship Id="rId8" Type="http://schemas.openxmlformats.org/officeDocument/2006/relationships/image" Target="../media/image36.png"/><Relationship Id="rId9" Type="http://schemas.openxmlformats.org/officeDocument/2006/relationships/image" Target="../media/image37.gif"/><Relationship Id="rId10" Type="http://schemas.openxmlformats.org/officeDocument/2006/relationships/image" Target="../media/image38.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9.png"/><Relationship Id="rId14" Type="http://schemas.openxmlformats.org/officeDocument/2006/relationships/image" Target="../media/image40.png"/><Relationship Id="rId15" Type="http://schemas.openxmlformats.org/officeDocument/2006/relationships/image" Target="../media/image30.png"/><Relationship Id="rId16" Type="http://schemas.openxmlformats.org/officeDocument/2006/relationships/image" Target="../media/image41.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31.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jpeg"/><Relationship Id="rId26"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52.png"/><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52.png"/><Relationship Id="rId4"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2.png"/><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chart" Target="../charts/chart8.xml"/><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7.png"/><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2.xml"/><Relationship Id="rId3" Type="http://schemas.openxmlformats.org/officeDocument/2006/relationships/image" Target="../media/image5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chart" Target="../charts/chart13.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8.png"/><Relationship Id="rId3" Type="http://schemas.openxmlformats.org/officeDocument/2006/relationships/chart" Target="../charts/chart14.xml"/><Relationship Id="rId4" Type="http://schemas.openxmlformats.org/officeDocument/2006/relationships/image" Target="../media/image59.png"/><Relationship Id="rId5"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chart" Target="../charts/chart18.xml"/><Relationship Id="rId5" Type="http://schemas.openxmlformats.org/officeDocument/2006/relationships/chart" Target="../charts/chart19.xml"/><Relationship Id="rId6" Type="http://schemas.openxmlformats.org/officeDocument/2006/relationships/chart" Target="../charts/chart20.xml"/><Relationship Id="rId7" Type="http://schemas.openxmlformats.org/officeDocument/2006/relationships/chart" Target="../charts/chart21.xml"/><Relationship Id="rId8" Type="http://schemas.openxmlformats.org/officeDocument/2006/relationships/chart" Target="../charts/chart22.xml"/><Relationship Id="rId9" Type="http://schemas.openxmlformats.org/officeDocument/2006/relationships/chart" Target="../charts/chart23.xml"/><Relationship Id="rId10" Type="http://schemas.openxmlformats.org/officeDocument/2006/relationships/chart" Target="../charts/chart24.xml"/><Relationship Id="rId11" Type="http://schemas.openxmlformats.org/officeDocument/2006/relationships/chart" Target="../charts/chart25.xml"/><Relationship Id="rId12" Type="http://schemas.openxmlformats.org/officeDocument/2006/relationships/chart" Target="../charts/chart26.xml"/><Relationship Id="rId13" Type="http://schemas.openxmlformats.org/officeDocument/2006/relationships/chart" Target="../charts/chart27.xml"/><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chart" Target="../charts/chart37.xml"/><Relationship Id="rId3" Type="http://schemas.openxmlformats.org/officeDocument/2006/relationships/image" Target="../media/image6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8.xml"/><Relationship Id="rId3" Type="http://schemas.openxmlformats.org/officeDocument/2006/relationships/chart" Target="../charts/chart38.xml"/><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chart" Target="../charts/chart39.xml"/><Relationship Id="rId3" Type="http://schemas.openxmlformats.org/officeDocument/2006/relationships/image" Target="../media/image6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chart" Target="../charts/chart40.xml"/><Relationship Id="rId3" Type="http://schemas.openxmlformats.org/officeDocument/2006/relationships/image" Target="../media/image6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B59C-20FB-88C8-11ED-D9AD78D1EF9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70FE34B-4EEE-960F-C853-8E608D87AC8A}"/>
              </a:ext>
            </a:extLst>
          </p:cNvPr>
          <p:cNvSpPr>
            <a:spLocks noGrp="1"/>
          </p:cNvSpPr>
          <p:nvPr>
            <p:ph type="body" sz="half" idx="15"/>
          </p:nvPr>
        </p:nvSpPr>
        <p:spPr>
          <a:xfrm>
            <a:off x="520113" y="294034"/>
            <a:ext cx="10605472" cy="581486"/>
          </a:xfrm>
        </p:spPr>
        <p:txBody>
          <a:bodyPr/>
          <a:lstStyle/>
          <a:p>
            <a:pPr>
              <a:spcBef>
                <a:spcPts val="0"/>
              </a:spcBef>
            </a:pPr>
            <a:r>
              <a:rPr lang="en-US" sz="2400" dirty="0">
                <a:solidFill>
                  <a:schemeClr val="bg2"/>
                </a:solidFill>
                <a:latin typeface="Arial" panose="020B0604020202020204" pitchFamily="34" charset="0"/>
                <a:cs typeface="Arial" panose="020B0604020202020204" pitchFamily="34" charset="0"/>
              </a:rPr>
              <a:t>It’s not a rainy day . . . It’s climate change</a:t>
            </a:r>
          </a:p>
          <a:p>
            <a:pPr>
              <a:spcBef>
                <a:spcPts val="0"/>
              </a:spcBef>
            </a:pPr>
            <a:r>
              <a:rPr lang="en-US" b="0" dirty="0">
                <a:solidFill>
                  <a:srgbClr val="0070C0"/>
                </a:solidFill>
                <a:latin typeface="Arial" panose="020B0604020202020204" pitchFamily="34" charset="0"/>
                <a:cs typeface="Arial" panose="020B0604020202020204" pitchFamily="34" charset="0"/>
              </a:rPr>
              <a:t>And the supporting regulatory/compliance regime is only making matters worse</a:t>
            </a:r>
          </a:p>
        </p:txBody>
      </p:sp>
      <p:sp>
        <p:nvSpPr>
          <p:cNvPr id="4" name="TextBox 3">
            <a:extLst>
              <a:ext uri="{FF2B5EF4-FFF2-40B4-BE49-F238E27FC236}">
                <a16:creationId xmlns:a16="http://schemas.microsoft.com/office/drawing/2014/main" id="{97A61C80-3670-2323-4010-82E9D0ED23F9}"/>
              </a:ext>
            </a:extLst>
          </p:cNvPr>
          <p:cNvSpPr txBox="1"/>
          <p:nvPr/>
        </p:nvSpPr>
        <p:spPr>
          <a:xfrm>
            <a:off x="8856362" y="1589933"/>
            <a:ext cx="253510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Artificial Intelligence</a:t>
            </a:r>
          </a:p>
        </p:txBody>
      </p:sp>
      <p:sp>
        <p:nvSpPr>
          <p:cNvPr id="5" name="TextBox 4">
            <a:extLst>
              <a:ext uri="{FF2B5EF4-FFF2-40B4-BE49-F238E27FC236}">
                <a16:creationId xmlns:a16="http://schemas.microsoft.com/office/drawing/2014/main" id="{ADBED51C-3066-1BF5-128E-DC448A739ADE}"/>
              </a:ext>
            </a:extLst>
          </p:cNvPr>
          <p:cNvSpPr txBox="1"/>
          <p:nvPr/>
        </p:nvSpPr>
        <p:spPr>
          <a:xfrm>
            <a:off x="451966" y="1141693"/>
            <a:ext cx="3090135"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Demographics</a:t>
            </a:r>
          </a:p>
        </p:txBody>
      </p:sp>
      <p:sp>
        <p:nvSpPr>
          <p:cNvPr id="6" name="TextBox 5">
            <a:extLst>
              <a:ext uri="{FF2B5EF4-FFF2-40B4-BE49-F238E27FC236}">
                <a16:creationId xmlns:a16="http://schemas.microsoft.com/office/drawing/2014/main" id="{25B39B61-B59C-1833-0803-A53C4E21235A}"/>
              </a:ext>
            </a:extLst>
          </p:cNvPr>
          <p:cNvSpPr txBox="1"/>
          <p:nvPr/>
        </p:nvSpPr>
        <p:spPr>
          <a:xfrm>
            <a:off x="320935" y="3692560"/>
            <a:ext cx="335219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Waning public confidence</a:t>
            </a:r>
          </a:p>
        </p:txBody>
      </p:sp>
      <p:sp>
        <p:nvSpPr>
          <p:cNvPr id="2" name="TextBox 1">
            <a:extLst>
              <a:ext uri="{FF2B5EF4-FFF2-40B4-BE49-F238E27FC236}">
                <a16:creationId xmlns:a16="http://schemas.microsoft.com/office/drawing/2014/main" id="{DAF0594D-2D8E-BA1C-615E-931892202A25}"/>
              </a:ext>
            </a:extLst>
          </p:cNvPr>
          <p:cNvSpPr txBox="1"/>
          <p:nvPr/>
        </p:nvSpPr>
        <p:spPr>
          <a:xfrm>
            <a:off x="3711237" y="3692560"/>
            <a:ext cx="456227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Industry fragmentation/ consolidation</a:t>
            </a:r>
          </a:p>
        </p:txBody>
      </p:sp>
      <p:pic>
        <p:nvPicPr>
          <p:cNvPr id="2050" name="Picture 2">
            <a:extLst>
              <a:ext uri="{FF2B5EF4-FFF2-40B4-BE49-F238E27FC236}">
                <a16:creationId xmlns:a16="http://schemas.microsoft.com/office/drawing/2014/main" id="{B522997C-248E-466B-EB47-DAE5B2DEABB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476574" y="4107919"/>
            <a:ext cx="3040918" cy="2587506"/>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2054" name="Picture 6" descr=" ">
            <a:extLst>
              <a:ext uri="{FF2B5EF4-FFF2-40B4-BE49-F238E27FC236}">
                <a16:creationId xmlns:a16="http://schemas.microsoft.com/office/drawing/2014/main" id="{F3596F00-917E-F302-4716-894267A5C8C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267715" y="2101633"/>
            <a:ext cx="3712403" cy="4179446"/>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2056" name="Picture 8" descr="Blog: Two Demographic Cliffs showing 18-year-old population trends and first-year college enrollment from 2000-2060 (projected)">
            <a:extLst>
              <a:ext uri="{FF2B5EF4-FFF2-40B4-BE49-F238E27FC236}">
                <a16:creationId xmlns:a16="http://schemas.microsoft.com/office/drawing/2014/main" id="{4A8B8E13-B643-2B47-2C26-5D459CEB946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89905" y="1541130"/>
            <a:ext cx="3614257" cy="1963554"/>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9425858-1FDF-FB18-0DA0-E6421E388632}"/>
              </a:ext>
            </a:extLst>
          </p:cNvPr>
          <p:cNvSpPr txBox="1"/>
          <p:nvPr/>
        </p:nvSpPr>
        <p:spPr>
          <a:xfrm>
            <a:off x="4289818" y="1141693"/>
            <a:ext cx="340510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Declining federal investment</a:t>
            </a:r>
          </a:p>
        </p:txBody>
      </p:sp>
      <p:pic>
        <p:nvPicPr>
          <p:cNvPr id="12" name="Picture 11">
            <a:extLst>
              <a:ext uri="{FF2B5EF4-FFF2-40B4-BE49-F238E27FC236}">
                <a16:creationId xmlns:a16="http://schemas.microsoft.com/office/drawing/2014/main" id="{0E8B92C3-4ABE-CC7F-67DC-52B533D7119B}"/>
              </a:ext>
            </a:extLst>
          </p:cNvPr>
          <p:cNvPicPr>
            <a:picLocks noChangeAspect="1"/>
          </p:cNvPicPr>
          <p:nvPr/>
        </p:nvPicPr>
        <p:blipFill>
          <a:blip r:embed="rId6"/>
          <a:stretch>
            <a:fillRect/>
          </a:stretch>
        </p:blipFill>
        <p:spPr>
          <a:xfrm>
            <a:off x="4247330" y="1552780"/>
            <a:ext cx="3490084" cy="1963554"/>
          </a:xfrm>
          <a:prstGeom prst="rect">
            <a:avLst/>
          </a:prstGeom>
          <a:noFill/>
          <a:ln>
            <a:solidFill>
              <a:schemeClr val="tx1"/>
            </a:solidFill>
          </a:ln>
          <a:effectLst>
            <a:outerShdw blurRad="50800" dist="38100" dir="5400000" algn="t" rotWithShape="0">
              <a:prstClr val="black">
                <a:alpha val="40000"/>
              </a:prstClr>
            </a:outerShdw>
          </a:effectLst>
        </p:spPr>
      </p:pic>
      <p:pic>
        <p:nvPicPr>
          <p:cNvPr id="2058" name="Picture 10" descr="U.S. College &amp; University Reference - Laminated Wall Map 2024 edition">
            <a:extLst>
              <a:ext uri="{FF2B5EF4-FFF2-40B4-BE49-F238E27FC236}">
                <a16:creationId xmlns:a16="http://schemas.microsoft.com/office/drawing/2014/main" id="{C1F36C55-5381-9436-4680-D369CF1913EB}"/>
              </a:ext>
            </a:extLst>
          </p:cNvPr>
          <p:cNvPicPr>
            <a:picLocks noChangeAspect="1" noChangeArrowheads="1"/>
          </p:cNvPicPr>
          <p:nvPr/>
        </p:nvPicPr>
        <p:blipFill rotWithShape="1">
          <a:blip r:embed="rId7" cstate="print">
            <a:extLst>
              <a:ext uri="{28A0092B-C50C-407E-A947-70E740481C1C}">
                <a14:useLocalDpi xmlns:a14="http://schemas.microsoft.com/office/drawing/2010/main"/>
              </a:ext>
            </a:extLst>
          </a:blip>
          <a:srcRect/>
          <a:stretch>
            <a:fillRect/>
          </a:stretch>
        </p:blipFill>
        <p:spPr bwMode="auto">
          <a:xfrm>
            <a:off x="4033841" y="4107919"/>
            <a:ext cx="3917062" cy="2587506"/>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354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1186181" y="161782"/>
            <a:ext cx="10019089" cy="43088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927183" y="869286"/>
            <a:ext cx="5873724" cy="707886"/>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Four-year c</a:t>
            </a:r>
            <a:r>
              <a:rPr kumimoji="0" lang="en-US" sz="2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olleges</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(for countries with ≥ 50 colleges/universities) n=36</a:t>
            </a:r>
          </a:p>
        </p:txBody>
      </p:sp>
      <p:sp>
        <p:nvSpPr>
          <p:cNvPr id="10" name="TextBox 9">
            <a:extLst>
              <a:ext uri="{FF2B5EF4-FFF2-40B4-BE49-F238E27FC236}">
                <a16:creationId xmlns:a16="http://schemas.microsoft.com/office/drawing/2014/main" id="{B2A777A7-8D1E-B724-4DD2-71221E997FC7}"/>
              </a:ext>
            </a:extLst>
          </p:cNvPr>
          <p:cNvSpPr txBox="1"/>
          <p:nvPr/>
        </p:nvSpPr>
        <p:spPr>
          <a:xfrm>
            <a:off x="122422" y="6584197"/>
            <a:ext cx="10239324" cy="195182"/>
          </a:xfrm>
          <a:prstGeom prst="rect">
            <a:avLst/>
          </a:prstGeom>
          <a:noFill/>
        </p:spPr>
        <p:txBody>
          <a:bodyPr wrap="square" rtlCol="0">
            <a:spAutoFit/>
          </a:bodyPr>
          <a:lstStyle/>
          <a:p>
            <a:pPr marL="0" marR="0" lvl="0" indent="0" algn="l" defTabSz="914217" rtl="0" eaLnBrk="1" fontAlgn="auto" latinLnBrk="0" hangingPunct="1">
              <a:lnSpc>
                <a:spcPts val="7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03332"/>
                </a:solidFill>
                <a:effectLst/>
                <a:uLnTx/>
                <a:uFillTx/>
                <a:latin typeface="Aptos" panose="02110004020202020204"/>
                <a:ea typeface="+mn-ea"/>
                <a:cs typeface="+mn-cs"/>
              </a:rPr>
              <a:t>Sources:  World Bank; HIPI university list</a:t>
            </a:r>
          </a:p>
        </p:txBody>
      </p:sp>
      <p:sp>
        <p:nvSpPr>
          <p:cNvPr id="2" name="TextBox 1">
            <a:extLst>
              <a:ext uri="{FF2B5EF4-FFF2-40B4-BE49-F238E27FC236}">
                <a16:creationId xmlns:a16="http://schemas.microsoft.com/office/drawing/2014/main" id="{1C6765FB-00D9-15DB-0D5F-1EFB6B6420D6}"/>
              </a:ext>
            </a:extLst>
          </p:cNvPr>
          <p:cNvSpPr txBox="1"/>
          <p:nvPr/>
        </p:nvSpPr>
        <p:spPr>
          <a:xfrm>
            <a:off x="11476653" y="6438122"/>
            <a:ext cx="472668" cy="26161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368DA6C-D003-43BD-8A0F-DF8B41F281FA}" type="slidenum">
              <a:rPr kumimoji="0" lang="en-US" sz="11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5181382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676480C-FA3F-C2DD-11B3-0362AF1767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9E9974E-EE41-6236-9F2D-8E0081790BB4}"/>
              </a:ext>
            </a:extLst>
          </p:cNvPr>
          <p:cNvSpPr txBox="1"/>
          <p:nvPr/>
        </p:nvSpPr>
        <p:spPr>
          <a:xfrm>
            <a:off x="2400476" y="161782"/>
            <a:ext cx="7590539" cy="89255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And we have more colleges/universities per capita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than any other country with </a:t>
            </a:r>
            <a:r>
              <a:rPr kumimoji="0" lang="en-US" sz="2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50 million people</a:t>
            </a: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p:txBody>
      </p:sp>
      <p:sp>
        <p:nvSpPr>
          <p:cNvPr id="9" name="TextBox 8">
            <a:extLst>
              <a:ext uri="{FF2B5EF4-FFF2-40B4-BE49-F238E27FC236}">
                <a16:creationId xmlns:a16="http://schemas.microsoft.com/office/drawing/2014/main" id="{FA3686BA-0486-08E9-D207-2F652586A3A1}"/>
              </a:ext>
            </a:extLst>
          </p:cNvPr>
          <p:cNvSpPr txBox="1"/>
          <p:nvPr/>
        </p:nvSpPr>
        <p:spPr>
          <a:xfrm>
            <a:off x="3175168" y="1120672"/>
            <a:ext cx="5841664" cy="707886"/>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Colleges/universities per 1 million population</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(for countries with ≥ 50 million population</a:t>
            </a:r>
            <a:r>
              <a:rPr kumimoji="0" lang="en-US" sz="20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n=29 </a:t>
            </a:r>
          </a:p>
        </p:txBody>
      </p:sp>
      <p:sp>
        <p:nvSpPr>
          <p:cNvPr id="10" name="TextBox 9">
            <a:extLst>
              <a:ext uri="{FF2B5EF4-FFF2-40B4-BE49-F238E27FC236}">
                <a16:creationId xmlns:a16="http://schemas.microsoft.com/office/drawing/2014/main" id="{3A949459-F54E-6983-E31F-12683D25FF70}"/>
              </a:ext>
            </a:extLst>
          </p:cNvPr>
          <p:cNvSpPr txBox="1"/>
          <p:nvPr/>
        </p:nvSpPr>
        <p:spPr>
          <a:xfrm>
            <a:off x="26476" y="6398434"/>
            <a:ext cx="12338519" cy="415498"/>
          </a:xfrm>
          <a:prstGeom prst="rect">
            <a:avLst/>
          </a:prstGeom>
          <a:noFill/>
        </p:spPr>
        <p:txBody>
          <a:bodyPr wrap="square" rtlCol="0">
            <a:spAutoFit/>
          </a:bodyPr>
          <a:lstStyle/>
          <a:p>
            <a:pPr marL="228600" marR="0" lvl="0" indent="-228600" algn="l" defTabSz="914217" rtl="0" eaLnBrk="1" fontAlgn="auto" latinLnBrk="0" hangingPunct="1">
              <a:lnSpc>
                <a:spcPct val="100000"/>
              </a:lnSpc>
              <a:spcBef>
                <a:spcPts val="0"/>
              </a:spcBef>
              <a:spcAft>
                <a:spcPts val="0"/>
              </a:spcAft>
              <a:buClrTx/>
              <a:buSzTx/>
              <a:buFontTx/>
              <a:buAutoNum type="arabicParenBoth"/>
              <a:tabLst/>
              <a:defRPr/>
            </a:pPr>
            <a:r>
              <a:rPr kumimoji="0" lang="en-US" sz="1050" b="0" i="0" u="none" strike="noStrike" kern="1200" cap="none" spc="0" normalizeH="0" baseline="0" noProof="0" dirty="0">
                <a:ln>
                  <a:noFill/>
                </a:ln>
                <a:solidFill>
                  <a:prstClr val="black"/>
                </a:solidFill>
                <a:effectLst/>
                <a:uLnTx/>
                <a:uFillTx/>
                <a:latin typeface="Aptos" panose="02110004020202020204"/>
                <a:ea typeface="+mn-ea"/>
                <a:cs typeface="+mn-cs"/>
              </a:rPr>
              <a:t>Excludes India (population = 1,451 million; college count = 474; colleges/million population = 0.33) and China (population = 1,409 million; college count = 398; colleges/million population = 0.28) </a:t>
            </a:r>
          </a:p>
          <a:p>
            <a:pPr marL="0" marR="0" lvl="0" indent="0" algn="l" defTabSz="914217"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ptos" panose="02110004020202020204"/>
                <a:ea typeface="+mn-ea"/>
                <a:cs typeface="+mn-cs"/>
              </a:rPr>
              <a:t>Sources:  World Bank; HIPI university list</a:t>
            </a:r>
          </a:p>
        </p:txBody>
      </p:sp>
      <p:graphicFrame>
        <p:nvGraphicFramePr>
          <p:cNvPr id="5" name="Chart 4">
            <a:extLst>
              <a:ext uri="{FF2B5EF4-FFF2-40B4-BE49-F238E27FC236}">
                <a16:creationId xmlns:a16="http://schemas.microsoft.com/office/drawing/2014/main" id="{98A1994E-BDA6-DF08-32B5-DDF9B39A1455}"/>
              </a:ext>
            </a:extLst>
          </p:cNvPr>
          <p:cNvGraphicFramePr/>
          <p:nvPr>
            <p:extLst>
              <p:ext uri="{D42A27DB-BD31-4B8C-83A1-F6EECF244321}">
                <p14:modId xmlns:p14="http://schemas.microsoft.com/office/powerpoint/2010/main" val="3626445056"/>
              </p:ext>
            </p:extLst>
          </p:nvPr>
        </p:nvGraphicFramePr>
        <p:xfrm>
          <a:off x="199299" y="1626210"/>
          <a:ext cx="11777548" cy="4613225"/>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Straight Connector 7">
            <a:extLst>
              <a:ext uri="{FF2B5EF4-FFF2-40B4-BE49-F238E27FC236}">
                <a16:creationId xmlns:a16="http://schemas.microsoft.com/office/drawing/2014/main" id="{B5D89301-92B4-A208-2343-F2DF5B4D99E2}"/>
              </a:ext>
            </a:extLst>
          </p:cNvPr>
          <p:cNvCxnSpPr>
            <a:cxnSpLocks/>
          </p:cNvCxnSpPr>
          <p:nvPr/>
        </p:nvCxnSpPr>
        <p:spPr>
          <a:xfrm>
            <a:off x="762000" y="4966443"/>
            <a:ext cx="10596282" cy="0"/>
          </a:xfrm>
          <a:prstGeom prst="line">
            <a:avLst/>
          </a:prstGeom>
          <a:ln w="28575">
            <a:solidFill>
              <a:srgbClr val="00B050"/>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46291BAC-5FD7-3F0A-9E6F-36D9AD909EC1}"/>
              </a:ext>
            </a:extLst>
          </p:cNvPr>
          <p:cNvSpPr txBox="1"/>
          <p:nvPr/>
        </p:nvSpPr>
        <p:spPr>
          <a:xfrm>
            <a:off x="9675283" y="4527631"/>
            <a:ext cx="158639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B050"/>
                </a:solidFill>
                <a:effectLst/>
                <a:uLnTx/>
                <a:uFillTx/>
                <a:latin typeface="Calibri"/>
                <a:ea typeface="+mn-ea"/>
                <a:cs typeface="+mn-cs"/>
              </a:rPr>
              <a:t>Average = 1.64</a:t>
            </a:r>
          </a:p>
        </p:txBody>
      </p:sp>
      <p:sp>
        <p:nvSpPr>
          <p:cNvPr id="4" name="TextBox 3">
            <a:extLst>
              <a:ext uri="{FF2B5EF4-FFF2-40B4-BE49-F238E27FC236}">
                <a16:creationId xmlns:a16="http://schemas.microsoft.com/office/drawing/2014/main" id="{EF51B739-192D-7CC1-80BA-A9BC2B063900}"/>
              </a:ext>
            </a:extLst>
          </p:cNvPr>
          <p:cNvSpPr txBox="1"/>
          <p:nvPr/>
        </p:nvSpPr>
        <p:spPr>
          <a:xfrm>
            <a:off x="10709167" y="1957904"/>
            <a:ext cx="551754"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0000"/>
                </a:solidFill>
                <a:effectLst/>
                <a:uLnTx/>
                <a:uFillTx/>
                <a:latin typeface="Calibri"/>
                <a:ea typeface="+mn-ea"/>
                <a:cs typeface="+mn-cs"/>
              </a:rPr>
              <a:t>6.91</a:t>
            </a:r>
          </a:p>
        </p:txBody>
      </p:sp>
      <p:sp>
        <p:nvSpPr>
          <p:cNvPr id="6" name="TextBox 5">
            <a:extLst>
              <a:ext uri="{FF2B5EF4-FFF2-40B4-BE49-F238E27FC236}">
                <a16:creationId xmlns:a16="http://schemas.microsoft.com/office/drawing/2014/main" id="{F06CFFC5-D6DA-E7D4-833D-D7BDD85EC3E3}"/>
              </a:ext>
            </a:extLst>
          </p:cNvPr>
          <p:cNvSpPr txBox="1"/>
          <p:nvPr/>
        </p:nvSpPr>
        <p:spPr>
          <a:xfrm>
            <a:off x="701727" y="2729676"/>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4.71</a:t>
            </a:r>
          </a:p>
        </p:txBody>
      </p:sp>
      <p:sp>
        <p:nvSpPr>
          <p:cNvPr id="7" name="TextBox 6">
            <a:extLst>
              <a:ext uri="{FF2B5EF4-FFF2-40B4-BE49-F238E27FC236}">
                <a16:creationId xmlns:a16="http://schemas.microsoft.com/office/drawing/2014/main" id="{24E31C5A-30A7-6768-21AC-72FACB1B1255}"/>
              </a:ext>
            </a:extLst>
          </p:cNvPr>
          <p:cNvSpPr txBox="1"/>
          <p:nvPr/>
        </p:nvSpPr>
        <p:spPr>
          <a:xfrm>
            <a:off x="1286334" y="2966934"/>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4.33</a:t>
            </a:r>
          </a:p>
        </p:txBody>
      </p:sp>
      <p:sp>
        <p:nvSpPr>
          <p:cNvPr id="12" name="TextBox 11">
            <a:extLst>
              <a:ext uri="{FF2B5EF4-FFF2-40B4-BE49-F238E27FC236}">
                <a16:creationId xmlns:a16="http://schemas.microsoft.com/office/drawing/2014/main" id="{47DD313B-6748-E0F4-CF40-5B654AFD58DF}"/>
              </a:ext>
            </a:extLst>
          </p:cNvPr>
          <p:cNvSpPr txBox="1"/>
          <p:nvPr/>
        </p:nvSpPr>
        <p:spPr>
          <a:xfrm>
            <a:off x="3130344" y="2774502"/>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4.61</a:t>
            </a:r>
          </a:p>
        </p:txBody>
      </p:sp>
      <p:sp>
        <p:nvSpPr>
          <p:cNvPr id="14" name="TextBox 13">
            <a:extLst>
              <a:ext uri="{FF2B5EF4-FFF2-40B4-BE49-F238E27FC236}">
                <a16:creationId xmlns:a16="http://schemas.microsoft.com/office/drawing/2014/main" id="{CC279619-ED30-A2F8-A5EC-9D413C316FA3}"/>
              </a:ext>
            </a:extLst>
          </p:cNvPr>
          <p:cNvSpPr txBox="1"/>
          <p:nvPr/>
        </p:nvSpPr>
        <p:spPr>
          <a:xfrm>
            <a:off x="1711799" y="3674268"/>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3.82</a:t>
            </a:r>
          </a:p>
        </p:txBody>
      </p:sp>
      <p:sp>
        <p:nvSpPr>
          <p:cNvPr id="15" name="TextBox 14">
            <a:extLst>
              <a:ext uri="{FF2B5EF4-FFF2-40B4-BE49-F238E27FC236}">
                <a16:creationId xmlns:a16="http://schemas.microsoft.com/office/drawing/2014/main" id="{07403E55-7C02-5804-B38D-C9FC49342ACE}"/>
              </a:ext>
            </a:extLst>
          </p:cNvPr>
          <p:cNvSpPr txBox="1"/>
          <p:nvPr/>
        </p:nvSpPr>
        <p:spPr>
          <a:xfrm>
            <a:off x="3845399" y="4174572"/>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2.15</a:t>
            </a:r>
          </a:p>
        </p:txBody>
      </p:sp>
      <p:sp>
        <p:nvSpPr>
          <p:cNvPr id="16" name="TextBox 15">
            <a:extLst>
              <a:ext uri="{FF2B5EF4-FFF2-40B4-BE49-F238E27FC236}">
                <a16:creationId xmlns:a16="http://schemas.microsoft.com/office/drawing/2014/main" id="{BCA9D6A8-BDC4-D43D-6FBA-C856A6DEC3F6}"/>
              </a:ext>
            </a:extLst>
          </p:cNvPr>
          <p:cNvSpPr txBox="1"/>
          <p:nvPr/>
        </p:nvSpPr>
        <p:spPr>
          <a:xfrm>
            <a:off x="1178496" y="3844467"/>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2.82</a:t>
            </a:r>
          </a:p>
        </p:txBody>
      </p:sp>
      <p:sp>
        <p:nvSpPr>
          <p:cNvPr id="2" name="TextBox 1">
            <a:extLst>
              <a:ext uri="{FF2B5EF4-FFF2-40B4-BE49-F238E27FC236}">
                <a16:creationId xmlns:a16="http://schemas.microsoft.com/office/drawing/2014/main" id="{51F57391-6DAB-5DEC-9FE2-0B1B9D4CE7A4}"/>
              </a:ext>
            </a:extLst>
          </p:cNvPr>
          <p:cNvSpPr txBox="1"/>
          <p:nvPr/>
        </p:nvSpPr>
        <p:spPr>
          <a:xfrm>
            <a:off x="11476653" y="6438122"/>
            <a:ext cx="472668" cy="26161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368DA6C-D003-43BD-8A0F-DF8B41F281FA}" type="slidenum">
              <a:rPr kumimoji="0" lang="en-US" sz="11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62027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5830" y="679141"/>
            <a:ext cx="11736280" cy="6017077"/>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2057400" y="161782"/>
            <a:ext cx="8276625" cy="43088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76 college closures since 2015 – and the pace is ramping up</a:t>
            </a:r>
          </a:p>
        </p:txBody>
      </p:sp>
      <p:graphicFrame>
        <p:nvGraphicFramePr>
          <p:cNvPr id="7" name="Chart 6">
            <a:extLst>
              <a:ext uri="{FF2B5EF4-FFF2-40B4-BE49-F238E27FC236}">
                <a16:creationId xmlns:a16="http://schemas.microsoft.com/office/drawing/2014/main" id="{9679DFC2-0AA5-0A25-79F3-4CC65DD850F7}"/>
              </a:ext>
            </a:extLst>
          </p:cNvPr>
          <p:cNvGraphicFramePr/>
          <p:nvPr/>
        </p:nvGraphicFramePr>
        <p:xfrm>
          <a:off x="9179096" y="5297557"/>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838886" y="4989780"/>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Closures by year</a:t>
            </a:r>
          </a:p>
        </p:txBody>
      </p:sp>
      <p:sp>
        <p:nvSpPr>
          <p:cNvPr id="4" name="TextBox 3">
            <a:extLst>
              <a:ext uri="{FF2B5EF4-FFF2-40B4-BE49-F238E27FC236}">
                <a16:creationId xmlns:a16="http://schemas.microsoft.com/office/drawing/2014/main" id="{21A61656-001B-7A61-0377-DB1CF0A16892}"/>
              </a:ext>
            </a:extLst>
          </p:cNvPr>
          <p:cNvSpPr txBox="1"/>
          <p:nvPr/>
        </p:nvSpPr>
        <p:spPr>
          <a:xfrm>
            <a:off x="11476653" y="6438122"/>
            <a:ext cx="472668" cy="26161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368DA6C-D003-43BD-8A0F-DF8B41F281FA}" type="slidenum">
              <a:rPr kumimoji="0" lang="en-US" sz="11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732461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308BD-E56F-EE05-1A96-9836DE4C9558}"/>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762C8AD6-9414-7448-518D-6D1BBE650D51}"/>
              </a:ext>
            </a:extLst>
          </p:cNvPr>
          <p:cNvSpPr/>
          <p:nvPr/>
        </p:nvSpPr>
        <p:spPr>
          <a:xfrm>
            <a:off x="9151608" y="3813007"/>
            <a:ext cx="2737946" cy="1976821"/>
          </a:xfrm>
          <a:custGeom>
            <a:avLst/>
            <a:gdLst>
              <a:gd name="connsiteX0" fmla="*/ 2869437 w 4081244"/>
              <a:gd name="connsiteY0" fmla="*/ 1722066 h 1895912"/>
              <a:gd name="connsiteX1" fmla="*/ 2869781 w 4081244"/>
              <a:gd name="connsiteY1" fmla="*/ 1724483 h 1895912"/>
              <a:gd name="connsiteX2" fmla="*/ 2867660 w 4081244"/>
              <a:gd name="connsiteY2" fmla="*/ 1724411 h 1895912"/>
              <a:gd name="connsiteX3" fmla="*/ 2852788 w 4081244"/>
              <a:gd name="connsiteY3" fmla="*/ 1715952 h 1895912"/>
              <a:gd name="connsiteX4" fmla="*/ 2864861 w 4081244"/>
              <a:gd name="connsiteY4" fmla="*/ 1724318 h 1895912"/>
              <a:gd name="connsiteX5" fmla="*/ 2867660 w 4081244"/>
              <a:gd name="connsiteY5" fmla="*/ 1724411 h 1895912"/>
              <a:gd name="connsiteX6" fmla="*/ 2864840 w 4081244"/>
              <a:gd name="connsiteY6" fmla="*/ 1728133 h 1895912"/>
              <a:gd name="connsiteX7" fmla="*/ 2852788 w 4081244"/>
              <a:gd name="connsiteY7" fmla="*/ 1715952 h 1895912"/>
              <a:gd name="connsiteX8" fmla="*/ 0 w 4081244"/>
              <a:gd name="connsiteY8" fmla="*/ 0 h 1895912"/>
              <a:gd name="connsiteX9" fmla="*/ 4081244 w 4081244"/>
              <a:gd name="connsiteY9" fmla="*/ 0 h 1895912"/>
              <a:gd name="connsiteX10" fmla="*/ 4081244 w 4081244"/>
              <a:gd name="connsiteY10" fmla="*/ 1783990 h 1895912"/>
              <a:gd name="connsiteX11" fmla="*/ 4072532 w 4081244"/>
              <a:gd name="connsiteY11" fmla="*/ 1786751 h 1895912"/>
              <a:gd name="connsiteX12" fmla="*/ 4022521 w 4081244"/>
              <a:gd name="connsiteY12" fmla="*/ 1820411 h 1895912"/>
              <a:gd name="connsiteX13" fmla="*/ 3959604 w 4081244"/>
              <a:gd name="connsiteY13" fmla="*/ 1631659 h 1895912"/>
              <a:gd name="connsiteX14" fmla="*/ 3951215 w 4081244"/>
              <a:gd name="connsiteY14" fmla="*/ 1665215 h 1895912"/>
              <a:gd name="connsiteX15" fmla="*/ 3917659 w 4081244"/>
              <a:gd name="connsiteY15" fmla="*/ 1749105 h 1895912"/>
              <a:gd name="connsiteX16" fmla="*/ 3905075 w 4081244"/>
              <a:gd name="connsiteY16" fmla="*/ 1744911 h 1895912"/>
              <a:gd name="connsiteX17" fmla="*/ 3875714 w 4081244"/>
              <a:gd name="connsiteY17" fmla="*/ 1614881 h 1895912"/>
              <a:gd name="connsiteX18" fmla="*/ 3850547 w 4081244"/>
              <a:gd name="connsiteY18" fmla="*/ 1635854 h 1895912"/>
              <a:gd name="connsiteX19" fmla="*/ 3846352 w 4081244"/>
              <a:gd name="connsiteY19" fmla="*/ 1623270 h 1895912"/>
              <a:gd name="connsiteX20" fmla="*/ 3829574 w 4081244"/>
              <a:gd name="connsiteY20" fmla="*/ 1510019 h 1895912"/>
              <a:gd name="connsiteX21" fmla="*/ 3779240 w 4081244"/>
              <a:gd name="connsiteY21" fmla="*/ 1656826 h 1895912"/>
              <a:gd name="connsiteX22" fmla="*/ 3733101 w 4081244"/>
              <a:gd name="connsiteY22" fmla="*/ 1778466 h 1895912"/>
              <a:gd name="connsiteX23" fmla="*/ 3686961 w 4081244"/>
              <a:gd name="connsiteY23" fmla="*/ 1837189 h 1895912"/>
              <a:gd name="connsiteX24" fmla="*/ 3598877 w 4081244"/>
              <a:gd name="connsiteY24" fmla="*/ 1807828 h 1895912"/>
              <a:gd name="connsiteX25" fmla="*/ 3565321 w 4081244"/>
              <a:gd name="connsiteY25" fmla="*/ 1740716 h 1895912"/>
              <a:gd name="connsiteX26" fmla="*/ 3552738 w 4081244"/>
              <a:gd name="connsiteY26" fmla="*/ 1728133 h 1895912"/>
              <a:gd name="connsiteX27" fmla="*/ 3510793 w 4081244"/>
              <a:gd name="connsiteY27" fmla="*/ 1690382 h 1895912"/>
              <a:gd name="connsiteX28" fmla="*/ 3498209 w 4081244"/>
              <a:gd name="connsiteY28" fmla="*/ 1707160 h 1895912"/>
              <a:gd name="connsiteX29" fmla="*/ 3489820 w 4081244"/>
              <a:gd name="connsiteY29" fmla="*/ 1690382 h 1895912"/>
              <a:gd name="connsiteX30" fmla="*/ 3485626 w 4081244"/>
              <a:gd name="connsiteY30" fmla="*/ 1602298 h 1895912"/>
              <a:gd name="connsiteX31" fmla="*/ 3460459 w 4081244"/>
              <a:gd name="connsiteY31" fmla="*/ 1551964 h 1895912"/>
              <a:gd name="connsiteX32" fmla="*/ 3410125 w 4081244"/>
              <a:gd name="connsiteY32" fmla="*/ 1468074 h 1895912"/>
              <a:gd name="connsiteX33" fmla="*/ 3372374 w 4081244"/>
              <a:gd name="connsiteY33" fmla="*/ 1510019 h 1895912"/>
              <a:gd name="connsiteX34" fmla="*/ 3305262 w 4081244"/>
              <a:gd name="connsiteY34" fmla="*/ 1568742 h 1895912"/>
              <a:gd name="connsiteX35" fmla="*/ 3263317 w 4081244"/>
              <a:gd name="connsiteY35" fmla="*/ 1598103 h 1895912"/>
              <a:gd name="connsiteX36" fmla="*/ 3242345 w 4081244"/>
              <a:gd name="connsiteY36" fmla="*/ 1623270 h 1895912"/>
              <a:gd name="connsiteX37" fmla="*/ 3225567 w 4081244"/>
              <a:gd name="connsiteY37" fmla="*/ 1640048 h 1895912"/>
              <a:gd name="connsiteX38" fmla="*/ 3137482 w 4081244"/>
              <a:gd name="connsiteY38" fmla="*/ 1740716 h 1895912"/>
              <a:gd name="connsiteX39" fmla="*/ 3116510 w 4081244"/>
              <a:gd name="connsiteY39" fmla="*/ 1753299 h 1895912"/>
              <a:gd name="connsiteX40" fmla="*/ 3099732 w 4081244"/>
              <a:gd name="connsiteY40" fmla="*/ 1711355 h 1895912"/>
              <a:gd name="connsiteX41" fmla="*/ 3087149 w 4081244"/>
              <a:gd name="connsiteY41" fmla="*/ 1698771 h 1895912"/>
              <a:gd name="connsiteX42" fmla="*/ 3045204 w 4081244"/>
              <a:gd name="connsiteY42" fmla="*/ 1736522 h 1895912"/>
              <a:gd name="connsiteX43" fmla="*/ 3032620 w 4081244"/>
              <a:gd name="connsiteY43" fmla="*/ 1744911 h 1895912"/>
              <a:gd name="connsiteX44" fmla="*/ 2999064 w 4081244"/>
              <a:gd name="connsiteY44" fmla="*/ 1719744 h 1895912"/>
              <a:gd name="connsiteX45" fmla="*/ 2893522 w 4081244"/>
              <a:gd name="connsiteY45" fmla="*/ 1690275 h 1895912"/>
              <a:gd name="connsiteX46" fmla="*/ 2869437 w 4081244"/>
              <a:gd name="connsiteY46" fmla="*/ 1722066 h 1895912"/>
              <a:gd name="connsiteX47" fmla="*/ 2868535 w 4081244"/>
              <a:gd name="connsiteY47" fmla="*/ 1715716 h 1895912"/>
              <a:gd name="connsiteX48" fmla="*/ 2831284 w 4081244"/>
              <a:gd name="connsiteY48" fmla="*/ 1652632 h 1895912"/>
              <a:gd name="connsiteX49" fmla="*/ 2827090 w 4081244"/>
              <a:gd name="connsiteY49" fmla="*/ 1677799 h 1895912"/>
              <a:gd name="connsiteX50" fmla="*/ 2789339 w 4081244"/>
              <a:gd name="connsiteY50" fmla="*/ 1765883 h 1895912"/>
              <a:gd name="connsiteX51" fmla="*/ 2747394 w 4081244"/>
              <a:gd name="connsiteY51" fmla="*/ 1686188 h 1895912"/>
              <a:gd name="connsiteX52" fmla="*/ 2697060 w 4081244"/>
              <a:gd name="connsiteY52" fmla="*/ 1581325 h 1895912"/>
              <a:gd name="connsiteX53" fmla="*/ 2516697 w 4081244"/>
              <a:gd name="connsiteY53" fmla="*/ 1732327 h 1895912"/>
              <a:gd name="connsiteX54" fmla="*/ 2411835 w 4081244"/>
              <a:gd name="connsiteY54" fmla="*/ 1774272 h 1895912"/>
              <a:gd name="connsiteX55" fmla="*/ 2344723 w 4081244"/>
              <a:gd name="connsiteY55" fmla="*/ 1736522 h 1895912"/>
              <a:gd name="connsiteX56" fmla="*/ 2114026 w 4081244"/>
              <a:gd name="connsiteY56" fmla="*/ 1623270 h 1895912"/>
              <a:gd name="connsiteX57" fmla="*/ 2076275 w 4081244"/>
              <a:gd name="connsiteY57" fmla="*/ 1690382 h 1895912"/>
              <a:gd name="connsiteX58" fmla="*/ 1946246 w 4081244"/>
              <a:gd name="connsiteY58" fmla="*/ 1824606 h 1895912"/>
              <a:gd name="connsiteX59" fmla="*/ 1904301 w 4081244"/>
              <a:gd name="connsiteY59" fmla="*/ 1799439 h 1895912"/>
              <a:gd name="connsiteX60" fmla="*/ 1891717 w 4081244"/>
              <a:gd name="connsiteY60" fmla="*/ 1791050 h 1895912"/>
              <a:gd name="connsiteX61" fmla="*/ 1845578 w 4081244"/>
              <a:gd name="connsiteY61" fmla="*/ 1753299 h 1895912"/>
              <a:gd name="connsiteX62" fmla="*/ 1765882 w 4081244"/>
              <a:gd name="connsiteY62" fmla="*/ 1669410 h 1895912"/>
              <a:gd name="connsiteX63" fmla="*/ 1736521 w 4081244"/>
              <a:gd name="connsiteY63" fmla="*/ 1728133 h 1895912"/>
              <a:gd name="connsiteX64" fmla="*/ 1681993 w 4081244"/>
              <a:gd name="connsiteY64" fmla="*/ 1849773 h 1895912"/>
              <a:gd name="connsiteX65" fmla="*/ 1646767 w 4081244"/>
              <a:gd name="connsiteY65" fmla="*/ 1879588 h 1895912"/>
              <a:gd name="connsiteX66" fmla="*/ 1620163 w 4081244"/>
              <a:gd name="connsiteY66" fmla="*/ 1895912 h 1895912"/>
              <a:gd name="connsiteX67" fmla="*/ 1578691 w 4081244"/>
              <a:gd name="connsiteY67" fmla="*/ 1895912 h 1895912"/>
              <a:gd name="connsiteX68" fmla="*/ 1569568 w 4081244"/>
              <a:gd name="connsiteY68" fmla="*/ 1893159 h 1895912"/>
              <a:gd name="connsiteX69" fmla="*/ 1468073 w 4081244"/>
              <a:gd name="connsiteY69" fmla="*/ 1874940 h 1895912"/>
              <a:gd name="connsiteX70" fmla="*/ 1199626 w 4081244"/>
              <a:gd name="connsiteY70" fmla="*/ 1719744 h 1895912"/>
              <a:gd name="connsiteX71" fmla="*/ 1015068 w 4081244"/>
              <a:gd name="connsiteY71" fmla="*/ 1807828 h 1895912"/>
              <a:gd name="connsiteX72" fmla="*/ 885038 w 4081244"/>
              <a:gd name="connsiteY72" fmla="*/ 1619076 h 1895912"/>
              <a:gd name="connsiteX73" fmla="*/ 864066 w 4081244"/>
              <a:gd name="connsiteY73" fmla="*/ 1589714 h 1895912"/>
              <a:gd name="connsiteX74" fmla="*/ 767593 w 4081244"/>
              <a:gd name="connsiteY74" fmla="*/ 1686188 h 1895912"/>
              <a:gd name="connsiteX75" fmla="*/ 683703 w 4081244"/>
              <a:gd name="connsiteY75" fmla="*/ 1749105 h 1895912"/>
              <a:gd name="connsiteX76" fmla="*/ 662730 w 4081244"/>
              <a:gd name="connsiteY76" fmla="*/ 1732327 h 1895912"/>
              <a:gd name="connsiteX77" fmla="*/ 566257 w 4081244"/>
              <a:gd name="connsiteY77" fmla="*/ 1505824 h 1895912"/>
              <a:gd name="connsiteX78" fmla="*/ 515923 w 4081244"/>
              <a:gd name="connsiteY78" fmla="*/ 1564547 h 1895912"/>
              <a:gd name="connsiteX79" fmla="*/ 423644 w 4081244"/>
              <a:gd name="connsiteY79" fmla="*/ 1757494 h 1895912"/>
              <a:gd name="connsiteX80" fmla="*/ 381699 w 4081244"/>
              <a:gd name="connsiteY80" fmla="*/ 1824606 h 1895912"/>
              <a:gd name="connsiteX81" fmla="*/ 356532 w 4081244"/>
              <a:gd name="connsiteY81" fmla="*/ 1761688 h 1895912"/>
              <a:gd name="connsiteX82" fmla="*/ 343949 w 4081244"/>
              <a:gd name="connsiteY82" fmla="*/ 1598103 h 1895912"/>
              <a:gd name="connsiteX83" fmla="*/ 310393 w 4081244"/>
              <a:gd name="connsiteY83" fmla="*/ 1648437 h 1895912"/>
              <a:gd name="connsiteX84" fmla="*/ 209725 w 4081244"/>
              <a:gd name="connsiteY84" fmla="*/ 1761688 h 1895912"/>
              <a:gd name="connsiteX85" fmla="*/ 192947 w 4081244"/>
              <a:gd name="connsiteY85" fmla="*/ 1715549 h 1895912"/>
              <a:gd name="connsiteX86" fmla="*/ 163585 w 4081244"/>
              <a:gd name="connsiteY86" fmla="*/ 1656826 h 1895912"/>
              <a:gd name="connsiteX87" fmla="*/ 113251 w 4081244"/>
              <a:gd name="connsiteY87" fmla="*/ 1627465 h 1895912"/>
              <a:gd name="connsiteX88" fmla="*/ 71306 w 4081244"/>
              <a:gd name="connsiteY88" fmla="*/ 1631659 h 1895912"/>
              <a:gd name="connsiteX89" fmla="*/ 7170 w 4081244"/>
              <a:gd name="connsiteY89" fmla="*/ 1648795 h 1895912"/>
              <a:gd name="connsiteX90" fmla="*/ 0 w 4081244"/>
              <a:gd name="connsiteY90" fmla="*/ 1651678 h 1895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4081244" h="1895912">
                <a:moveTo>
                  <a:pt x="2869437" y="1722066"/>
                </a:moveTo>
                <a:lnTo>
                  <a:pt x="2869781" y="1724483"/>
                </a:lnTo>
                <a:lnTo>
                  <a:pt x="2867660" y="1724411"/>
                </a:lnTo>
                <a:close/>
                <a:moveTo>
                  <a:pt x="2852788" y="1715952"/>
                </a:moveTo>
                <a:cubicBezTo>
                  <a:pt x="2854598" y="1717400"/>
                  <a:pt x="2860429" y="1722273"/>
                  <a:pt x="2864861" y="1724318"/>
                </a:cubicBezTo>
                <a:lnTo>
                  <a:pt x="2867660" y="1724411"/>
                </a:lnTo>
                <a:lnTo>
                  <a:pt x="2864840" y="1728133"/>
                </a:lnTo>
                <a:cubicBezTo>
                  <a:pt x="2853188" y="1716480"/>
                  <a:pt x="2850977" y="1714503"/>
                  <a:pt x="2852788" y="1715952"/>
                </a:cubicBezTo>
                <a:close/>
                <a:moveTo>
                  <a:pt x="0" y="0"/>
                </a:moveTo>
                <a:lnTo>
                  <a:pt x="4081244" y="0"/>
                </a:lnTo>
                <a:lnTo>
                  <a:pt x="4081244" y="1783990"/>
                </a:lnTo>
                <a:lnTo>
                  <a:pt x="4072532" y="1786751"/>
                </a:lnTo>
                <a:cubicBezTo>
                  <a:pt x="4054896" y="1795990"/>
                  <a:pt x="4026859" y="1817312"/>
                  <a:pt x="4022521" y="1820411"/>
                </a:cubicBezTo>
                <a:cubicBezTo>
                  <a:pt x="3936058" y="1679910"/>
                  <a:pt x="4055552" y="1887524"/>
                  <a:pt x="3959604" y="1631659"/>
                </a:cubicBezTo>
                <a:cubicBezTo>
                  <a:pt x="3955556" y="1620864"/>
                  <a:pt x="3955093" y="1654357"/>
                  <a:pt x="3951215" y="1665215"/>
                </a:cubicBezTo>
                <a:cubicBezTo>
                  <a:pt x="3941085" y="1693578"/>
                  <a:pt x="3928844" y="1721142"/>
                  <a:pt x="3917659" y="1749105"/>
                </a:cubicBezTo>
                <a:cubicBezTo>
                  <a:pt x="3913464" y="1747707"/>
                  <a:pt x="3906717" y="1749016"/>
                  <a:pt x="3905075" y="1744911"/>
                </a:cubicBezTo>
                <a:cubicBezTo>
                  <a:pt x="3889173" y="1705155"/>
                  <a:pt x="3882800" y="1657394"/>
                  <a:pt x="3875714" y="1614881"/>
                </a:cubicBezTo>
                <a:cubicBezTo>
                  <a:pt x="3867325" y="1621872"/>
                  <a:pt x="3861047" y="1632854"/>
                  <a:pt x="3850547" y="1635854"/>
                </a:cubicBezTo>
                <a:cubicBezTo>
                  <a:pt x="3846296" y="1637069"/>
                  <a:pt x="3847079" y="1627631"/>
                  <a:pt x="3846352" y="1623270"/>
                </a:cubicBezTo>
                <a:cubicBezTo>
                  <a:pt x="3840078" y="1585627"/>
                  <a:pt x="3835167" y="1547769"/>
                  <a:pt x="3829574" y="1510019"/>
                </a:cubicBezTo>
                <a:cubicBezTo>
                  <a:pt x="3799112" y="1570944"/>
                  <a:pt x="3835532" y="1495991"/>
                  <a:pt x="3779240" y="1656826"/>
                </a:cubicBezTo>
                <a:cubicBezTo>
                  <a:pt x="3764914" y="1697757"/>
                  <a:pt x="3748481" y="1737919"/>
                  <a:pt x="3733101" y="1778466"/>
                </a:cubicBezTo>
                <a:cubicBezTo>
                  <a:pt x="3717721" y="1798040"/>
                  <a:pt x="3711487" y="1841454"/>
                  <a:pt x="3686961" y="1837189"/>
                </a:cubicBezTo>
                <a:cubicBezTo>
                  <a:pt x="3567327" y="1816383"/>
                  <a:pt x="3694067" y="1691481"/>
                  <a:pt x="3598877" y="1807828"/>
                </a:cubicBezTo>
                <a:cubicBezTo>
                  <a:pt x="3587692" y="1785457"/>
                  <a:pt x="3577852" y="1762361"/>
                  <a:pt x="3565321" y="1740716"/>
                </a:cubicBezTo>
                <a:cubicBezTo>
                  <a:pt x="3562349" y="1735583"/>
                  <a:pt x="3557147" y="1724165"/>
                  <a:pt x="3552738" y="1728133"/>
                </a:cubicBezTo>
                <a:cubicBezTo>
                  <a:pt x="3503865" y="1772118"/>
                  <a:pt x="3533096" y="1846506"/>
                  <a:pt x="3510793" y="1690382"/>
                </a:cubicBezTo>
                <a:cubicBezTo>
                  <a:pt x="3506598" y="1695975"/>
                  <a:pt x="3505200" y="1707160"/>
                  <a:pt x="3498209" y="1707160"/>
                </a:cubicBezTo>
                <a:cubicBezTo>
                  <a:pt x="3491956" y="1707160"/>
                  <a:pt x="3490565" y="1696590"/>
                  <a:pt x="3489820" y="1690382"/>
                </a:cubicBezTo>
                <a:cubicBezTo>
                  <a:pt x="3486318" y="1661197"/>
                  <a:pt x="3487024" y="1631659"/>
                  <a:pt x="3485626" y="1602298"/>
                </a:cubicBezTo>
                <a:cubicBezTo>
                  <a:pt x="3459948" y="1563780"/>
                  <a:pt x="3505644" y="1633862"/>
                  <a:pt x="3460459" y="1551964"/>
                </a:cubicBezTo>
                <a:cubicBezTo>
                  <a:pt x="3444706" y="1523411"/>
                  <a:pt x="3426903" y="1496037"/>
                  <a:pt x="3410125" y="1468074"/>
                </a:cubicBezTo>
                <a:cubicBezTo>
                  <a:pt x="3388426" y="1489772"/>
                  <a:pt x="3401401" y="1476153"/>
                  <a:pt x="3372374" y="1510019"/>
                </a:cubicBezTo>
                <a:cubicBezTo>
                  <a:pt x="3353029" y="1532588"/>
                  <a:pt x="3327633" y="1549168"/>
                  <a:pt x="3305262" y="1568742"/>
                </a:cubicBezTo>
                <a:cubicBezTo>
                  <a:pt x="3292418" y="1579981"/>
                  <a:pt x="3276214" y="1586926"/>
                  <a:pt x="3263317" y="1598103"/>
                </a:cubicBezTo>
                <a:cubicBezTo>
                  <a:pt x="3255065" y="1605255"/>
                  <a:pt x="3249650" y="1615153"/>
                  <a:pt x="3242345" y="1623270"/>
                </a:cubicBezTo>
                <a:cubicBezTo>
                  <a:pt x="3237054" y="1629149"/>
                  <a:pt x="3230775" y="1634096"/>
                  <a:pt x="3225567" y="1640048"/>
                </a:cubicBezTo>
                <a:cubicBezTo>
                  <a:pt x="3196976" y="1672724"/>
                  <a:pt x="3169278" y="1710907"/>
                  <a:pt x="3137482" y="1740716"/>
                </a:cubicBezTo>
                <a:cubicBezTo>
                  <a:pt x="3131534" y="1746292"/>
                  <a:pt x="3122945" y="1758304"/>
                  <a:pt x="3116510" y="1753299"/>
                </a:cubicBezTo>
                <a:cubicBezTo>
                  <a:pt x="3104624" y="1744054"/>
                  <a:pt x="3105325" y="1725336"/>
                  <a:pt x="3099732" y="1711355"/>
                </a:cubicBezTo>
                <a:cubicBezTo>
                  <a:pt x="3095538" y="1707160"/>
                  <a:pt x="3092535" y="1696285"/>
                  <a:pt x="3087149" y="1698771"/>
                </a:cubicBezTo>
                <a:cubicBezTo>
                  <a:pt x="3070070" y="1706654"/>
                  <a:pt x="3059564" y="1724371"/>
                  <a:pt x="3045204" y="1736522"/>
                </a:cubicBezTo>
                <a:cubicBezTo>
                  <a:pt x="3041356" y="1739778"/>
                  <a:pt x="3036815" y="1742115"/>
                  <a:pt x="3032620" y="1744911"/>
                </a:cubicBezTo>
                <a:cubicBezTo>
                  <a:pt x="3021435" y="1736522"/>
                  <a:pt x="3008951" y="1729631"/>
                  <a:pt x="2999064" y="1719744"/>
                </a:cubicBezTo>
                <a:cubicBezTo>
                  <a:pt x="2915105" y="1635785"/>
                  <a:pt x="2946909" y="1615678"/>
                  <a:pt x="2893522" y="1690275"/>
                </a:cubicBezTo>
                <a:lnTo>
                  <a:pt x="2869437" y="1722066"/>
                </a:lnTo>
                <a:lnTo>
                  <a:pt x="2868535" y="1715716"/>
                </a:lnTo>
                <a:cubicBezTo>
                  <a:pt x="2864746" y="1705853"/>
                  <a:pt x="2854136" y="1686909"/>
                  <a:pt x="2831284" y="1652632"/>
                </a:cubicBezTo>
                <a:cubicBezTo>
                  <a:pt x="2826566" y="1645556"/>
                  <a:pt x="2830044" y="1669824"/>
                  <a:pt x="2827090" y="1677799"/>
                </a:cubicBezTo>
                <a:cubicBezTo>
                  <a:pt x="2815995" y="1707755"/>
                  <a:pt x="2801923" y="1736522"/>
                  <a:pt x="2789339" y="1765883"/>
                </a:cubicBezTo>
                <a:cubicBezTo>
                  <a:pt x="2789339" y="1765883"/>
                  <a:pt x="2760819" y="1713038"/>
                  <a:pt x="2747394" y="1686188"/>
                </a:cubicBezTo>
                <a:cubicBezTo>
                  <a:pt x="2730054" y="1651509"/>
                  <a:pt x="2713838" y="1616279"/>
                  <a:pt x="2697060" y="1581325"/>
                </a:cubicBezTo>
                <a:cubicBezTo>
                  <a:pt x="2697060" y="1581325"/>
                  <a:pt x="2581642" y="1688393"/>
                  <a:pt x="2516697" y="1732327"/>
                </a:cubicBezTo>
                <a:cubicBezTo>
                  <a:pt x="2485515" y="1753421"/>
                  <a:pt x="2446789" y="1760290"/>
                  <a:pt x="2411835" y="1774272"/>
                </a:cubicBezTo>
                <a:cubicBezTo>
                  <a:pt x="2362583" y="1768115"/>
                  <a:pt x="2386250" y="1778048"/>
                  <a:pt x="2344723" y="1736522"/>
                </a:cubicBezTo>
                <a:cubicBezTo>
                  <a:pt x="2248363" y="1640165"/>
                  <a:pt x="2213279" y="1641881"/>
                  <a:pt x="2114026" y="1623270"/>
                </a:cubicBezTo>
                <a:cubicBezTo>
                  <a:pt x="2079547" y="1657749"/>
                  <a:pt x="2130045" y="1604351"/>
                  <a:pt x="2076275" y="1690382"/>
                </a:cubicBezTo>
                <a:cubicBezTo>
                  <a:pt x="2022037" y="1777163"/>
                  <a:pt x="2023602" y="1765450"/>
                  <a:pt x="1946246" y="1824606"/>
                </a:cubicBezTo>
                <a:cubicBezTo>
                  <a:pt x="1912104" y="1817777"/>
                  <a:pt x="1935132" y="1826416"/>
                  <a:pt x="1904301" y="1799439"/>
                </a:cubicBezTo>
                <a:cubicBezTo>
                  <a:pt x="1900507" y="1796119"/>
                  <a:pt x="1895681" y="1794165"/>
                  <a:pt x="1891717" y="1791050"/>
                </a:cubicBezTo>
                <a:cubicBezTo>
                  <a:pt x="1876092" y="1778773"/>
                  <a:pt x="1859866" y="1767110"/>
                  <a:pt x="1845578" y="1753299"/>
                </a:cubicBezTo>
                <a:cubicBezTo>
                  <a:pt x="1817847" y="1726492"/>
                  <a:pt x="1792447" y="1697373"/>
                  <a:pt x="1765882" y="1669410"/>
                </a:cubicBezTo>
                <a:cubicBezTo>
                  <a:pt x="1733725" y="1680128"/>
                  <a:pt x="1761192" y="1667181"/>
                  <a:pt x="1736521" y="1728133"/>
                </a:cubicBezTo>
                <a:cubicBezTo>
                  <a:pt x="1719850" y="1769321"/>
                  <a:pt x="1708380" y="1814022"/>
                  <a:pt x="1681993" y="1849773"/>
                </a:cubicBezTo>
                <a:cubicBezTo>
                  <a:pt x="1672775" y="1862262"/>
                  <a:pt x="1660192" y="1871350"/>
                  <a:pt x="1646767" y="1879588"/>
                </a:cubicBezTo>
                <a:lnTo>
                  <a:pt x="1620163" y="1895912"/>
                </a:lnTo>
                <a:lnTo>
                  <a:pt x="1578691" y="1895912"/>
                </a:lnTo>
                <a:lnTo>
                  <a:pt x="1569568" y="1893159"/>
                </a:lnTo>
                <a:cubicBezTo>
                  <a:pt x="1546324" y="1886332"/>
                  <a:pt x="1551214" y="1889399"/>
                  <a:pt x="1468073" y="1874940"/>
                </a:cubicBezTo>
                <a:cubicBezTo>
                  <a:pt x="1366242" y="1857230"/>
                  <a:pt x="1295914" y="1757320"/>
                  <a:pt x="1199626" y="1719744"/>
                </a:cubicBezTo>
                <a:cubicBezTo>
                  <a:pt x="1160471" y="1704464"/>
                  <a:pt x="1019766" y="1804937"/>
                  <a:pt x="1015068" y="1807828"/>
                </a:cubicBezTo>
                <a:cubicBezTo>
                  <a:pt x="914875" y="1757730"/>
                  <a:pt x="987466" y="1804234"/>
                  <a:pt x="885038" y="1619076"/>
                </a:cubicBezTo>
                <a:cubicBezTo>
                  <a:pt x="879216" y="1608552"/>
                  <a:pt x="874509" y="1583747"/>
                  <a:pt x="864066" y="1589714"/>
                </a:cubicBezTo>
                <a:cubicBezTo>
                  <a:pt x="824580" y="1612278"/>
                  <a:pt x="801671" y="1656072"/>
                  <a:pt x="767593" y="1686188"/>
                </a:cubicBezTo>
                <a:cubicBezTo>
                  <a:pt x="741401" y="1709335"/>
                  <a:pt x="711666" y="1728133"/>
                  <a:pt x="683703" y="1749105"/>
                </a:cubicBezTo>
                <a:cubicBezTo>
                  <a:pt x="676712" y="1743512"/>
                  <a:pt x="666871" y="1740264"/>
                  <a:pt x="662730" y="1732327"/>
                </a:cubicBezTo>
                <a:cubicBezTo>
                  <a:pt x="599342" y="1610833"/>
                  <a:pt x="596942" y="1597879"/>
                  <a:pt x="566257" y="1505824"/>
                </a:cubicBezTo>
                <a:cubicBezTo>
                  <a:pt x="549479" y="1525398"/>
                  <a:pt x="528633" y="1542117"/>
                  <a:pt x="515923" y="1564547"/>
                </a:cubicBezTo>
                <a:cubicBezTo>
                  <a:pt x="480775" y="1626573"/>
                  <a:pt x="456342" y="1694142"/>
                  <a:pt x="423644" y="1757494"/>
                </a:cubicBezTo>
                <a:cubicBezTo>
                  <a:pt x="411545" y="1780936"/>
                  <a:pt x="395681" y="1802235"/>
                  <a:pt x="381699" y="1824606"/>
                </a:cubicBezTo>
                <a:cubicBezTo>
                  <a:pt x="373310" y="1803633"/>
                  <a:pt x="360245" y="1783969"/>
                  <a:pt x="356532" y="1761688"/>
                </a:cubicBezTo>
                <a:cubicBezTo>
                  <a:pt x="347541" y="1707743"/>
                  <a:pt x="364583" y="1648750"/>
                  <a:pt x="343949" y="1598103"/>
                </a:cubicBezTo>
                <a:cubicBezTo>
                  <a:pt x="336341" y="1579429"/>
                  <a:pt x="323184" y="1632848"/>
                  <a:pt x="310393" y="1648437"/>
                </a:cubicBezTo>
                <a:cubicBezTo>
                  <a:pt x="278355" y="1687484"/>
                  <a:pt x="243281" y="1723938"/>
                  <a:pt x="209725" y="1761688"/>
                </a:cubicBezTo>
                <a:cubicBezTo>
                  <a:pt x="204806" y="1746934"/>
                  <a:pt x="198830" y="1728491"/>
                  <a:pt x="192947" y="1715549"/>
                </a:cubicBezTo>
                <a:cubicBezTo>
                  <a:pt x="183891" y="1695626"/>
                  <a:pt x="178268" y="1673054"/>
                  <a:pt x="163585" y="1656826"/>
                </a:cubicBezTo>
                <a:cubicBezTo>
                  <a:pt x="150553" y="1642423"/>
                  <a:pt x="130029" y="1637252"/>
                  <a:pt x="113251" y="1627465"/>
                </a:cubicBezTo>
                <a:cubicBezTo>
                  <a:pt x="99269" y="1628863"/>
                  <a:pt x="85131" y="1629145"/>
                  <a:pt x="71306" y="1631659"/>
                </a:cubicBezTo>
                <a:cubicBezTo>
                  <a:pt x="49373" y="1635647"/>
                  <a:pt x="28069" y="1641581"/>
                  <a:pt x="7170" y="1648795"/>
                </a:cubicBezTo>
                <a:lnTo>
                  <a:pt x="0" y="1651678"/>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p:txBody>
      </p:sp>
      <p:sp>
        <p:nvSpPr>
          <p:cNvPr id="7" name="Freeform: Shape 6">
            <a:extLst>
              <a:ext uri="{FF2B5EF4-FFF2-40B4-BE49-F238E27FC236}">
                <a16:creationId xmlns:a16="http://schemas.microsoft.com/office/drawing/2014/main" id="{6D910157-A5FA-8B2E-1079-0EE893C01F8C}"/>
              </a:ext>
            </a:extLst>
          </p:cNvPr>
          <p:cNvSpPr/>
          <p:nvPr/>
        </p:nvSpPr>
        <p:spPr>
          <a:xfrm>
            <a:off x="3213246" y="3843745"/>
            <a:ext cx="2737946" cy="1976821"/>
          </a:xfrm>
          <a:custGeom>
            <a:avLst/>
            <a:gdLst>
              <a:gd name="connsiteX0" fmla="*/ 2869437 w 4081244"/>
              <a:gd name="connsiteY0" fmla="*/ 1722066 h 1895912"/>
              <a:gd name="connsiteX1" fmla="*/ 2869781 w 4081244"/>
              <a:gd name="connsiteY1" fmla="*/ 1724483 h 1895912"/>
              <a:gd name="connsiteX2" fmla="*/ 2867660 w 4081244"/>
              <a:gd name="connsiteY2" fmla="*/ 1724411 h 1895912"/>
              <a:gd name="connsiteX3" fmla="*/ 2852788 w 4081244"/>
              <a:gd name="connsiteY3" fmla="*/ 1715952 h 1895912"/>
              <a:gd name="connsiteX4" fmla="*/ 2864861 w 4081244"/>
              <a:gd name="connsiteY4" fmla="*/ 1724318 h 1895912"/>
              <a:gd name="connsiteX5" fmla="*/ 2867660 w 4081244"/>
              <a:gd name="connsiteY5" fmla="*/ 1724411 h 1895912"/>
              <a:gd name="connsiteX6" fmla="*/ 2864840 w 4081244"/>
              <a:gd name="connsiteY6" fmla="*/ 1728133 h 1895912"/>
              <a:gd name="connsiteX7" fmla="*/ 2852788 w 4081244"/>
              <a:gd name="connsiteY7" fmla="*/ 1715952 h 1895912"/>
              <a:gd name="connsiteX8" fmla="*/ 0 w 4081244"/>
              <a:gd name="connsiteY8" fmla="*/ 0 h 1895912"/>
              <a:gd name="connsiteX9" fmla="*/ 4081244 w 4081244"/>
              <a:gd name="connsiteY9" fmla="*/ 0 h 1895912"/>
              <a:gd name="connsiteX10" fmla="*/ 4081244 w 4081244"/>
              <a:gd name="connsiteY10" fmla="*/ 1783990 h 1895912"/>
              <a:gd name="connsiteX11" fmla="*/ 4072532 w 4081244"/>
              <a:gd name="connsiteY11" fmla="*/ 1786751 h 1895912"/>
              <a:gd name="connsiteX12" fmla="*/ 4022521 w 4081244"/>
              <a:gd name="connsiteY12" fmla="*/ 1820411 h 1895912"/>
              <a:gd name="connsiteX13" fmla="*/ 3959604 w 4081244"/>
              <a:gd name="connsiteY13" fmla="*/ 1631659 h 1895912"/>
              <a:gd name="connsiteX14" fmla="*/ 3951215 w 4081244"/>
              <a:gd name="connsiteY14" fmla="*/ 1665215 h 1895912"/>
              <a:gd name="connsiteX15" fmla="*/ 3917659 w 4081244"/>
              <a:gd name="connsiteY15" fmla="*/ 1749105 h 1895912"/>
              <a:gd name="connsiteX16" fmla="*/ 3905075 w 4081244"/>
              <a:gd name="connsiteY16" fmla="*/ 1744911 h 1895912"/>
              <a:gd name="connsiteX17" fmla="*/ 3875714 w 4081244"/>
              <a:gd name="connsiteY17" fmla="*/ 1614881 h 1895912"/>
              <a:gd name="connsiteX18" fmla="*/ 3850547 w 4081244"/>
              <a:gd name="connsiteY18" fmla="*/ 1635854 h 1895912"/>
              <a:gd name="connsiteX19" fmla="*/ 3846352 w 4081244"/>
              <a:gd name="connsiteY19" fmla="*/ 1623270 h 1895912"/>
              <a:gd name="connsiteX20" fmla="*/ 3829574 w 4081244"/>
              <a:gd name="connsiteY20" fmla="*/ 1510019 h 1895912"/>
              <a:gd name="connsiteX21" fmla="*/ 3779240 w 4081244"/>
              <a:gd name="connsiteY21" fmla="*/ 1656826 h 1895912"/>
              <a:gd name="connsiteX22" fmla="*/ 3733101 w 4081244"/>
              <a:gd name="connsiteY22" fmla="*/ 1778466 h 1895912"/>
              <a:gd name="connsiteX23" fmla="*/ 3686961 w 4081244"/>
              <a:gd name="connsiteY23" fmla="*/ 1837189 h 1895912"/>
              <a:gd name="connsiteX24" fmla="*/ 3598877 w 4081244"/>
              <a:gd name="connsiteY24" fmla="*/ 1807828 h 1895912"/>
              <a:gd name="connsiteX25" fmla="*/ 3565321 w 4081244"/>
              <a:gd name="connsiteY25" fmla="*/ 1740716 h 1895912"/>
              <a:gd name="connsiteX26" fmla="*/ 3552738 w 4081244"/>
              <a:gd name="connsiteY26" fmla="*/ 1728133 h 1895912"/>
              <a:gd name="connsiteX27" fmla="*/ 3510793 w 4081244"/>
              <a:gd name="connsiteY27" fmla="*/ 1690382 h 1895912"/>
              <a:gd name="connsiteX28" fmla="*/ 3498209 w 4081244"/>
              <a:gd name="connsiteY28" fmla="*/ 1707160 h 1895912"/>
              <a:gd name="connsiteX29" fmla="*/ 3489820 w 4081244"/>
              <a:gd name="connsiteY29" fmla="*/ 1690382 h 1895912"/>
              <a:gd name="connsiteX30" fmla="*/ 3485626 w 4081244"/>
              <a:gd name="connsiteY30" fmla="*/ 1602298 h 1895912"/>
              <a:gd name="connsiteX31" fmla="*/ 3460459 w 4081244"/>
              <a:gd name="connsiteY31" fmla="*/ 1551964 h 1895912"/>
              <a:gd name="connsiteX32" fmla="*/ 3410125 w 4081244"/>
              <a:gd name="connsiteY32" fmla="*/ 1468074 h 1895912"/>
              <a:gd name="connsiteX33" fmla="*/ 3372374 w 4081244"/>
              <a:gd name="connsiteY33" fmla="*/ 1510019 h 1895912"/>
              <a:gd name="connsiteX34" fmla="*/ 3305262 w 4081244"/>
              <a:gd name="connsiteY34" fmla="*/ 1568742 h 1895912"/>
              <a:gd name="connsiteX35" fmla="*/ 3263317 w 4081244"/>
              <a:gd name="connsiteY35" fmla="*/ 1598103 h 1895912"/>
              <a:gd name="connsiteX36" fmla="*/ 3242345 w 4081244"/>
              <a:gd name="connsiteY36" fmla="*/ 1623270 h 1895912"/>
              <a:gd name="connsiteX37" fmla="*/ 3225567 w 4081244"/>
              <a:gd name="connsiteY37" fmla="*/ 1640048 h 1895912"/>
              <a:gd name="connsiteX38" fmla="*/ 3137482 w 4081244"/>
              <a:gd name="connsiteY38" fmla="*/ 1740716 h 1895912"/>
              <a:gd name="connsiteX39" fmla="*/ 3116510 w 4081244"/>
              <a:gd name="connsiteY39" fmla="*/ 1753299 h 1895912"/>
              <a:gd name="connsiteX40" fmla="*/ 3099732 w 4081244"/>
              <a:gd name="connsiteY40" fmla="*/ 1711355 h 1895912"/>
              <a:gd name="connsiteX41" fmla="*/ 3087149 w 4081244"/>
              <a:gd name="connsiteY41" fmla="*/ 1698771 h 1895912"/>
              <a:gd name="connsiteX42" fmla="*/ 3045204 w 4081244"/>
              <a:gd name="connsiteY42" fmla="*/ 1736522 h 1895912"/>
              <a:gd name="connsiteX43" fmla="*/ 3032620 w 4081244"/>
              <a:gd name="connsiteY43" fmla="*/ 1744911 h 1895912"/>
              <a:gd name="connsiteX44" fmla="*/ 2999064 w 4081244"/>
              <a:gd name="connsiteY44" fmla="*/ 1719744 h 1895912"/>
              <a:gd name="connsiteX45" fmla="*/ 2893522 w 4081244"/>
              <a:gd name="connsiteY45" fmla="*/ 1690275 h 1895912"/>
              <a:gd name="connsiteX46" fmla="*/ 2869437 w 4081244"/>
              <a:gd name="connsiteY46" fmla="*/ 1722066 h 1895912"/>
              <a:gd name="connsiteX47" fmla="*/ 2868535 w 4081244"/>
              <a:gd name="connsiteY47" fmla="*/ 1715716 h 1895912"/>
              <a:gd name="connsiteX48" fmla="*/ 2831284 w 4081244"/>
              <a:gd name="connsiteY48" fmla="*/ 1652632 h 1895912"/>
              <a:gd name="connsiteX49" fmla="*/ 2827090 w 4081244"/>
              <a:gd name="connsiteY49" fmla="*/ 1677799 h 1895912"/>
              <a:gd name="connsiteX50" fmla="*/ 2789339 w 4081244"/>
              <a:gd name="connsiteY50" fmla="*/ 1765883 h 1895912"/>
              <a:gd name="connsiteX51" fmla="*/ 2747394 w 4081244"/>
              <a:gd name="connsiteY51" fmla="*/ 1686188 h 1895912"/>
              <a:gd name="connsiteX52" fmla="*/ 2697060 w 4081244"/>
              <a:gd name="connsiteY52" fmla="*/ 1581325 h 1895912"/>
              <a:gd name="connsiteX53" fmla="*/ 2516697 w 4081244"/>
              <a:gd name="connsiteY53" fmla="*/ 1732327 h 1895912"/>
              <a:gd name="connsiteX54" fmla="*/ 2411835 w 4081244"/>
              <a:gd name="connsiteY54" fmla="*/ 1774272 h 1895912"/>
              <a:gd name="connsiteX55" fmla="*/ 2344723 w 4081244"/>
              <a:gd name="connsiteY55" fmla="*/ 1736522 h 1895912"/>
              <a:gd name="connsiteX56" fmla="*/ 2114026 w 4081244"/>
              <a:gd name="connsiteY56" fmla="*/ 1623270 h 1895912"/>
              <a:gd name="connsiteX57" fmla="*/ 2076275 w 4081244"/>
              <a:gd name="connsiteY57" fmla="*/ 1690382 h 1895912"/>
              <a:gd name="connsiteX58" fmla="*/ 1946246 w 4081244"/>
              <a:gd name="connsiteY58" fmla="*/ 1824606 h 1895912"/>
              <a:gd name="connsiteX59" fmla="*/ 1904301 w 4081244"/>
              <a:gd name="connsiteY59" fmla="*/ 1799439 h 1895912"/>
              <a:gd name="connsiteX60" fmla="*/ 1891717 w 4081244"/>
              <a:gd name="connsiteY60" fmla="*/ 1791050 h 1895912"/>
              <a:gd name="connsiteX61" fmla="*/ 1845578 w 4081244"/>
              <a:gd name="connsiteY61" fmla="*/ 1753299 h 1895912"/>
              <a:gd name="connsiteX62" fmla="*/ 1765882 w 4081244"/>
              <a:gd name="connsiteY62" fmla="*/ 1669410 h 1895912"/>
              <a:gd name="connsiteX63" fmla="*/ 1736521 w 4081244"/>
              <a:gd name="connsiteY63" fmla="*/ 1728133 h 1895912"/>
              <a:gd name="connsiteX64" fmla="*/ 1681993 w 4081244"/>
              <a:gd name="connsiteY64" fmla="*/ 1849773 h 1895912"/>
              <a:gd name="connsiteX65" fmla="*/ 1646767 w 4081244"/>
              <a:gd name="connsiteY65" fmla="*/ 1879588 h 1895912"/>
              <a:gd name="connsiteX66" fmla="*/ 1620163 w 4081244"/>
              <a:gd name="connsiteY66" fmla="*/ 1895912 h 1895912"/>
              <a:gd name="connsiteX67" fmla="*/ 1578691 w 4081244"/>
              <a:gd name="connsiteY67" fmla="*/ 1895912 h 1895912"/>
              <a:gd name="connsiteX68" fmla="*/ 1569568 w 4081244"/>
              <a:gd name="connsiteY68" fmla="*/ 1893159 h 1895912"/>
              <a:gd name="connsiteX69" fmla="*/ 1468073 w 4081244"/>
              <a:gd name="connsiteY69" fmla="*/ 1874940 h 1895912"/>
              <a:gd name="connsiteX70" fmla="*/ 1199626 w 4081244"/>
              <a:gd name="connsiteY70" fmla="*/ 1719744 h 1895912"/>
              <a:gd name="connsiteX71" fmla="*/ 1015068 w 4081244"/>
              <a:gd name="connsiteY71" fmla="*/ 1807828 h 1895912"/>
              <a:gd name="connsiteX72" fmla="*/ 885038 w 4081244"/>
              <a:gd name="connsiteY72" fmla="*/ 1619076 h 1895912"/>
              <a:gd name="connsiteX73" fmla="*/ 864066 w 4081244"/>
              <a:gd name="connsiteY73" fmla="*/ 1589714 h 1895912"/>
              <a:gd name="connsiteX74" fmla="*/ 767593 w 4081244"/>
              <a:gd name="connsiteY74" fmla="*/ 1686188 h 1895912"/>
              <a:gd name="connsiteX75" fmla="*/ 683703 w 4081244"/>
              <a:gd name="connsiteY75" fmla="*/ 1749105 h 1895912"/>
              <a:gd name="connsiteX76" fmla="*/ 662730 w 4081244"/>
              <a:gd name="connsiteY76" fmla="*/ 1732327 h 1895912"/>
              <a:gd name="connsiteX77" fmla="*/ 566257 w 4081244"/>
              <a:gd name="connsiteY77" fmla="*/ 1505824 h 1895912"/>
              <a:gd name="connsiteX78" fmla="*/ 515923 w 4081244"/>
              <a:gd name="connsiteY78" fmla="*/ 1564547 h 1895912"/>
              <a:gd name="connsiteX79" fmla="*/ 423644 w 4081244"/>
              <a:gd name="connsiteY79" fmla="*/ 1757494 h 1895912"/>
              <a:gd name="connsiteX80" fmla="*/ 381699 w 4081244"/>
              <a:gd name="connsiteY80" fmla="*/ 1824606 h 1895912"/>
              <a:gd name="connsiteX81" fmla="*/ 356532 w 4081244"/>
              <a:gd name="connsiteY81" fmla="*/ 1761688 h 1895912"/>
              <a:gd name="connsiteX82" fmla="*/ 343949 w 4081244"/>
              <a:gd name="connsiteY82" fmla="*/ 1598103 h 1895912"/>
              <a:gd name="connsiteX83" fmla="*/ 310393 w 4081244"/>
              <a:gd name="connsiteY83" fmla="*/ 1648437 h 1895912"/>
              <a:gd name="connsiteX84" fmla="*/ 209725 w 4081244"/>
              <a:gd name="connsiteY84" fmla="*/ 1761688 h 1895912"/>
              <a:gd name="connsiteX85" fmla="*/ 192947 w 4081244"/>
              <a:gd name="connsiteY85" fmla="*/ 1715549 h 1895912"/>
              <a:gd name="connsiteX86" fmla="*/ 163585 w 4081244"/>
              <a:gd name="connsiteY86" fmla="*/ 1656826 h 1895912"/>
              <a:gd name="connsiteX87" fmla="*/ 113251 w 4081244"/>
              <a:gd name="connsiteY87" fmla="*/ 1627465 h 1895912"/>
              <a:gd name="connsiteX88" fmla="*/ 71306 w 4081244"/>
              <a:gd name="connsiteY88" fmla="*/ 1631659 h 1895912"/>
              <a:gd name="connsiteX89" fmla="*/ 7170 w 4081244"/>
              <a:gd name="connsiteY89" fmla="*/ 1648795 h 1895912"/>
              <a:gd name="connsiteX90" fmla="*/ 0 w 4081244"/>
              <a:gd name="connsiteY90" fmla="*/ 1651678 h 1895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4081244" h="1895912">
                <a:moveTo>
                  <a:pt x="2869437" y="1722066"/>
                </a:moveTo>
                <a:lnTo>
                  <a:pt x="2869781" y="1724483"/>
                </a:lnTo>
                <a:lnTo>
                  <a:pt x="2867660" y="1724411"/>
                </a:lnTo>
                <a:close/>
                <a:moveTo>
                  <a:pt x="2852788" y="1715952"/>
                </a:moveTo>
                <a:cubicBezTo>
                  <a:pt x="2854598" y="1717400"/>
                  <a:pt x="2860429" y="1722273"/>
                  <a:pt x="2864861" y="1724318"/>
                </a:cubicBezTo>
                <a:lnTo>
                  <a:pt x="2867660" y="1724411"/>
                </a:lnTo>
                <a:lnTo>
                  <a:pt x="2864840" y="1728133"/>
                </a:lnTo>
                <a:cubicBezTo>
                  <a:pt x="2853188" y="1716480"/>
                  <a:pt x="2850977" y="1714503"/>
                  <a:pt x="2852788" y="1715952"/>
                </a:cubicBezTo>
                <a:close/>
                <a:moveTo>
                  <a:pt x="0" y="0"/>
                </a:moveTo>
                <a:lnTo>
                  <a:pt x="4081244" y="0"/>
                </a:lnTo>
                <a:lnTo>
                  <a:pt x="4081244" y="1783990"/>
                </a:lnTo>
                <a:lnTo>
                  <a:pt x="4072532" y="1786751"/>
                </a:lnTo>
                <a:cubicBezTo>
                  <a:pt x="4054896" y="1795990"/>
                  <a:pt x="4026859" y="1817312"/>
                  <a:pt x="4022521" y="1820411"/>
                </a:cubicBezTo>
                <a:cubicBezTo>
                  <a:pt x="3936058" y="1679910"/>
                  <a:pt x="4055552" y="1887524"/>
                  <a:pt x="3959604" y="1631659"/>
                </a:cubicBezTo>
                <a:cubicBezTo>
                  <a:pt x="3955556" y="1620864"/>
                  <a:pt x="3955093" y="1654357"/>
                  <a:pt x="3951215" y="1665215"/>
                </a:cubicBezTo>
                <a:cubicBezTo>
                  <a:pt x="3941085" y="1693578"/>
                  <a:pt x="3928844" y="1721142"/>
                  <a:pt x="3917659" y="1749105"/>
                </a:cubicBezTo>
                <a:cubicBezTo>
                  <a:pt x="3913464" y="1747707"/>
                  <a:pt x="3906717" y="1749016"/>
                  <a:pt x="3905075" y="1744911"/>
                </a:cubicBezTo>
                <a:cubicBezTo>
                  <a:pt x="3889173" y="1705155"/>
                  <a:pt x="3882800" y="1657394"/>
                  <a:pt x="3875714" y="1614881"/>
                </a:cubicBezTo>
                <a:cubicBezTo>
                  <a:pt x="3867325" y="1621872"/>
                  <a:pt x="3861047" y="1632854"/>
                  <a:pt x="3850547" y="1635854"/>
                </a:cubicBezTo>
                <a:cubicBezTo>
                  <a:pt x="3846296" y="1637069"/>
                  <a:pt x="3847079" y="1627631"/>
                  <a:pt x="3846352" y="1623270"/>
                </a:cubicBezTo>
                <a:cubicBezTo>
                  <a:pt x="3840078" y="1585627"/>
                  <a:pt x="3835167" y="1547769"/>
                  <a:pt x="3829574" y="1510019"/>
                </a:cubicBezTo>
                <a:cubicBezTo>
                  <a:pt x="3799112" y="1570944"/>
                  <a:pt x="3835532" y="1495991"/>
                  <a:pt x="3779240" y="1656826"/>
                </a:cubicBezTo>
                <a:cubicBezTo>
                  <a:pt x="3764914" y="1697757"/>
                  <a:pt x="3748481" y="1737919"/>
                  <a:pt x="3733101" y="1778466"/>
                </a:cubicBezTo>
                <a:cubicBezTo>
                  <a:pt x="3717721" y="1798040"/>
                  <a:pt x="3711487" y="1841454"/>
                  <a:pt x="3686961" y="1837189"/>
                </a:cubicBezTo>
                <a:cubicBezTo>
                  <a:pt x="3567327" y="1816383"/>
                  <a:pt x="3694067" y="1691481"/>
                  <a:pt x="3598877" y="1807828"/>
                </a:cubicBezTo>
                <a:cubicBezTo>
                  <a:pt x="3587692" y="1785457"/>
                  <a:pt x="3577852" y="1762361"/>
                  <a:pt x="3565321" y="1740716"/>
                </a:cubicBezTo>
                <a:cubicBezTo>
                  <a:pt x="3562349" y="1735583"/>
                  <a:pt x="3557147" y="1724165"/>
                  <a:pt x="3552738" y="1728133"/>
                </a:cubicBezTo>
                <a:cubicBezTo>
                  <a:pt x="3503865" y="1772118"/>
                  <a:pt x="3533096" y="1846506"/>
                  <a:pt x="3510793" y="1690382"/>
                </a:cubicBezTo>
                <a:cubicBezTo>
                  <a:pt x="3506598" y="1695975"/>
                  <a:pt x="3505200" y="1707160"/>
                  <a:pt x="3498209" y="1707160"/>
                </a:cubicBezTo>
                <a:cubicBezTo>
                  <a:pt x="3491956" y="1707160"/>
                  <a:pt x="3490565" y="1696590"/>
                  <a:pt x="3489820" y="1690382"/>
                </a:cubicBezTo>
                <a:cubicBezTo>
                  <a:pt x="3486318" y="1661197"/>
                  <a:pt x="3487024" y="1631659"/>
                  <a:pt x="3485626" y="1602298"/>
                </a:cubicBezTo>
                <a:cubicBezTo>
                  <a:pt x="3459948" y="1563780"/>
                  <a:pt x="3505644" y="1633862"/>
                  <a:pt x="3460459" y="1551964"/>
                </a:cubicBezTo>
                <a:cubicBezTo>
                  <a:pt x="3444706" y="1523411"/>
                  <a:pt x="3426903" y="1496037"/>
                  <a:pt x="3410125" y="1468074"/>
                </a:cubicBezTo>
                <a:cubicBezTo>
                  <a:pt x="3388426" y="1489772"/>
                  <a:pt x="3401401" y="1476153"/>
                  <a:pt x="3372374" y="1510019"/>
                </a:cubicBezTo>
                <a:cubicBezTo>
                  <a:pt x="3353029" y="1532588"/>
                  <a:pt x="3327633" y="1549168"/>
                  <a:pt x="3305262" y="1568742"/>
                </a:cubicBezTo>
                <a:cubicBezTo>
                  <a:pt x="3292418" y="1579981"/>
                  <a:pt x="3276214" y="1586926"/>
                  <a:pt x="3263317" y="1598103"/>
                </a:cubicBezTo>
                <a:cubicBezTo>
                  <a:pt x="3255065" y="1605255"/>
                  <a:pt x="3249650" y="1615153"/>
                  <a:pt x="3242345" y="1623270"/>
                </a:cubicBezTo>
                <a:cubicBezTo>
                  <a:pt x="3237054" y="1629149"/>
                  <a:pt x="3230775" y="1634096"/>
                  <a:pt x="3225567" y="1640048"/>
                </a:cubicBezTo>
                <a:cubicBezTo>
                  <a:pt x="3196976" y="1672724"/>
                  <a:pt x="3169278" y="1710907"/>
                  <a:pt x="3137482" y="1740716"/>
                </a:cubicBezTo>
                <a:cubicBezTo>
                  <a:pt x="3131534" y="1746292"/>
                  <a:pt x="3122945" y="1758304"/>
                  <a:pt x="3116510" y="1753299"/>
                </a:cubicBezTo>
                <a:cubicBezTo>
                  <a:pt x="3104624" y="1744054"/>
                  <a:pt x="3105325" y="1725336"/>
                  <a:pt x="3099732" y="1711355"/>
                </a:cubicBezTo>
                <a:cubicBezTo>
                  <a:pt x="3095538" y="1707160"/>
                  <a:pt x="3092535" y="1696285"/>
                  <a:pt x="3087149" y="1698771"/>
                </a:cubicBezTo>
                <a:cubicBezTo>
                  <a:pt x="3070070" y="1706654"/>
                  <a:pt x="3059564" y="1724371"/>
                  <a:pt x="3045204" y="1736522"/>
                </a:cubicBezTo>
                <a:cubicBezTo>
                  <a:pt x="3041356" y="1739778"/>
                  <a:pt x="3036815" y="1742115"/>
                  <a:pt x="3032620" y="1744911"/>
                </a:cubicBezTo>
                <a:cubicBezTo>
                  <a:pt x="3021435" y="1736522"/>
                  <a:pt x="3008951" y="1729631"/>
                  <a:pt x="2999064" y="1719744"/>
                </a:cubicBezTo>
                <a:cubicBezTo>
                  <a:pt x="2915105" y="1635785"/>
                  <a:pt x="2946909" y="1615678"/>
                  <a:pt x="2893522" y="1690275"/>
                </a:cubicBezTo>
                <a:lnTo>
                  <a:pt x="2869437" y="1722066"/>
                </a:lnTo>
                <a:lnTo>
                  <a:pt x="2868535" y="1715716"/>
                </a:lnTo>
                <a:cubicBezTo>
                  <a:pt x="2864746" y="1705853"/>
                  <a:pt x="2854136" y="1686909"/>
                  <a:pt x="2831284" y="1652632"/>
                </a:cubicBezTo>
                <a:cubicBezTo>
                  <a:pt x="2826566" y="1645556"/>
                  <a:pt x="2830044" y="1669824"/>
                  <a:pt x="2827090" y="1677799"/>
                </a:cubicBezTo>
                <a:cubicBezTo>
                  <a:pt x="2815995" y="1707755"/>
                  <a:pt x="2801923" y="1736522"/>
                  <a:pt x="2789339" y="1765883"/>
                </a:cubicBezTo>
                <a:cubicBezTo>
                  <a:pt x="2789339" y="1765883"/>
                  <a:pt x="2760819" y="1713038"/>
                  <a:pt x="2747394" y="1686188"/>
                </a:cubicBezTo>
                <a:cubicBezTo>
                  <a:pt x="2730054" y="1651509"/>
                  <a:pt x="2713838" y="1616279"/>
                  <a:pt x="2697060" y="1581325"/>
                </a:cubicBezTo>
                <a:cubicBezTo>
                  <a:pt x="2697060" y="1581325"/>
                  <a:pt x="2581642" y="1688393"/>
                  <a:pt x="2516697" y="1732327"/>
                </a:cubicBezTo>
                <a:cubicBezTo>
                  <a:pt x="2485515" y="1753421"/>
                  <a:pt x="2446789" y="1760290"/>
                  <a:pt x="2411835" y="1774272"/>
                </a:cubicBezTo>
                <a:cubicBezTo>
                  <a:pt x="2362583" y="1768115"/>
                  <a:pt x="2386250" y="1778048"/>
                  <a:pt x="2344723" y="1736522"/>
                </a:cubicBezTo>
                <a:cubicBezTo>
                  <a:pt x="2248363" y="1640165"/>
                  <a:pt x="2213279" y="1641881"/>
                  <a:pt x="2114026" y="1623270"/>
                </a:cubicBezTo>
                <a:cubicBezTo>
                  <a:pt x="2079547" y="1657749"/>
                  <a:pt x="2130045" y="1604351"/>
                  <a:pt x="2076275" y="1690382"/>
                </a:cubicBezTo>
                <a:cubicBezTo>
                  <a:pt x="2022037" y="1777163"/>
                  <a:pt x="2023602" y="1765450"/>
                  <a:pt x="1946246" y="1824606"/>
                </a:cubicBezTo>
                <a:cubicBezTo>
                  <a:pt x="1912104" y="1817777"/>
                  <a:pt x="1935132" y="1826416"/>
                  <a:pt x="1904301" y="1799439"/>
                </a:cubicBezTo>
                <a:cubicBezTo>
                  <a:pt x="1900507" y="1796119"/>
                  <a:pt x="1895681" y="1794165"/>
                  <a:pt x="1891717" y="1791050"/>
                </a:cubicBezTo>
                <a:cubicBezTo>
                  <a:pt x="1876092" y="1778773"/>
                  <a:pt x="1859866" y="1767110"/>
                  <a:pt x="1845578" y="1753299"/>
                </a:cubicBezTo>
                <a:cubicBezTo>
                  <a:pt x="1817847" y="1726492"/>
                  <a:pt x="1792447" y="1697373"/>
                  <a:pt x="1765882" y="1669410"/>
                </a:cubicBezTo>
                <a:cubicBezTo>
                  <a:pt x="1733725" y="1680128"/>
                  <a:pt x="1761192" y="1667181"/>
                  <a:pt x="1736521" y="1728133"/>
                </a:cubicBezTo>
                <a:cubicBezTo>
                  <a:pt x="1719850" y="1769321"/>
                  <a:pt x="1708380" y="1814022"/>
                  <a:pt x="1681993" y="1849773"/>
                </a:cubicBezTo>
                <a:cubicBezTo>
                  <a:pt x="1672775" y="1862262"/>
                  <a:pt x="1660192" y="1871350"/>
                  <a:pt x="1646767" y="1879588"/>
                </a:cubicBezTo>
                <a:lnTo>
                  <a:pt x="1620163" y="1895912"/>
                </a:lnTo>
                <a:lnTo>
                  <a:pt x="1578691" y="1895912"/>
                </a:lnTo>
                <a:lnTo>
                  <a:pt x="1569568" y="1893159"/>
                </a:lnTo>
                <a:cubicBezTo>
                  <a:pt x="1546324" y="1886332"/>
                  <a:pt x="1551214" y="1889399"/>
                  <a:pt x="1468073" y="1874940"/>
                </a:cubicBezTo>
                <a:cubicBezTo>
                  <a:pt x="1366242" y="1857230"/>
                  <a:pt x="1295914" y="1757320"/>
                  <a:pt x="1199626" y="1719744"/>
                </a:cubicBezTo>
                <a:cubicBezTo>
                  <a:pt x="1160471" y="1704464"/>
                  <a:pt x="1019766" y="1804937"/>
                  <a:pt x="1015068" y="1807828"/>
                </a:cubicBezTo>
                <a:cubicBezTo>
                  <a:pt x="914875" y="1757730"/>
                  <a:pt x="987466" y="1804234"/>
                  <a:pt x="885038" y="1619076"/>
                </a:cubicBezTo>
                <a:cubicBezTo>
                  <a:pt x="879216" y="1608552"/>
                  <a:pt x="874509" y="1583747"/>
                  <a:pt x="864066" y="1589714"/>
                </a:cubicBezTo>
                <a:cubicBezTo>
                  <a:pt x="824580" y="1612278"/>
                  <a:pt x="801671" y="1656072"/>
                  <a:pt x="767593" y="1686188"/>
                </a:cubicBezTo>
                <a:cubicBezTo>
                  <a:pt x="741401" y="1709335"/>
                  <a:pt x="711666" y="1728133"/>
                  <a:pt x="683703" y="1749105"/>
                </a:cubicBezTo>
                <a:cubicBezTo>
                  <a:pt x="676712" y="1743512"/>
                  <a:pt x="666871" y="1740264"/>
                  <a:pt x="662730" y="1732327"/>
                </a:cubicBezTo>
                <a:cubicBezTo>
                  <a:pt x="599342" y="1610833"/>
                  <a:pt x="596942" y="1597879"/>
                  <a:pt x="566257" y="1505824"/>
                </a:cubicBezTo>
                <a:cubicBezTo>
                  <a:pt x="549479" y="1525398"/>
                  <a:pt x="528633" y="1542117"/>
                  <a:pt x="515923" y="1564547"/>
                </a:cubicBezTo>
                <a:cubicBezTo>
                  <a:pt x="480775" y="1626573"/>
                  <a:pt x="456342" y="1694142"/>
                  <a:pt x="423644" y="1757494"/>
                </a:cubicBezTo>
                <a:cubicBezTo>
                  <a:pt x="411545" y="1780936"/>
                  <a:pt x="395681" y="1802235"/>
                  <a:pt x="381699" y="1824606"/>
                </a:cubicBezTo>
                <a:cubicBezTo>
                  <a:pt x="373310" y="1803633"/>
                  <a:pt x="360245" y="1783969"/>
                  <a:pt x="356532" y="1761688"/>
                </a:cubicBezTo>
                <a:cubicBezTo>
                  <a:pt x="347541" y="1707743"/>
                  <a:pt x="364583" y="1648750"/>
                  <a:pt x="343949" y="1598103"/>
                </a:cubicBezTo>
                <a:cubicBezTo>
                  <a:pt x="336341" y="1579429"/>
                  <a:pt x="323184" y="1632848"/>
                  <a:pt x="310393" y="1648437"/>
                </a:cubicBezTo>
                <a:cubicBezTo>
                  <a:pt x="278355" y="1687484"/>
                  <a:pt x="243281" y="1723938"/>
                  <a:pt x="209725" y="1761688"/>
                </a:cubicBezTo>
                <a:cubicBezTo>
                  <a:pt x="204806" y="1746934"/>
                  <a:pt x="198830" y="1728491"/>
                  <a:pt x="192947" y="1715549"/>
                </a:cubicBezTo>
                <a:cubicBezTo>
                  <a:pt x="183891" y="1695626"/>
                  <a:pt x="178268" y="1673054"/>
                  <a:pt x="163585" y="1656826"/>
                </a:cubicBezTo>
                <a:cubicBezTo>
                  <a:pt x="150553" y="1642423"/>
                  <a:pt x="130029" y="1637252"/>
                  <a:pt x="113251" y="1627465"/>
                </a:cubicBezTo>
                <a:cubicBezTo>
                  <a:pt x="99269" y="1628863"/>
                  <a:pt x="85131" y="1629145"/>
                  <a:pt x="71306" y="1631659"/>
                </a:cubicBezTo>
                <a:cubicBezTo>
                  <a:pt x="49373" y="1635647"/>
                  <a:pt x="28069" y="1641581"/>
                  <a:pt x="7170" y="1648795"/>
                </a:cubicBezTo>
                <a:lnTo>
                  <a:pt x="0" y="1651678"/>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p:txBody>
      </p:sp>
      <p:sp>
        <p:nvSpPr>
          <p:cNvPr id="62" name="Freeform: Shape 61">
            <a:extLst>
              <a:ext uri="{FF2B5EF4-FFF2-40B4-BE49-F238E27FC236}">
                <a16:creationId xmlns:a16="http://schemas.microsoft.com/office/drawing/2014/main" id="{744660FE-7284-9047-877A-36E23EC27D92}"/>
              </a:ext>
            </a:extLst>
          </p:cNvPr>
          <p:cNvSpPr/>
          <p:nvPr/>
        </p:nvSpPr>
        <p:spPr>
          <a:xfrm>
            <a:off x="3191334" y="1407018"/>
            <a:ext cx="2761664" cy="2021982"/>
          </a:xfrm>
          <a:custGeom>
            <a:avLst/>
            <a:gdLst>
              <a:gd name="connsiteX0" fmla="*/ 0 w 2761664"/>
              <a:gd name="connsiteY0" fmla="*/ 1717769 h 1732937"/>
              <a:gd name="connsiteX1" fmla="*/ 1927 w 2761664"/>
              <a:gd name="connsiteY1" fmla="*/ 1718536 h 1732937"/>
              <a:gd name="connsiteX2" fmla="*/ 13626 w 2761664"/>
              <a:gd name="connsiteY2" fmla="*/ 1730988 h 1732937"/>
              <a:gd name="connsiteX3" fmla="*/ 13850 w 2761664"/>
              <a:gd name="connsiteY3" fmla="*/ 1732937 h 1732937"/>
              <a:gd name="connsiteX4" fmla="*/ 0 w 2761664"/>
              <a:gd name="connsiteY4" fmla="*/ 1732937 h 1732937"/>
              <a:gd name="connsiteX5" fmla="*/ 0 w 2761664"/>
              <a:gd name="connsiteY5" fmla="*/ 0 h 1732937"/>
              <a:gd name="connsiteX6" fmla="*/ 2761664 w 2761664"/>
              <a:gd name="connsiteY6" fmla="*/ 0 h 1732937"/>
              <a:gd name="connsiteX7" fmla="*/ 2761664 w 2761664"/>
              <a:gd name="connsiteY7" fmla="*/ 1694162 h 1732937"/>
              <a:gd name="connsiteX8" fmla="*/ 2759483 w 2761664"/>
              <a:gd name="connsiteY8" fmla="*/ 1695171 h 1732937"/>
              <a:gd name="connsiteX9" fmla="*/ 2745211 w 2761664"/>
              <a:gd name="connsiteY9" fmla="*/ 1707752 h 1732937"/>
              <a:gd name="connsiteX10" fmla="*/ 2720909 w 2761664"/>
              <a:gd name="connsiteY10" fmla="*/ 1732937 h 1732937"/>
              <a:gd name="connsiteX11" fmla="*/ 2712716 w 2761664"/>
              <a:gd name="connsiteY11" fmla="*/ 1732937 h 1732937"/>
              <a:gd name="connsiteX12" fmla="*/ 2691939 w 2761664"/>
              <a:gd name="connsiteY12" fmla="*/ 1721833 h 1732937"/>
              <a:gd name="connsiteX13" fmla="*/ 2684254 w 2761664"/>
              <a:gd name="connsiteY13" fmla="*/ 1600359 h 1732937"/>
              <a:gd name="connsiteX14" fmla="*/ 2674578 w 2761664"/>
              <a:gd name="connsiteY14" fmla="*/ 1614874 h 1732937"/>
              <a:gd name="connsiteX15" fmla="*/ 2587493 w 2761664"/>
              <a:gd name="connsiteY15" fmla="*/ 1701959 h 1732937"/>
              <a:gd name="connsiteX16" fmla="*/ 2563302 w 2761664"/>
              <a:gd name="connsiteY16" fmla="*/ 1697121 h 1732937"/>
              <a:gd name="connsiteX17" fmla="*/ 2548788 w 2761664"/>
              <a:gd name="connsiteY17" fmla="*/ 1668093 h 1732937"/>
              <a:gd name="connsiteX18" fmla="*/ 2461702 w 2761664"/>
              <a:gd name="connsiteY18" fmla="*/ 1692283 h 1732937"/>
              <a:gd name="connsiteX19" fmla="*/ 2442350 w 2761664"/>
              <a:gd name="connsiteY19" fmla="*/ 1672931 h 1732937"/>
              <a:gd name="connsiteX20" fmla="*/ 2427835 w 2761664"/>
              <a:gd name="connsiteY20" fmla="*/ 1624550 h 1732937"/>
              <a:gd name="connsiteX21" fmla="*/ 2403645 w 2761664"/>
              <a:gd name="connsiteY21" fmla="*/ 1522950 h 1732937"/>
              <a:gd name="connsiteX22" fmla="*/ 2374616 w 2761664"/>
              <a:gd name="connsiteY22" fmla="*/ 1571331 h 1732937"/>
              <a:gd name="connsiteX23" fmla="*/ 2302045 w 2761664"/>
              <a:gd name="connsiteY23" fmla="*/ 1706798 h 1732937"/>
              <a:gd name="connsiteX24" fmla="*/ 2297207 w 2761664"/>
              <a:gd name="connsiteY24" fmla="*/ 1643902 h 1732937"/>
              <a:gd name="connsiteX25" fmla="*/ 2263340 w 2761664"/>
              <a:gd name="connsiteY25" fmla="*/ 1668093 h 1732937"/>
              <a:gd name="connsiteX26" fmla="*/ 2234312 w 2761664"/>
              <a:gd name="connsiteY26" fmla="*/ 1576169 h 1732937"/>
              <a:gd name="connsiteX27" fmla="*/ 2176254 w 2761664"/>
              <a:gd name="connsiteY27" fmla="*/ 1653578 h 1732937"/>
              <a:gd name="connsiteX28" fmla="*/ 2142388 w 2761664"/>
              <a:gd name="connsiteY28" fmla="*/ 1634226 h 1732937"/>
              <a:gd name="connsiteX29" fmla="*/ 2127874 w 2761664"/>
              <a:gd name="connsiteY29" fmla="*/ 1629388 h 1732937"/>
              <a:gd name="connsiteX30" fmla="*/ 2094007 w 2761664"/>
              <a:gd name="connsiteY30" fmla="*/ 1532626 h 1732937"/>
              <a:gd name="connsiteX31" fmla="*/ 2045626 w 2761664"/>
              <a:gd name="connsiteY31" fmla="*/ 1571331 h 1732937"/>
              <a:gd name="connsiteX32" fmla="*/ 2035950 w 2761664"/>
              <a:gd name="connsiteY32" fmla="*/ 1542302 h 1732937"/>
              <a:gd name="connsiteX33" fmla="*/ 2021435 w 2761664"/>
              <a:gd name="connsiteY33" fmla="*/ 1605198 h 1732937"/>
              <a:gd name="connsiteX34" fmla="*/ 2006921 w 2761664"/>
              <a:gd name="connsiteY34" fmla="*/ 1595521 h 1732937"/>
              <a:gd name="connsiteX35" fmla="*/ 1934350 w 2761664"/>
              <a:gd name="connsiteY35" fmla="*/ 1571331 h 1732937"/>
              <a:gd name="connsiteX36" fmla="*/ 1914997 w 2761664"/>
              <a:gd name="connsiteY36" fmla="*/ 1590683 h 1732937"/>
              <a:gd name="connsiteX37" fmla="*/ 1905321 w 2761664"/>
              <a:gd name="connsiteY37" fmla="*/ 1576169 h 1732937"/>
              <a:gd name="connsiteX38" fmla="*/ 1803721 w 2761664"/>
              <a:gd name="connsiteY38" fmla="*/ 1624550 h 1732937"/>
              <a:gd name="connsiteX39" fmla="*/ 1779531 w 2761664"/>
              <a:gd name="connsiteY39" fmla="*/ 1585845 h 1732937"/>
              <a:gd name="connsiteX40" fmla="*/ 1765016 w 2761664"/>
              <a:gd name="connsiteY40" fmla="*/ 1551978 h 1732937"/>
              <a:gd name="connsiteX41" fmla="*/ 1740826 w 2761664"/>
              <a:gd name="connsiteY41" fmla="*/ 1503598 h 1732937"/>
              <a:gd name="connsiteX42" fmla="*/ 1731150 w 2761664"/>
              <a:gd name="connsiteY42" fmla="*/ 1489083 h 1732937"/>
              <a:gd name="connsiteX43" fmla="*/ 1663416 w 2761664"/>
              <a:gd name="connsiteY43" fmla="*/ 1421350 h 1732937"/>
              <a:gd name="connsiteX44" fmla="*/ 1629550 w 2761664"/>
              <a:gd name="connsiteY44" fmla="*/ 1406836 h 1732937"/>
              <a:gd name="connsiteX45" fmla="*/ 1648902 w 2761664"/>
              <a:gd name="connsiteY45" fmla="*/ 1484245 h 1732937"/>
              <a:gd name="connsiteX46" fmla="*/ 1653740 w 2761664"/>
              <a:gd name="connsiteY46" fmla="*/ 1605198 h 1732937"/>
              <a:gd name="connsiteX47" fmla="*/ 1619874 w 2761664"/>
              <a:gd name="connsiteY47" fmla="*/ 1721312 h 1732937"/>
              <a:gd name="connsiteX48" fmla="*/ 1602079 w 2761664"/>
              <a:gd name="connsiteY48" fmla="*/ 1732937 h 1732937"/>
              <a:gd name="connsiteX49" fmla="*/ 1534220 w 2761664"/>
              <a:gd name="connsiteY49" fmla="*/ 1732937 h 1732937"/>
              <a:gd name="connsiteX50" fmla="*/ 1530920 w 2761664"/>
              <a:gd name="connsiteY50" fmla="*/ 1729712 h 1732937"/>
              <a:gd name="connsiteX51" fmla="*/ 1508597 w 2761664"/>
              <a:gd name="connsiteY51" fmla="*/ 1701959 h 1732937"/>
              <a:gd name="connsiteX52" fmla="*/ 1484407 w 2761664"/>
              <a:gd name="connsiteY52" fmla="*/ 1639064 h 1732937"/>
              <a:gd name="connsiteX53" fmla="*/ 1474731 w 2761664"/>
              <a:gd name="connsiteY53" fmla="*/ 1614874 h 1732937"/>
              <a:gd name="connsiteX54" fmla="*/ 1436026 w 2761664"/>
              <a:gd name="connsiteY54" fmla="*/ 1537464 h 1732937"/>
              <a:gd name="connsiteX55" fmla="*/ 1295721 w 2761664"/>
              <a:gd name="connsiteY55" fmla="*/ 1426188 h 1732937"/>
              <a:gd name="connsiteX56" fmla="*/ 1281207 w 2761664"/>
              <a:gd name="connsiteY56" fmla="*/ 1435864 h 1732937"/>
              <a:gd name="connsiteX57" fmla="*/ 1237664 w 2761664"/>
              <a:gd name="connsiteY57" fmla="*/ 1493921 h 1732937"/>
              <a:gd name="connsiteX58" fmla="*/ 1213474 w 2761664"/>
              <a:gd name="connsiteY58" fmla="*/ 1595521 h 1732937"/>
              <a:gd name="connsiteX59" fmla="*/ 1165093 w 2761664"/>
              <a:gd name="connsiteY59" fmla="*/ 1672931 h 1732937"/>
              <a:gd name="connsiteX60" fmla="*/ 1145740 w 2761664"/>
              <a:gd name="connsiteY60" fmla="*/ 1648740 h 1732937"/>
              <a:gd name="connsiteX61" fmla="*/ 1111874 w 2761664"/>
              <a:gd name="connsiteY61" fmla="*/ 1513274 h 1732937"/>
              <a:gd name="connsiteX62" fmla="*/ 840940 w 2761664"/>
              <a:gd name="connsiteY62" fmla="*/ 1634226 h 1732937"/>
              <a:gd name="connsiteX63" fmla="*/ 802235 w 2761664"/>
              <a:gd name="connsiteY63" fmla="*/ 1600359 h 1732937"/>
              <a:gd name="connsiteX64" fmla="*/ 734502 w 2761664"/>
              <a:gd name="connsiteY64" fmla="*/ 1561655 h 1732937"/>
              <a:gd name="connsiteX65" fmla="*/ 676445 w 2761664"/>
              <a:gd name="connsiteY65" fmla="*/ 1634226 h 1732937"/>
              <a:gd name="connsiteX66" fmla="*/ 647416 w 2761664"/>
              <a:gd name="connsiteY66" fmla="*/ 1653578 h 1732937"/>
              <a:gd name="connsiteX67" fmla="*/ 642578 w 2761664"/>
              <a:gd name="connsiteY67" fmla="*/ 1639064 h 1732937"/>
              <a:gd name="connsiteX68" fmla="*/ 594197 w 2761664"/>
              <a:gd name="connsiteY68" fmla="*/ 1556817 h 1732937"/>
              <a:gd name="connsiteX69" fmla="*/ 531302 w 2761664"/>
              <a:gd name="connsiteY69" fmla="*/ 1421350 h 1732937"/>
              <a:gd name="connsiteX70" fmla="*/ 516788 w 2761664"/>
              <a:gd name="connsiteY70" fmla="*/ 1431026 h 1732937"/>
              <a:gd name="connsiteX71" fmla="*/ 507112 w 2761664"/>
              <a:gd name="connsiteY71" fmla="*/ 1445540 h 1732937"/>
              <a:gd name="connsiteX72" fmla="*/ 487759 w 2761664"/>
              <a:gd name="connsiteY72" fmla="*/ 1469731 h 1732937"/>
              <a:gd name="connsiteX73" fmla="*/ 420026 w 2761664"/>
              <a:gd name="connsiteY73" fmla="*/ 1595521 h 1732937"/>
              <a:gd name="connsiteX74" fmla="*/ 415188 w 2761664"/>
              <a:gd name="connsiteY74" fmla="*/ 1619712 h 1732937"/>
              <a:gd name="connsiteX75" fmla="*/ 405512 w 2761664"/>
              <a:gd name="connsiteY75" fmla="*/ 1663255 h 1732937"/>
              <a:gd name="connsiteX76" fmla="*/ 381607 w 2761664"/>
              <a:gd name="connsiteY76" fmla="*/ 1721039 h 1732937"/>
              <a:gd name="connsiteX77" fmla="*/ 375534 w 2761664"/>
              <a:gd name="connsiteY77" fmla="*/ 1732937 h 1732937"/>
              <a:gd name="connsiteX78" fmla="*/ 325426 w 2761664"/>
              <a:gd name="connsiteY78" fmla="*/ 1732937 h 1732937"/>
              <a:gd name="connsiteX79" fmla="*/ 323264 w 2761664"/>
              <a:gd name="connsiteY79" fmla="*/ 1721312 h 1732937"/>
              <a:gd name="connsiteX80" fmla="*/ 299074 w 2761664"/>
              <a:gd name="connsiteY80" fmla="*/ 1503598 h 1732937"/>
              <a:gd name="connsiteX81" fmla="*/ 270045 w 2761664"/>
              <a:gd name="connsiteY81" fmla="*/ 1532626 h 1732937"/>
              <a:gd name="connsiteX82" fmla="*/ 202312 w 2761664"/>
              <a:gd name="connsiteY82" fmla="*/ 1595521 h 1732937"/>
              <a:gd name="connsiteX83" fmla="*/ 207150 w 2761664"/>
              <a:gd name="connsiteY83" fmla="*/ 1474569 h 1732937"/>
              <a:gd name="connsiteX84" fmla="*/ 197474 w 2761664"/>
              <a:gd name="connsiteY84" fmla="*/ 1532626 h 1732937"/>
              <a:gd name="connsiteX85" fmla="*/ 173283 w 2761664"/>
              <a:gd name="connsiteY85" fmla="*/ 1658417 h 1732937"/>
              <a:gd name="connsiteX86" fmla="*/ 149093 w 2761664"/>
              <a:gd name="connsiteY86" fmla="*/ 1624550 h 1732937"/>
              <a:gd name="connsiteX87" fmla="*/ 134578 w 2761664"/>
              <a:gd name="connsiteY87" fmla="*/ 1595521 h 1732937"/>
              <a:gd name="connsiteX88" fmla="*/ 100712 w 2761664"/>
              <a:gd name="connsiteY88" fmla="*/ 1551978 h 1732937"/>
              <a:gd name="connsiteX89" fmla="*/ 66845 w 2761664"/>
              <a:gd name="connsiteY89" fmla="*/ 1571331 h 1732937"/>
              <a:gd name="connsiteX90" fmla="*/ 23302 w 2761664"/>
              <a:gd name="connsiteY90" fmla="*/ 1605198 h 1732937"/>
              <a:gd name="connsiteX91" fmla="*/ 3950 w 2761664"/>
              <a:gd name="connsiteY91" fmla="*/ 1624550 h 1732937"/>
              <a:gd name="connsiteX92" fmla="*/ 0 w 2761664"/>
              <a:gd name="connsiteY92" fmla="*/ 1628947 h 1732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2761664" h="1732937">
                <a:moveTo>
                  <a:pt x="0" y="1717769"/>
                </a:moveTo>
                <a:lnTo>
                  <a:pt x="1927" y="1718536"/>
                </a:lnTo>
                <a:cubicBezTo>
                  <a:pt x="7364" y="1721529"/>
                  <a:pt x="11863" y="1725447"/>
                  <a:pt x="13626" y="1730988"/>
                </a:cubicBezTo>
                <a:lnTo>
                  <a:pt x="13850" y="1732937"/>
                </a:lnTo>
                <a:lnTo>
                  <a:pt x="0" y="1732937"/>
                </a:lnTo>
                <a:close/>
                <a:moveTo>
                  <a:pt x="0" y="0"/>
                </a:moveTo>
                <a:lnTo>
                  <a:pt x="2761664" y="0"/>
                </a:lnTo>
                <a:lnTo>
                  <a:pt x="2761664" y="1694162"/>
                </a:lnTo>
                <a:lnTo>
                  <a:pt x="2759483" y="1695171"/>
                </a:lnTo>
                <a:cubicBezTo>
                  <a:pt x="2754403" y="1698717"/>
                  <a:pt x="2749726" y="1703073"/>
                  <a:pt x="2745211" y="1707752"/>
                </a:cubicBezTo>
                <a:lnTo>
                  <a:pt x="2720909" y="1732937"/>
                </a:lnTo>
                <a:lnTo>
                  <a:pt x="2712716" y="1732937"/>
                </a:lnTo>
                <a:lnTo>
                  <a:pt x="2691939" y="1721833"/>
                </a:lnTo>
                <a:cubicBezTo>
                  <a:pt x="2681180" y="1712479"/>
                  <a:pt x="2707173" y="1705782"/>
                  <a:pt x="2684254" y="1600359"/>
                </a:cubicBezTo>
                <a:cubicBezTo>
                  <a:pt x="2683019" y="1594677"/>
                  <a:pt x="2678588" y="1610663"/>
                  <a:pt x="2674578" y="1614874"/>
                </a:cubicBezTo>
                <a:cubicBezTo>
                  <a:pt x="2646266" y="1644602"/>
                  <a:pt x="2616521" y="1672931"/>
                  <a:pt x="2587493" y="1701959"/>
                </a:cubicBezTo>
                <a:cubicBezTo>
                  <a:pt x="2579429" y="1700346"/>
                  <a:pt x="2569491" y="1702536"/>
                  <a:pt x="2563302" y="1697121"/>
                </a:cubicBezTo>
                <a:cubicBezTo>
                  <a:pt x="2555160" y="1689997"/>
                  <a:pt x="2559594" y="1668608"/>
                  <a:pt x="2548788" y="1668093"/>
                </a:cubicBezTo>
                <a:cubicBezTo>
                  <a:pt x="2518694" y="1666660"/>
                  <a:pt x="2490731" y="1684220"/>
                  <a:pt x="2461702" y="1692283"/>
                </a:cubicBezTo>
                <a:cubicBezTo>
                  <a:pt x="2455251" y="1685832"/>
                  <a:pt x="2446430" y="1681090"/>
                  <a:pt x="2442350" y="1672931"/>
                </a:cubicBezTo>
                <a:cubicBezTo>
                  <a:pt x="2434820" y="1657871"/>
                  <a:pt x="2432042" y="1640853"/>
                  <a:pt x="2427835" y="1624550"/>
                </a:cubicBezTo>
                <a:cubicBezTo>
                  <a:pt x="2419136" y="1590841"/>
                  <a:pt x="2411708" y="1556817"/>
                  <a:pt x="2403645" y="1522950"/>
                </a:cubicBezTo>
                <a:cubicBezTo>
                  <a:pt x="2403645" y="1522950"/>
                  <a:pt x="2383027" y="1554509"/>
                  <a:pt x="2374616" y="1571331"/>
                </a:cubicBezTo>
                <a:cubicBezTo>
                  <a:pt x="2357021" y="1606521"/>
                  <a:pt x="2336133" y="1692595"/>
                  <a:pt x="2302045" y="1706798"/>
                </a:cubicBezTo>
                <a:cubicBezTo>
                  <a:pt x="2282635" y="1714885"/>
                  <a:pt x="2298820" y="1664867"/>
                  <a:pt x="2297207" y="1643902"/>
                </a:cubicBezTo>
                <a:cubicBezTo>
                  <a:pt x="2285918" y="1651966"/>
                  <a:pt x="2274438" y="1659769"/>
                  <a:pt x="2263340" y="1668093"/>
                </a:cubicBezTo>
                <a:cubicBezTo>
                  <a:pt x="2210047" y="1708063"/>
                  <a:pt x="2240001" y="1707019"/>
                  <a:pt x="2234312" y="1576169"/>
                </a:cubicBezTo>
                <a:cubicBezTo>
                  <a:pt x="2214959" y="1601972"/>
                  <a:pt x="2207682" y="1660830"/>
                  <a:pt x="2176254" y="1653578"/>
                </a:cubicBezTo>
                <a:cubicBezTo>
                  <a:pt x="2127382" y="1642300"/>
                  <a:pt x="2219039" y="1442597"/>
                  <a:pt x="2142388" y="1634226"/>
                </a:cubicBezTo>
                <a:cubicBezTo>
                  <a:pt x="2137550" y="1632613"/>
                  <a:pt x="2129420" y="1634248"/>
                  <a:pt x="2127874" y="1629388"/>
                </a:cubicBezTo>
                <a:cubicBezTo>
                  <a:pt x="2126290" y="1624411"/>
                  <a:pt x="2138458" y="1501852"/>
                  <a:pt x="2094007" y="1532626"/>
                </a:cubicBezTo>
                <a:cubicBezTo>
                  <a:pt x="2077027" y="1544382"/>
                  <a:pt x="2061753" y="1558429"/>
                  <a:pt x="2045626" y="1571331"/>
                </a:cubicBezTo>
                <a:cubicBezTo>
                  <a:pt x="2037287" y="1429564"/>
                  <a:pt x="2044867" y="1488803"/>
                  <a:pt x="2035950" y="1542302"/>
                </a:cubicBezTo>
                <a:cubicBezTo>
                  <a:pt x="2032413" y="1563526"/>
                  <a:pt x="2026273" y="1584233"/>
                  <a:pt x="2021435" y="1605198"/>
                </a:cubicBezTo>
                <a:cubicBezTo>
                  <a:pt x="2016597" y="1601972"/>
                  <a:pt x="2009327" y="1600815"/>
                  <a:pt x="2006921" y="1595521"/>
                </a:cubicBezTo>
                <a:cubicBezTo>
                  <a:pt x="1951277" y="1473103"/>
                  <a:pt x="1999340" y="1468430"/>
                  <a:pt x="1934350" y="1571331"/>
                </a:cubicBezTo>
                <a:cubicBezTo>
                  <a:pt x="1929478" y="1579044"/>
                  <a:pt x="1921448" y="1584232"/>
                  <a:pt x="1914997" y="1590683"/>
                </a:cubicBezTo>
                <a:cubicBezTo>
                  <a:pt x="1911772" y="1585845"/>
                  <a:pt x="1907308" y="1581633"/>
                  <a:pt x="1905321" y="1576169"/>
                </a:cubicBezTo>
                <a:cubicBezTo>
                  <a:pt x="1878676" y="1502894"/>
                  <a:pt x="1926667" y="1508075"/>
                  <a:pt x="1803721" y="1624550"/>
                </a:cubicBezTo>
                <a:cubicBezTo>
                  <a:pt x="1795658" y="1611648"/>
                  <a:pt x="1786691" y="1599269"/>
                  <a:pt x="1779531" y="1585845"/>
                </a:cubicBezTo>
                <a:cubicBezTo>
                  <a:pt x="1773751" y="1575008"/>
                  <a:pt x="1770246" y="1563091"/>
                  <a:pt x="1765016" y="1551978"/>
                </a:cubicBezTo>
                <a:cubicBezTo>
                  <a:pt x="1757339" y="1535664"/>
                  <a:pt x="1749374" y="1519473"/>
                  <a:pt x="1740826" y="1503598"/>
                </a:cubicBezTo>
                <a:cubicBezTo>
                  <a:pt x="1738069" y="1498478"/>
                  <a:pt x="1735135" y="1493317"/>
                  <a:pt x="1731150" y="1489083"/>
                </a:cubicBezTo>
                <a:cubicBezTo>
                  <a:pt x="1709266" y="1465832"/>
                  <a:pt x="1685994" y="1443928"/>
                  <a:pt x="1663416" y="1421350"/>
                </a:cubicBezTo>
                <a:cubicBezTo>
                  <a:pt x="1652127" y="1416512"/>
                  <a:pt x="1638985" y="1398973"/>
                  <a:pt x="1629550" y="1406836"/>
                </a:cubicBezTo>
                <a:cubicBezTo>
                  <a:pt x="1618664" y="1415907"/>
                  <a:pt x="1648298" y="1479260"/>
                  <a:pt x="1648902" y="1484245"/>
                </a:cubicBezTo>
                <a:cubicBezTo>
                  <a:pt x="1653757" y="1524302"/>
                  <a:pt x="1652127" y="1564880"/>
                  <a:pt x="1653740" y="1605198"/>
                </a:cubicBezTo>
                <a:cubicBezTo>
                  <a:pt x="1649684" y="1645759"/>
                  <a:pt x="1650397" y="1687577"/>
                  <a:pt x="1619874" y="1721312"/>
                </a:cubicBezTo>
                <a:lnTo>
                  <a:pt x="1602079" y="1732937"/>
                </a:lnTo>
                <a:lnTo>
                  <a:pt x="1534220" y="1732937"/>
                </a:lnTo>
                <a:lnTo>
                  <a:pt x="1530920" y="1729712"/>
                </a:lnTo>
                <a:cubicBezTo>
                  <a:pt x="1522793" y="1721380"/>
                  <a:pt x="1515290" y="1712667"/>
                  <a:pt x="1508597" y="1701959"/>
                </a:cubicBezTo>
                <a:cubicBezTo>
                  <a:pt x="1496265" y="1682229"/>
                  <a:pt x="1492321" y="1661222"/>
                  <a:pt x="1484407" y="1639064"/>
                </a:cubicBezTo>
                <a:cubicBezTo>
                  <a:pt x="1481486" y="1630885"/>
                  <a:pt x="1477699" y="1623036"/>
                  <a:pt x="1474731" y="1614874"/>
                </a:cubicBezTo>
                <a:cubicBezTo>
                  <a:pt x="1461182" y="1577615"/>
                  <a:pt x="1466475" y="1576869"/>
                  <a:pt x="1436026" y="1537464"/>
                </a:cubicBezTo>
                <a:cubicBezTo>
                  <a:pt x="1382493" y="1468185"/>
                  <a:pt x="1375826" y="1475141"/>
                  <a:pt x="1295721" y="1426188"/>
                </a:cubicBezTo>
                <a:cubicBezTo>
                  <a:pt x="1290883" y="1429413"/>
                  <a:pt x="1285583" y="1432035"/>
                  <a:pt x="1281207" y="1435864"/>
                </a:cubicBezTo>
                <a:cubicBezTo>
                  <a:pt x="1263041" y="1451759"/>
                  <a:pt x="1245323" y="1470094"/>
                  <a:pt x="1237664" y="1493921"/>
                </a:cubicBezTo>
                <a:cubicBezTo>
                  <a:pt x="1227011" y="1527064"/>
                  <a:pt x="1221537" y="1561654"/>
                  <a:pt x="1213474" y="1595521"/>
                </a:cubicBezTo>
                <a:cubicBezTo>
                  <a:pt x="1197347" y="1621324"/>
                  <a:pt x="1189020" y="1654132"/>
                  <a:pt x="1165093" y="1672931"/>
                </a:cubicBezTo>
                <a:cubicBezTo>
                  <a:pt x="1156973" y="1679311"/>
                  <a:pt x="1149006" y="1658537"/>
                  <a:pt x="1145740" y="1648740"/>
                </a:cubicBezTo>
                <a:cubicBezTo>
                  <a:pt x="1131021" y="1604584"/>
                  <a:pt x="1123163" y="1558429"/>
                  <a:pt x="1111874" y="1513274"/>
                </a:cubicBezTo>
                <a:cubicBezTo>
                  <a:pt x="1064244" y="1536053"/>
                  <a:pt x="875631" y="1628303"/>
                  <a:pt x="840940" y="1634226"/>
                </a:cubicBezTo>
                <a:cubicBezTo>
                  <a:pt x="824041" y="1637111"/>
                  <a:pt x="816399" y="1610016"/>
                  <a:pt x="802235" y="1600359"/>
                </a:cubicBezTo>
                <a:cubicBezTo>
                  <a:pt x="780750" y="1585710"/>
                  <a:pt x="757080" y="1574556"/>
                  <a:pt x="734502" y="1561655"/>
                </a:cubicBezTo>
                <a:cubicBezTo>
                  <a:pt x="678679" y="1595149"/>
                  <a:pt x="744644" y="1550290"/>
                  <a:pt x="676445" y="1634226"/>
                </a:cubicBezTo>
                <a:cubicBezTo>
                  <a:pt x="669112" y="1643252"/>
                  <a:pt x="657092" y="1647127"/>
                  <a:pt x="647416" y="1653578"/>
                </a:cubicBezTo>
                <a:cubicBezTo>
                  <a:pt x="645803" y="1648740"/>
                  <a:pt x="644649" y="1643724"/>
                  <a:pt x="642578" y="1639064"/>
                </a:cubicBezTo>
                <a:cubicBezTo>
                  <a:pt x="629510" y="1609661"/>
                  <a:pt x="612016" y="1583542"/>
                  <a:pt x="594197" y="1556817"/>
                </a:cubicBezTo>
                <a:cubicBezTo>
                  <a:pt x="566579" y="1515395"/>
                  <a:pt x="552267" y="1466506"/>
                  <a:pt x="531302" y="1421350"/>
                </a:cubicBezTo>
                <a:cubicBezTo>
                  <a:pt x="526464" y="1424575"/>
                  <a:pt x="520900" y="1426914"/>
                  <a:pt x="516788" y="1431026"/>
                </a:cubicBezTo>
                <a:cubicBezTo>
                  <a:pt x="512676" y="1435138"/>
                  <a:pt x="510601" y="1440888"/>
                  <a:pt x="507112" y="1445540"/>
                </a:cubicBezTo>
                <a:cubicBezTo>
                  <a:pt x="500916" y="1453801"/>
                  <a:pt x="493387" y="1461073"/>
                  <a:pt x="487759" y="1469731"/>
                </a:cubicBezTo>
                <a:cubicBezTo>
                  <a:pt x="461753" y="1509740"/>
                  <a:pt x="436851" y="1550654"/>
                  <a:pt x="420026" y="1595521"/>
                </a:cubicBezTo>
                <a:cubicBezTo>
                  <a:pt x="417139" y="1603221"/>
                  <a:pt x="416911" y="1611671"/>
                  <a:pt x="415188" y="1619712"/>
                </a:cubicBezTo>
                <a:cubicBezTo>
                  <a:pt x="412073" y="1634250"/>
                  <a:pt x="408737" y="1648741"/>
                  <a:pt x="405512" y="1663255"/>
                </a:cubicBezTo>
                <a:cubicBezTo>
                  <a:pt x="395836" y="1680995"/>
                  <a:pt x="389575" y="1701778"/>
                  <a:pt x="381607" y="1721039"/>
                </a:cubicBezTo>
                <a:lnTo>
                  <a:pt x="375534" y="1732937"/>
                </a:lnTo>
                <a:lnTo>
                  <a:pt x="325426" y="1732937"/>
                </a:lnTo>
                <a:lnTo>
                  <a:pt x="323264" y="1721312"/>
                </a:lnTo>
                <a:cubicBezTo>
                  <a:pt x="310202" y="1649472"/>
                  <a:pt x="307137" y="1576169"/>
                  <a:pt x="299074" y="1503598"/>
                </a:cubicBezTo>
                <a:cubicBezTo>
                  <a:pt x="289398" y="1513274"/>
                  <a:pt x="278760" y="1522076"/>
                  <a:pt x="270045" y="1532626"/>
                </a:cubicBezTo>
                <a:cubicBezTo>
                  <a:pt x="201862" y="1615162"/>
                  <a:pt x="215761" y="1649319"/>
                  <a:pt x="202312" y="1595521"/>
                </a:cubicBezTo>
                <a:cubicBezTo>
                  <a:pt x="203925" y="1555204"/>
                  <a:pt x="210245" y="1514800"/>
                  <a:pt x="207150" y="1474569"/>
                </a:cubicBezTo>
                <a:cubicBezTo>
                  <a:pt x="205645" y="1455008"/>
                  <a:pt x="201028" y="1513331"/>
                  <a:pt x="197474" y="1532626"/>
                </a:cubicBezTo>
                <a:cubicBezTo>
                  <a:pt x="189739" y="1574618"/>
                  <a:pt x="181347" y="1616487"/>
                  <a:pt x="173283" y="1658417"/>
                </a:cubicBezTo>
                <a:cubicBezTo>
                  <a:pt x="167896" y="1651233"/>
                  <a:pt x="154145" y="1633644"/>
                  <a:pt x="149093" y="1624550"/>
                </a:cubicBezTo>
                <a:cubicBezTo>
                  <a:pt x="143839" y="1615093"/>
                  <a:pt x="140579" y="1604523"/>
                  <a:pt x="134578" y="1595521"/>
                </a:cubicBezTo>
                <a:cubicBezTo>
                  <a:pt x="124379" y="1580222"/>
                  <a:pt x="112001" y="1566492"/>
                  <a:pt x="100712" y="1551978"/>
                </a:cubicBezTo>
                <a:lnTo>
                  <a:pt x="66845" y="1571331"/>
                </a:lnTo>
                <a:cubicBezTo>
                  <a:pt x="50880" y="1580454"/>
                  <a:pt x="37339" y="1593321"/>
                  <a:pt x="23302" y="1605198"/>
                </a:cubicBezTo>
                <a:cubicBezTo>
                  <a:pt x="16338" y="1611091"/>
                  <a:pt x="10401" y="1618099"/>
                  <a:pt x="3950" y="1624550"/>
                </a:cubicBezTo>
                <a:lnTo>
                  <a:pt x="0" y="1628947"/>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srgbClr val="303332"/>
              </a:solidFill>
              <a:effectLst/>
              <a:uLnTx/>
              <a:uFillTx/>
              <a:latin typeface="Lato"/>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srgbClr val="303332"/>
              </a:solidFill>
              <a:effectLst/>
              <a:uLnTx/>
              <a:uFillTx/>
              <a:latin typeface="Lato"/>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03332"/>
                </a:solidFill>
                <a:effectLst/>
                <a:uLnTx/>
                <a:uFillTx/>
                <a:latin typeface="Georgia Pro Semibold" panose="02040702050405020303" pitchFamily="18" charset="0"/>
                <a:ea typeface="+mn-ea"/>
                <a:cs typeface="+mn-cs"/>
              </a:rPr>
              <a:t>May 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303332"/>
              </a:solidFill>
              <a:effectLst/>
              <a:uLnTx/>
              <a:uFillTx/>
              <a:latin typeface="Georgia Pro Semibold" panose="02040702050405020303"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303332"/>
                </a:solidFill>
                <a:effectLst/>
                <a:uLnTx/>
                <a:uFillTx/>
                <a:latin typeface="Georgia Pro Semibold" panose="02040702050405020303" pitchFamily="18" charset="0"/>
                <a:ea typeface="+mn-ea"/>
                <a:cs typeface="+mn-cs"/>
              </a:rPr>
              <a:t>Columbia to lay off nearly 180 researchers funded by federal grants</a:t>
            </a:r>
          </a:p>
        </p:txBody>
      </p:sp>
      <p:sp>
        <p:nvSpPr>
          <p:cNvPr id="3" name="Title 1">
            <a:extLst>
              <a:ext uri="{FF2B5EF4-FFF2-40B4-BE49-F238E27FC236}">
                <a16:creationId xmlns:a16="http://schemas.microsoft.com/office/drawing/2014/main" id="{B26C2802-FE4C-D80B-7DB1-46E278CBFF80}"/>
              </a:ext>
            </a:extLst>
          </p:cNvPr>
          <p:cNvSpPr txBox="1">
            <a:spLocks/>
          </p:cNvSpPr>
          <p:nvPr/>
        </p:nvSpPr>
        <p:spPr>
          <a:xfrm>
            <a:off x="642127" y="224945"/>
            <a:ext cx="10855041" cy="825050"/>
          </a:xfrm>
          <a:prstGeom prst="rect">
            <a:avLst/>
          </a:prstGeom>
        </p:spPr>
        <p:txBody>
          <a:bodyPr vert="horz" lIns="91440" tIns="45720" rIns="91440" bIns="45720" rtlCol="0" anchor="ctr">
            <a:normAutofit/>
          </a:bodyPr>
          <a:lstStyle>
            <a:lvl1pPr algn="l" defTabSz="914172" rtl="0" eaLnBrk="1" latinLnBrk="0" hangingPunct="1">
              <a:lnSpc>
                <a:spcPct val="90000"/>
              </a:lnSpc>
              <a:spcBef>
                <a:spcPct val="0"/>
              </a:spcBef>
              <a:buNone/>
              <a:defRPr sz="4399" b="1" i="0" kern="1200" spc="1100" baseline="0">
                <a:solidFill>
                  <a:schemeClr val="bg1"/>
                </a:solidFill>
                <a:latin typeface="Montserrat"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Montserrat" pitchFamily="2" charset="77"/>
                <a:ea typeface="+mj-ea"/>
                <a:cs typeface="+mj-cs"/>
              </a:rPr>
              <a:t>Examples of POTUS-targeted school responses</a:t>
            </a:r>
            <a:endParaRPr kumimoji="0" lang="en-US" sz="1600" b="0" i="1" u="none" strike="noStrike" kern="1200" cap="none" spc="0" normalizeH="0" baseline="0" noProof="0" dirty="0">
              <a:ln>
                <a:noFill/>
              </a:ln>
              <a:solidFill>
                <a:srgbClr val="FFFFFF"/>
              </a:solidFill>
              <a:effectLst/>
              <a:uLnTx/>
              <a:uFillTx/>
              <a:latin typeface="Montserrat" pitchFamily="2" charset="77"/>
              <a:ea typeface="+mj-ea"/>
              <a:cs typeface="+mj-cs"/>
            </a:endParaRPr>
          </a:p>
        </p:txBody>
      </p:sp>
      <p:sp>
        <p:nvSpPr>
          <p:cNvPr id="15" name="Freeform: Shape 14">
            <a:extLst>
              <a:ext uri="{FF2B5EF4-FFF2-40B4-BE49-F238E27FC236}">
                <a16:creationId xmlns:a16="http://schemas.microsoft.com/office/drawing/2014/main" id="{626D6E03-462E-C656-8030-8E79EA3DA574}"/>
              </a:ext>
            </a:extLst>
          </p:cNvPr>
          <p:cNvSpPr/>
          <p:nvPr/>
        </p:nvSpPr>
        <p:spPr>
          <a:xfrm>
            <a:off x="220211" y="1407017"/>
            <a:ext cx="2737946" cy="1976821"/>
          </a:xfrm>
          <a:custGeom>
            <a:avLst/>
            <a:gdLst>
              <a:gd name="connsiteX0" fmla="*/ 2869437 w 4081244"/>
              <a:gd name="connsiteY0" fmla="*/ 1722066 h 1895912"/>
              <a:gd name="connsiteX1" fmla="*/ 2869781 w 4081244"/>
              <a:gd name="connsiteY1" fmla="*/ 1724483 h 1895912"/>
              <a:gd name="connsiteX2" fmla="*/ 2867660 w 4081244"/>
              <a:gd name="connsiteY2" fmla="*/ 1724411 h 1895912"/>
              <a:gd name="connsiteX3" fmla="*/ 2852788 w 4081244"/>
              <a:gd name="connsiteY3" fmla="*/ 1715952 h 1895912"/>
              <a:gd name="connsiteX4" fmla="*/ 2864861 w 4081244"/>
              <a:gd name="connsiteY4" fmla="*/ 1724318 h 1895912"/>
              <a:gd name="connsiteX5" fmla="*/ 2867660 w 4081244"/>
              <a:gd name="connsiteY5" fmla="*/ 1724411 h 1895912"/>
              <a:gd name="connsiteX6" fmla="*/ 2864840 w 4081244"/>
              <a:gd name="connsiteY6" fmla="*/ 1728133 h 1895912"/>
              <a:gd name="connsiteX7" fmla="*/ 2852788 w 4081244"/>
              <a:gd name="connsiteY7" fmla="*/ 1715952 h 1895912"/>
              <a:gd name="connsiteX8" fmla="*/ 0 w 4081244"/>
              <a:gd name="connsiteY8" fmla="*/ 0 h 1895912"/>
              <a:gd name="connsiteX9" fmla="*/ 4081244 w 4081244"/>
              <a:gd name="connsiteY9" fmla="*/ 0 h 1895912"/>
              <a:gd name="connsiteX10" fmla="*/ 4081244 w 4081244"/>
              <a:gd name="connsiteY10" fmla="*/ 1783990 h 1895912"/>
              <a:gd name="connsiteX11" fmla="*/ 4072532 w 4081244"/>
              <a:gd name="connsiteY11" fmla="*/ 1786751 h 1895912"/>
              <a:gd name="connsiteX12" fmla="*/ 4022521 w 4081244"/>
              <a:gd name="connsiteY12" fmla="*/ 1820411 h 1895912"/>
              <a:gd name="connsiteX13" fmla="*/ 3959604 w 4081244"/>
              <a:gd name="connsiteY13" fmla="*/ 1631659 h 1895912"/>
              <a:gd name="connsiteX14" fmla="*/ 3951215 w 4081244"/>
              <a:gd name="connsiteY14" fmla="*/ 1665215 h 1895912"/>
              <a:gd name="connsiteX15" fmla="*/ 3917659 w 4081244"/>
              <a:gd name="connsiteY15" fmla="*/ 1749105 h 1895912"/>
              <a:gd name="connsiteX16" fmla="*/ 3905075 w 4081244"/>
              <a:gd name="connsiteY16" fmla="*/ 1744911 h 1895912"/>
              <a:gd name="connsiteX17" fmla="*/ 3875714 w 4081244"/>
              <a:gd name="connsiteY17" fmla="*/ 1614881 h 1895912"/>
              <a:gd name="connsiteX18" fmla="*/ 3850547 w 4081244"/>
              <a:gd name="connsiteY18" fmla="*/ 1635854 h 1895912"/>
              <a:gd name="connsiteX19" fmla="*/ 3846352 w 4081244"/>
              <a:gd name="connsiteY19" fmla="*/ 1623270 h 1895912"/>
              <a:gd name="connsiteX20" fmla="*/ 3829574 w 4081244"/>
              <a:gd name="connsiteY20" fmla="*/ 1510019 h 1895912"/>
              <a:gd name="connsiteX21" fmla="*/ 3779240 w 4081244"/>
              <a:gd name="connsiteY21" fmla="*/ 1656826 h 1895912"/>
              <a:gd name="connsiteX22" fmla="*/ 3733101 w 4081244"/>
              <a:gd name="connsiteY22" fmla="*/ 1778466 h 1895912"/>
              <a:gd name="connsiteX23" fmla="*/ 3686961 w 4081244"/>
              <a:gd name="connsiteY23" fmla="*/ 1837189 h 1895912"/>
              <a:gd name="connsiteX24" fmla="*/ 3598877 w 4081244"/>
              <a:gd name="connsiteY24" fmla="*/ 1807828 h 1895912"/>
              <a:gd name="connsiteX25" fmla="*/ 3565321 w 4081244"/>
              <a:gd name="connsiteY25" fmla="*/ 1740716 h 1895912"/>
              <a:gd name="connsiteX26" fmla="*/ 3552738 w 4081244"/>
              <a:gd name="connsiteY26" fmla="*/ 1728133 h 1895912"/>
              <a:gd name="connsiteX27" fmla="*/ 3510793 w 4081244"/>
              <a:gd name="connsiteY27" fmla="*/ 1690382 h 1895912"/>
              <a:gd name="connsiteX28" fmla="*/ 3498209 w 4081244"/>
              <a:gd name="connsiteY28" fmla="*/ 1707160 h 1895912"/>
              <a:gd name="connsiteX29" fmla="*/ 3489820 w 4081244"/>
              <a:gd name="connsiteY29" fmla="*/ 1690382 h 1895912"/>
              <a:gd name="connsiteX30" fmla="*/ 3485626 w 4081244"/>
              <a:gd name="connsiteY30" fmla="*/ 1602298 h 1895912"/>
              <a:gd name="connsiteX31" fmla="*/ 3460459 w 4081244"/>
              <a:gd name="connsiteY31" fmla="*/ 1551964 h 1895912"/>
              <a:gd name="connsiteX32" fmla="*/ 3410125 w 4081244"/>
              <a:gd name="connsiteY32" fmla="*/ 1468074 h 1895912"/>
              <a:gd name="connsiteX33" fmla="*/ 3372374 w 4081244"/>
              <a:gd name="connsiteY33" fmla="*/ 1510019 h 1895912"/>
              <a:gd name="connsiteX34" fmla="*/ 3305262 w 4081244"/>
              <a:gd name="connsiteY34" fmla="*/ 1568742 h 1895912"/>
              <a:gd name="connsiteX35" fmla="*/ 3263317 w 4081244"/>
              <a:gd name="connsiteY35" fmla="*/ 1598103 h 1895912"/>
              <a:gd name="connsiteX36" fmla="*/ 3242345 w 4081244"/>
              <a:gd name="connsiteY36" fmla="*/ 1623270 h 1895912"/>
              <a:gd name="connsiteX37" fmla="*/ 3225567 w 4081244"/>
              <a:gd name="connsiteY37" fmla="*/ 1640048 h 1895912"/>
              <a:gd name="connsiteX38" fmla="*/ 3137482 w 4081244"/>
              <a:gd name="connsiteY38" fmla="*/ 1740716 h 1895912"/>
              <a:gd name="connsiteX39" fmla="*/ 3116510 w 4081244"/>
              <a:gd name="connsiteY39" fmla="*/ 1753299 h 1895912"/>
              <a:gd name="connsiteX40" fmla="*/ 3099732 w 4081244"/>
              <a:gd name="connsiteY40" fmla="*/ 1711355 h 1895912"/>
              <a:gd name="connsiteX41" fmla="*/ 3087149 w 4081244"/>
              <a:gd name="connsiteY41" fmla="*/ 1698771 h 1895912"/>
              <a:gd name="connsiteX42" fmla="*/ 3045204 w 4081244"/>
              <a:gd name="connsiteY42" fmla="*/ 1736522 h 1895912"/>
              <a:gd name="connsiteX43" fmla="*/ 3032620 w 4081244"/>
              <a:gd name="connsiteY43" fmla="*/ 1744911 h 1895912"/>
              <a:gd name="connsiteX44" fmla="*/ 2999064 w 4081244"/>
              <a:gd name="connsiteY44" fmla="*/ 1719744 h 1895912"/>
              <a:gd name="connsiteX45" fmla="*/ 2893522 w 4081244"/>
              <a:gd name="connsiteY45" fmla="*/ 1690275 h 1895912"/>
              <a:gd name="connsiteX46" fmla="*/ 2869437 w 4081244"/>
              <a:gd name="connsiteY46" fmla="*/ 1722066 h 1895912"/>
              <a:gd name="connsiteX47" fmla="*/ 2868535 w 4081244"/>
              <a:gd name="connsiteY47" fmla="*/ 1715716 h 1895912"/>
              <a:gd name="connsiteX48" fmla="*/ 2831284 w 4081244"/>
              <a:gd name="connsiteY48" fmla="*/ 1652632 h 1895912"/>
              <a:gd name="connsiteX49" fmla="*/ 2827090 w 4081244"/>
              <a:gd name="connsiteY49" fmla="*/ 1677799 h 1895912"/>
              <a:gd name="connsiteX50" fmla="*/ 2789339 w 4081244"/>
              <a:gd name="connsiteY50" fmla="*/ 1765883 h 1895912"/>
              <a:gd name="connsiteX51" fmla="*/ 2747394 w 4081244"/>
              <a:gd name="connsiteY51" fmla="*/ 1686188 h 1895912"/>
              <a:gd name="connsiteX52" fmla="*/ 2697060 w 4081244"/>
              <a:gd name="connsiteY52" fmla="*/ 1581325 h 1895912"/>
              <a:gd name="connsiteX53" fmla="*/ 2516697 w 4081244"/>
              <a:gd name="connsiteY53" fmla="*/ 1732327 h 1895912"/>
              <a:gd name="connsiteX54" fmla="*/ 2411835 w 4081244"/>
              <a:gd name="connsiteY54" fmla="*/ 1774272 h 1895912"/>
              <a:gd name="connsiteX55" fmla="*/ 2344723 w 4081244"/>
              <a:gd name="connsiteY55" fmla="*/ 1736522 h 1895912"/>
              <a:gd name="connsiteX56" fmla="*/ 2114026 w 4081244"/>
              <a:gd name="connsiteY56" fmla="*/ 1623270 h 1895912"/>
              <a:gd name="connsiteX57" fmla="*/ 2076275 w 4081244"/>
              <a:gd name="connsiteY57" fmla="*/ 1690382 h 1895912"/>
              <a:gd name="connsiteX58" fmla="*/ 1946246 w 4081244"/>
              <a:gd name="connsiteY58" fmla="*/ 1824606 h 1895912"/>
              <a:gd name="connsiteX59" fmla="*/ 1904301 w 4081244"/>
              <a:gd name="connsiteY59" fmla="*/ 1799439 h 1895912"/>
              <a:gd name="connsiteX60" fmla="*/ 1891717 w 4081244"/>
              <a:gd name="connsiteY60" fmla="*/ 1791050 h 1895912"/>
              <a:gd name="connsiteX61" fmla="*/ 1845578 w 4081244"/>
              <a:gd name="connsiteY61" fmla="*/ 1753299 h 1895912"/>
              <a:gd name="connsiteX62" fmla="*/ 1765882 w 4081244"/>
              <a:gd name="connsiteY62" fmla="*/ 1669410 h 1895912"/>
              <a:gd name="connsiteX63" fmla="*/ 1736521 w 4081244"/>
              <a:gd name="connsiteY63" fmla="*/ 1728133 h 1895912"/>
              <a:gd name="connsiteX64" fmla="*/ 1681993 w 4081244"/>
              <a:gd name="connsiteY64" fmla="*/ 1849773 h 1895912"/>
              <a:gd name="connsiteX65" fmla="*/ 1646767 w 4081244"/>
              <a:gd name="connsiteY65" fmla="*/ 1879588 h 1895912"/>
              <a:gd name="connsiteX66" fmla="*/ 1620163 w 4081244"/>
              <a:gd name="connsiteY66" fmla="*/ 1895912 h 1895912"/>
              <a:gd name="connsiteX67" fmla="*/ 1578691 w 4081244"/>
              <a:gd name="connsiteY67" fmla="*/ 1895912 h 1895912"/>
              <a:gd name="connsiteX68" fmla="*/ 1569568 w 4081244"/>
              <a:gd name="connsiteY68" fmla="*/ 1893159 h 1895912"/>
              <a:gd name="connsiteX69" fmla="*/ 1468073 w 4081244"/>
              <a:gd name="connsiteY69" fmla="*/ 1874940 h 1895912"/>
              <a:gd name="connsiteX70" fmla="*/ 1199626 w 4081244"/>
              <a:gd name="connsiteY70" fmla="*/ 1719744 h 1895912"/>
              <a:gd name="connsiteX71" fmla="*/ 1015068 w 4081244"/>
              <a:gd name="connsiteY71" fmla="*/ 1807828 h 1895912"/>
              <a:gd name="connsiteX72" fmla="*/ 885038 w 4081244"/>
              <a:gd name="connsiteY72" fmla="*/ 1619076 h 1895912"/>
              <a:gd name="connsiteX73" fmla="*/ 864066 w 4081244"/>
              <a:gd name="connsiteY73" fmla="*/ 1589714 h 1895912"/>
              <a:gd name="connsiteX74" fmla="*/ 767593 w 4081244"/>
              <a:gd name="connsiteY74" fmla="*/ 1686188 h 1895912"/>
              <a:gd name="connsiteX75" fmla="*/ 683703 w 4081244"/>
              <a:gd name="connsiteY75" fmla="*/ 1749105 h 1895912"/>
              <a:gd name="connsiteX76" fmla="*/ 662730 w 4081244"/>
              <a:gd name="connsiteY76" fmla="*/ 1732327 h 1895912"/>
              <a:gd name="connsiteX77" fmla="*/ 566257 w 4081244"/>
              <a:gd name="connsiteY77" fmla="*/ 1505824 h 1895912"/>
              <a:gd name="connsiteX78" fmla="*/ 515923 w 4081244"/>
              <a:gd name="connsiteY78" fmla="*/ 1564547 h 1895912"/>
              <a:gd name="connsiteX79" fmla="*/ 423644 w 4081244"/>
              <a:gd name="connsiteY79" fmla="*/ 1757494 h 1895912"/>
              <a:gd name="connsiteX80" fmla="*/ 381699 w 4081244"/>
              <a:gd name="connsiteY80" fmla="*/ 1824606 h 1895912"/>
              <a:gd name="connsiteX81" fmla="*/ 356532 w 4081244"/>
              <a:gd name="connsiteY81" fmla="*/ 1761688 h 1895912"/>
              <a:gd name="connsiteX82" fmla="*/ 343949 w 4081244"/>
              <a:gd name="connsiteY82" fmla="*/ 1598103 h 1895912"/>
              <a:gd name="connsiteX83" fmla="*/ 310393 w 4081244"/>
              <a:gd name="connsiteY83" fmla="*/ 1648437 h 1895912"/>
              <a:gd name="connsiteX84" fmla="*/ 209725 w 4081244"/>
              <a:gd name="connsiteY84" fmla="*/ 1761688 h 1895912"/>
              <a:gd name="connsiteX85" fmla="*/ 192947 w 4081244"/>
              <a:gd name="connsiteY85" fmla="*/ 1715549 h 1895912"/>
              <a:gd name="connsiteX86" fmla="*/ 163585 w 4081244"/>
              <a:gd name="connsiteY86" fmla="*/ 1656826 h 1895912"/>
              <a:gd name="connsiteX87" fmla="*/ 113251 w 4081244"/>
              <a:gd name="connsiteY87" fmla="*/ 1627465 h 1895912"/>
              <a:gd name="connsiteX88" fmla="*/ 71306 w 4081244"/>
              <a:gd name="connsiteY88" fmla="*/ 1631659 h 1895912"/>
              <a:gd name="connsiteX89" fmla="*/ 7170 w 4081244"/>
              <a:gd name="connsiteY89" fmla="*/ 1648795 h 1895912"/>
              <a:gd name="connsiteX90" fmla="*/ 0 w 4081244"/>
              <a:gd name="connsiteY90" fmla="*/ 1651678 h 1895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4081244" h="1895912">
                <a:moveTo>
                  <a:pt x="2869437" y="1722066"/>
                </a:moveTo>
                <a:lnTo>
                  <a:pt x="2869781" y="1724483"/>
                </a:lnTo>
                <a:lnTo>
                  <a:pt x="2867660" y="1724411"/>
                </a:lnTo>
                <a:close/>
                <a:moveTo>
                  <a:pt x="2852788" y="1715952"/>
                </a:moveTo>
                <a:cubicBezTo>
                  <a:pt x="2854598" y="1717400"/>
                  <a:pt x="2860429" y="1722273"/>
                  <a:pt x="2864861" y="1724318"/>
                </a:cubicBezTo>
                <a:lnTo>
                  <a:pt x="2867660" y="1724411"/>
                </a:lnTo>
                <a:lnTo>
                  <a:pt x="2864840" y="1728133"/>
                </a:lnTo>
                <a:cubicBezTo>
                  <a:pt x="2853188" y="1716480"/>
                  <a:pt x="2850977" y="1714503"/>
                  <a:pt x="2852788" y="1715952"/>
                </a:cubicBezTo>
                <a:close/>
                <a:moveTo>
                  <a:pt x="0" y="0"/>
                </a:moveTo>
                <a:lnTo>
                  <a:pt x="4081244" y="0"/>
                </a:lnTo>
                <a:lnTo>
                  <a:pt x="4081244" y="1783990"/>
                </a:lnTo>
                <a:lnTo>
                  <a:pt x="4072532" y="1786751"/>
                </a:lnTo>
                <a:cubicBezTo>
                  <a:pt x="4054896" y="1795990"/>
                  <a:pt x="4026859" y="1817312"/>
                  <a:pt x="4022521" y="1820411"/>
                </a:cubicBezTo>
                <a:cubicBezTo>
                  <a:pt x="3936058" y="1679910"/>
                  <a:pt x="4055552" y="1887524"/>
                  <a:pt x="3959604" y="1631659"/>
                </a:cubicBezTo>
                <a:cubicBezTo>
                  <a:pt x="3955556" y="1620864"/>
                  <a:pt x="3955093" y="1654357"/>
                  <a:pt x="3951215" y="1665215"/>
                </a:cubicBezTo>
                <a:cubicBezTo>
                  <a:pt x="3941085" y="1693578"/>
                  <a:pt x="3928844" y="1721142"/>
                  <a:pt x="3917659" y="1749105"/>
                </a:cubicBezTo>
                <a:cubicBezTo>
                  <a:pt x="3913464" y="1747707"/>
                  <a:pt x="3906717" y="1749016"/>
                  <a:pt x="3905075" y="1744911"/>
                </a:cubicBezTo>
                <a:cubicBezTo>
                  <a:pt x="3889173" y="1705155"/>
                  <a:pt x="3882800" y="1657394"/>
                  <a:pt x="3875714" y="1614881"/>
                </a:cubicBezTo>
                <a:cubicBezTo>
                  <a:pt x="3867325" y="1621872"/>
                  <a:pt x="3861047" y="1632854"/>
                  <a:pt x="3850547" y="1635854"/>
                </a:cubicBezTo>
                <a:cubicBezTo>
                  <a:pt x="3846296" y="1637069"/>
                  <a:pt x="3847079" y="1627631"/>
                  <a:pt x="3846352" y="1623270"/>
                </a:cubicBezTo>
                <a:cubicBezTo>
                  <a:pt x="3840078" y="1585627"/>
                  <a:pt x="3835167" y="1547769"/>
                  <a:pt x="3829574" y="1510019"/>
                </a:cubicBezTo>
                <a:cubicBezTo>
                  <a:pt x="3799112" y="1570944"/>
                  <a:pt x="3835532" y="1495991"/>
                  <a:pt x="3779240" y="1656826"/>
                </a:cubicBezTo>
                <a:cubicBezTo>
                  <a:pt x="3764914" y="1697757"/>
                  <a:pt x="3748481" y="1737919"/>
                  <a:pt x="3733101" y="1778466"/>
                </a:cubicBezTo>
                <a:cubicBezTo>
                  <a:pt x="3717721" y="1798040"/>
                  <a:pt x="3711487" y="1841454"/>
                  <a:pt x="3686961" y="1837189"/>
                </a:cubicBezTo>
                <a:cubicBezTo>
                  <a:pt x="3567327" y="1816383"/>
                  <a:pt x="3694067" y="1691481"/>
                  <a:pt x="3598877" y="1807828"/>
                </a:cubicBezTo>
                <a:cubicBezTo>
                  <a:pt x="3587692" y="1785457"/>
                  <a:pt x="3577852" y="1762361"/>
                  <a:pt x="3565321" y="1740716"/>
                </a:cubicBezTo>
                <a:cubicBezTo>
                  <a:pt x="3562349" y="1735583"/>
                  <a:pt x="3557147" y="1724165"/>
                  <a:pt x="3552738" y="1728133"/>
                </a:cubicBezTo>
                <a:cubicBezTo>
                  <a:pt x="3503865" y="1772118"/>
                  <a:pt x="3533096" y="1846506"/>
                  <a:pt x="3510793" y="1690382"/>
                </a:cubicBezTo>
                <a:cubicBezTo>
                  <a:pt x="3506598" y="1695975"/>
                  <a:pt x="3505200" y="1707160"/>
                  <a:pt x="3498209" y="1707160"/>
                </a:cubicBezTo>
                <a:cubicBezTo>
                  <a:pt x="3491956" y="1707160"/>
                  <a:pt x="3490565" y="1696590"/>
                  <a:pt x="3489820" y="1690382"/>
                </a:cubicBezTo>
                <a:cubicBezTo>
                  <a:pt x="3486318" y="1661197"/>
                  <a:pt x="3487024" y="1631659"/>
                  <a:pt x="3485626" y="1602298"/>
                </a:cubicBezTo>
                <a:cubicBezTo>
                  <a:pt x="3459948" y="1563780"/>
                  <a:pt x="3505644" y="1633862"/>
                  <a:pt x="3460459" y="1551964"/>
                </a:cubicBezTo>
                <a:cubicBezTo>
                  <a:pt x="3444706" y="1523411"/>
                  <a:pt x="3426903" y="1496037"/>
                  <a:pt x="3410125" y="1468074"/>
                </a:cubicBezTo>
                <a:cubicBezTo>
                  <a:pt x="3388426" y="1489772"/>
                  <a:pt x="3401401" y="1476153"/>
                  <a:pt x="3372374" y="1510019"/>
                </a:cubicBezTo>
                <a:cubicBezTo>
                  <a:pt x="3353029" y="1532588"/>
                  <a:pt x="3327633" y="1549168"/>
                  <a:pt x="3305262" y="1568742"/>
                </a:cubicBezTo>
                <a:cubicBezTo>
                  <a:pt x="3292418" y="1579981"/>
                  <a:pt x="3276214" y="1586926"/>
                  <a:pt x="3263317" y="1598103"/>
                </a:cubicBezTo>
                <a:cubicBezTo>
                  <a:pt x="3255065" y="1605255"/>
                  <a:pt x="3249650" y="1615153"/>
                  <a:pt x="3242345" y="1623270"/>
                </a:cubicBezTo>
                <a:cubicBezTo>
                  <a:pt x="3237054" y="1629149"/>
                  <a:pt x="3230775" y="1634096"/>
                  <a:pt x="3225567" y="1640048"/>
                </a:cubicBezTo>
                <a:cubicBezTo>
                  <a:pt x="3196976" y="1672724"/>
                  <a:pt x="3169278" y="1710907"/>
                  <a:pt x="3137482" y="1740716"/>
                </a:cubicBezTo>
                <a:cubicBezTo>
                  <a:pt x="3131534" y="1746292"/>
                  <a:pt x="3122945" y="1758304"/>
                  <a:pt x="3116510" y="1753299"/>
                </a:cubicBezTo>
                <a:cubicBezTo>
                  <a:pt x="3104624" y="1744054"/>
                  <a:pt x="3105325" y="1725336"/>
                  <a:pt x="3099732" y="1711355"/>
                </a:cubicBezTo>
                <a:cubicBezTo>
                  <a:pt x="3095538" y="1707160"/>
                  <a:pt x="3092535" y="1696285"/>
                  <a:pt x="3087149" y="1698771"/>
                </a:cubicBezTo>
                <a:cubicBezTo>
                  <a:pt x="3070070" y="1706654"/>
                  <a:pt x="3059564" y="1724371"/>
                  <a:pt x="3045204" y="1736522"/>
                </a:cubicBezTo>
                <a:cubicBezTo>
                  <a:pt x="3041356" y="1739778"/>
                  <a:pt x="3036815" y="1742115"/>
                  <a:pt x="3032620" y="1744911"/>
                </a:cubicBezTo>
                <a:cubicBezTo>
                  <a:pt x="3021435" y="1736522"/>
                  <a:pt x="3008951" y="1729631"/>
                  <a:pt x="2999064" y="1719744"/>
                </a:cubicBezTo>
                <a:cubicBezTo>
                  <a:pt x="2915105" y="1635785"/>
                  <a:pt x="2946909" y="1615678"/>
                  <a:pt x="2893522" y="1690275"/>
                </a:cubicBezTo>
                <a:lnTo>
                  <a:pt x="2869437" y="1722066"/>
                </a:lnTo>
                <a:lnTo>
                  <a:pt x="2868535" y="1715716"/>
                </a:lnTo>
                <a:cubicBezTo>
                  <a:pt x="2864746" y="1705853"/>
                  <a:pt x="2854136" y="1686909"/>
                  <a:pt x="2831284" y="1652632"/>
                </a:cubicBezTo>
                <a:cubicBezTo>
                  <a:pt x="2826566" y="1645556"/>
                  <a:pt x="2830044" y="1669824"/>
                  <a:pt x="2827090" y="1677799"/>
                </a:cubicBezTo>
                <a:cubicBezTo>
                  <a:pt x="2815995" y="1707755"/>
                  <a:pt x="2801923" y="1736522"/>
                  <a:pt x="2789339" y="1765883"/>
                </a:cubicBezTo>
                <a:cubicBezTo>
                  <a:pt x="2789339" y="1765883"/>
                  <a:pt x="2760819" y="1713038"/>
                  <a:pt x="2747394" y="1686188"/>
                </a:cubicBezTo>
                <a:cubicBezTo>
                  <a:pt x="2730054" y="1651509"/>
                  <a:pt x="2713838" y="1616279"/>
                  <a:pt x="2697060" y="1581325"/>
                </a:cubicBezTo>
                <a:cubicBezTo>
                  <a:pt x="2697060" y="1581325"/>
                  <a:pt x="2581642" y="1688393"/>
                  <a:pt x="2516697" y="1732327"/>
                </a:cubicBezTo>
                <a:cubicBezTo>
                  <a:pt x="2485515" y="1753421"/>
                  <a:pt x="2446789" y="1760290"/>
                  <a:pt x="2411835" y="1774272"/>
                </a:cubicBezTo>
                <a:cubicBezTo>
                  <a:pt x="2362583" y="1768115"/>
                  <a:pt x="2386250" y="1778048"/>
                  <a:pt x="2344723" y="1736522"/>
                </a:cubicBezTo>
                <a:cubicBezTo>
                  <a:pt x="2248363" y="1640165"/>
                  <a:pt x="2213279" y="1641881"/>
                  <a:pt x="2114026" y="1623270"/>
                </a:cubicBezTo>
                <a:cubicBezTo>
                  <a:pt x="2079547" y="1657749"/>
                  <a:pt x="2130045" y="1604351"/>
                  <a:pt x="2076275" y="1690382"/>
                </a:cubicBezTo>
                <a:cubicBezTo>
                  <a:pt x="2022037" y="1777163"/>
                  <a:pt x="2023602" y="1765450"/>
                  <a:pt x="1946246" y="1824606"/>
                </a:cubicBezTo>
                <a:cubicBezTo>
                  <a:pt x="1912104" y="1817777"/>
                  <a:pt x="1935132" y="1826416"/>
                  <a:pt x="1904301" y="1799439"/>
                </a:cubicBezTo>
                <a:cubicBezTo>
                  <a:pt x="1900507" y="1796119"/>
                  <a:pt x="1895681" y="1794165"/>
                  <a:pt x="1891717" y="1791050"/>
                </a:cubicBezTo>
                <a:cubicBezTo>
                  <a:pt x="1876092" y="1778773"/>
                  <a:pt x="1859866" y="1767110"/>
                  <a:pt x="1845578" y="1753299"/>
                </a:cubicBezTo>
                <a:cubicBezTo>
                  <a:pt x="1817847" y="1726492"/>
                  <a:pt x="1792447" y="1697373"/>
                  <a:pt x="1765882" y="1669410"/>
                </a:cubicBezTo>
                <a:cubicBezTo>
                  <a:pt x="1733725" y="1680128"/>
                  <a:pt x="1761192" y="1667181"/>
                  <a:pt x="1736521" y="1728133"/>
                </a:cubicBezTo>
                <a:cubicBezTo>
                  <a:pt x="1719850" y="1769321"/>
                  <a:pt x="1708380" y="1814022"/>
                  <a:pt x="1681993" y="1849773"/>
                </a:cubicBezTo>
                <a:cubicBezTo>
                  <a:pt x="1672775" y="1862262"/>
                  <a:pt x="1660192" y="1871350"/>
                  <a:pt x="1646767" y="1879588"/>
                </a:cubicBezTo>
                <a:lnTo>
                  <a:pt x="1620163" y="1895912"/>
                </a:lnTo>
                <a:lnTo>
                  <a:pt x="1578691" y="1895912"/>
                </a:lnTo>
                <a:lnTo>
                  <a:pt x="1569568" y="1893159"/>
                </a:lnTo>
                <a:cubicBezTo>
                  <a:pt x="1546324" y="1886332"/>
                  <a:pt x="1551214" y="1889399"/>
                  <a:pt x="1468073" y="1874940"/>
                </a:cubicBezTo>
                <a:cubicBezTo>
                  <a:pt x="1366242" y="1857230"/>
                  <a:pt x="1295914" y="1757320"/>
                  <a:pt x="1199626" y="1719744"/>
                </a:cubicBezTo>
                <a:cubicBezTo>
                  <a:pt x="1160471" y="1704464"/>
                  <a:pt x="1019766" y="1804937"/>
                  <a:pt x="1015068" y="1807828"/>
                </a:cubicBezTo>
                <a:cubicBezTo>
                  <a:pt x="914875" y="1757730"/>
                  <a:pt x="987466" y="1804234"/>
                  <a:pt x="885038" y="1619076"/>
                </a:cubicBezTo>
                <a:cubicBezTo>
                  <a:pt x="879216" y="1608552"/>
                  <a:pt x="874509" y="1583747"/>
                  <a:pt x="864066" y="1589714"/>
                </a:cubicBezTo>
                <a:cubicBezTo>
                  <a:pt x="824580" y="1612278"/>
                  <a:pt x="801671" y="1656072"/>
                  <a:pt x="767593" y="1686188"/>
                </a:cubicBezTo>
                <a:cubicBezTo>
                  <a:pt x="741401" y="1709335"/>
                  <a:pt x="711666" y="1728133"/>
                  <a:pt x="683703" y="1749105"/>
                </a:cubicBezTo>
                <a:cubicBezTo>
                  <a:pt x="676712" y="1743512"/>
                  <a:pt x="666871" y="1740264"/>
                  <a:pt x="662730" y="1732327"/>
                </a:cubicBezTo>
                <a:cubicBezTo>
                  <a:pt x="599342" y="1610833"/>
                  <a:pt x="596942" y="1597879"/>
                  <a:pt x="566257" y="1505824"/>
                </a:cubicBezTo>
                <a:cubicBezTo>
                  <a:pt x="549479" y="1525398"/>
                  <a:pt x="528633" y="1542117"/>
                  <a:pt x="515923" y="1564547"/>
                </a:cubicBezTo>
                <a:cubicBezTo>
                  <a:pt x="480775" y="1626573"/>
                  <a:pt x="456342" y="1694142"/>
                  <a:pt x="423644" y="1757494"/>
                </a:cubicBezTo>
                <a:cubicBezTo>
                  <a:pt x="411545" y="1780936"/>
                  <a:pt x="395681" y="1802235"/>
                  <a:pt x="381699" y="1824606"/>
                </a:cubicBezTo>
                <a:cubicBezTo>
                  <a:pt x="373310" y="1803633"/>
                  <a:pt x="360245" y="1783969"/>
                  <a:pt x="356532" y="1761688"/>
                </a:cubicBezTo>
                <a:cubicBezTo>
                  <a:pt x="347541" y="1707743"/>
                  <a:pt x="364583" y="1648750"/>
                  <a:pt x="343949" y="1598103"/>
                </a:cubicBezTo>
                <a:cubicBezTo>
                  <a:pt x="336341" y="1579429"/>
                  <a:pt x="323184" y="1632848"/>
                  <a:pt x="310393" y="1648437"/>
                </a:cubicBezTo>
                <a:cubicBezTo>
                  <a:pt x="278355" y="1687484"/>
                  <a:pt x="243281" y="1723938"/>
                  <a:pt x="209725" y="1761688"/>
                </a:cubicBezTo>
                <a:cubicBezTo>
                  <a:pt x="204806" y="1746934"/>
                  <a:pt x="198830" y="1728491"/>
                  <a:pt x="192947" y="1715549"/>
                </a:cubicBezTo>
                <a:cubicBezTo>
                  <a:pt x="183891" y="1695626"/>
                  <a:pt x="178268" y="1673054"/>
                  <a:pt x="163585" y="1656826"/>
                </a:cubicBezTo>
                <a:cubicBezTo>
                  <a:pt x="150553" y="1642423"/>
                  <a:pt x="130029" y="1637252"/>
                  <a:pt x="113251" y="1627465"/>
                </a:cubicBezTo>
                <a:cubicBezTo>
                  <a:pt x="99269" y="1628863"/>
                  <a:pt x="85131" y="1629145"/>
                  <a:pt x="71306" y="1631659"/>
                </a:cubicBezTo>
                <a:cubicBezTo>
                  <a:pt x="49373" y="1635647"/>
                  <a:pt x="28069" y="1641581"/>
                  <a:pt x="7170" y="1648795"/>
                </a:cubicBezTo>
                <a:lnTo>
                  <a:pt x="0" y="1651678"/>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03332"/>
                </a:solidFill>
                <a:effectLst/>
                <a:uLnTx/>
                <a:uFillTx/>
                <a:latin typeface="Georgia Pro Semibold" panose="02040702050405020303" pitchFamily="18" charset="0"/>
                <a:ea typeface="+mn-ea"/>
                <a:cs typeface="+mn-cs"/>
              </a:rPr>
              <a:t>July 14</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C00000"/>
              </a:solidFill>
              <a:effectLst/>
              <a:uLnTx/>
              <a:uFillTx/>
              <a:latin typeface="Georgia Pro Semibold" panose="02040702050405020303"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03332"/>
                </a:solidFill>
                <a:effectLst/>
                <a:uLnTx/>
                <a:uFillTx/>
                <a:latin typeface="Times New Roman" panose="02020603050405020304" pitchFamily="18" charset="0"/>
                <a:ea typeface="+mn-ea"/>
                <a:cs typeface="Times New Roman" panose="02020603050405020304" pitchFamily="18" charset="0"/>
              </a:rPr>
              <a:t>Hiring freeze continued (faculty + staff)</a:t>
            </a:r>
            <a:endParaRPr kumimoji="0" lang="en-US" sz="2400" b="1" i="0" u="none" strike="noStrike" kern="1200" cap="none" spc="0" normalizeH="0" baseline="0" noProof="0" dirty="0">
              <a:ln>
                <a:noFill/>
              </a:ln>
              <a:solidFill>
                <a:srgbClr val="303332"/>
              </a:solidFill>
              <a:effectLst/>
              <a:uLnTx/>
              <a:uFillTx/>
              <a:latin typeface="Times New Roman" panose="02020603050405020304" pitchFamily="18" charset="0"/>
              <a:ea typeface="+mn-ea"/>
              <a:cs typeface="Times New Roman" panose="02020603050405020304" pitchFamily="18" charset="0"/>
            </a:endParaRPr>
          </a:p>
        </p:txBody>
      </p:sp>
      <p:pic>
        <p:nvPicPr>
          <p:cNvPr id="1028" name="Picture 4">
            <a:extLst>
              <a:ext uri="{FF2B5EF4-FFF2-40B4-BE49-F238E27FC236}">
                <a16:creationId xmlns:a16="http://schemas.microsoft.com/office/drawing/2014/main" id="{1E649E50-9A58-6036-C3C4-FCF5C8330350}"/>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3629173" y="1533441"/>
            <a:ext cx="2065423" cy="270011"/>
          </a:xfrm>
          <a:prstGeom prst="rect">
            <a:avLst/>
          </a:prstGeom>
          <a:noFill/>
          <a:extLst>
            <a:ext uri="{909E8E84-426E-40DD-AFC4-6F175D3DCCD1}">
              <a14:hiddenFill xmlns:a14="http://schemas.microsoft.com/office/drawing/2010/main">
                <a:solidFill>
                  <a:srgbClr val="FFFFFF"/>
                </a:solidFill>
              </a14:hiddenFill>
            </a:ext>
          </a:extLst>
        </p:spPr>
      </p:pic>
      <p:sp>
        <p:nvSpPr>
          <p:cNvPr id="63" name="Freeform: Shape 62">
            <a:extLst>
              <a:ext uri="{FF2B5EF4-FFF2-40B4-BE49-F238E27FC236}">
                <a16:creationId xmlns:a16="http://schemas.microsoft.com/office/drawing/2014/main" id="{981FE978-6229-1CEA-2FB4-E85105F8274D}"/>
              </a:ext>
            </a:extLst>
          </p:cNvPr>
          <p:cNvSpPr/>
          <p:nvPr/>
        </p:nvSpPr>
        <p:spPr>
          <a:xfrm>
            <a:off x="9149294" y="1407018"/>
            <a:ext cx="2761664" cy="2021982"/>
          </a:xfrm>
          <a:custGeom>
            <a:avLst/>
            <a:gdLst>
              <a:gd name="connsiteX0" fmla="*/ 0 w 2761664"/>
              <a:gd name="connsiteY0" fmla="*/ 1717769 h 1732937"/>
              <a:gd name="connsiteX1" fmla="*/ 1927 w 2761664"/>
              <a:gd name="connsiteY1" fmla="*/ 1718536 h 1732937"/>
              <a:gd name="connsiteX2" fmla="*/ 13626 w 2761664"/>
              <a:gd name="connsiteY2" fmla="*/ 1730988 h 1732937"/>
              <a:gd name="connsiteX3" fmla="*/ 13850 w 2761664"/>
              <a:gd name="connsiteY3" fmla="*/ 1732937 h 1732937"/>
              <a:gd name="connsiteX4" fmla="*/ 0 w 2761664"/>
              <a:gd name="connsiteY4" fmla="*/ 1732937 h 1732937"/>
              <a:gd name="connsiteX5" fmla="*/ 0 w 2761664"/>
              <a:gd name="connsiteY5" fmla="*/ 0 h 1732937"/>
              <a:gd name="connsiteX6" fmla="*/ 2761664 w 2761664"/>
              <a:gd name="connsiteY6" fmla="*/ 0 h 1732937"/>
              <a:gd name="connsiteX7" fmla="*/ 2761664 w 2761664"/>
              <a:gd name="connsiteY7" fmla="*/ 1694162 h 1732937"/>
              <a:gd name="connsiteX8" fmla="*/ 2759483 w 2761664"/>
              <a:gd name="connsiteY8" fmla="*/ 1695171 h 1732937"/>
              <a:gd name="connsiteX9" fmla="*/ 2745211 w 2761664"/>
              <a:gd name="connsiteY9" fmla="*/ 1707752 h 1732937"/>
              <a:gd name="connsiteX10" fmla="*/ 2720909 w 2761664"/>
              <a:gd name="connsiteY10" fmla="*/ 1732937 h 1732937"/>
              <a:gd name="connsiteX11" fmla="*/ 2712716 w 2761664"/>
              <a:gd name="connsiteY11" fmla="*/ 1732937 h 1732937"/>
              <a:gd name="connsiteX12" fmla="*/ 2691939 w 2761664"/>
              <a:gd name="connsiteY12" fmla="*/ 1721833 h 1732937"/>
              <a:gd name="connsiteX13" fmla="*/ 2684254 w 2761664"/>
              <a:gd name="connsiteY13" fmla="*/ 1600359 h 1732937"/>
              <a:gd name="connsiteX14" fmla="*/ 2674578 w 2761664"/>
              <a:gd name="connsiteY14" fmla="*/ 1614874 h 1732937"/>
              <a:gd name="connsiteX15" fmla="*/ 2587493 w 2761664"/>
              <a:gd name="connsiteY15" fmla="*/ 1701959 h 1732937"/>
              <a:gd name="connsiteX16" fmla="*/ 2563302 w 2761664"/>
              <a:gd name="connsiteY16" fmla="*/ 1697121 h 1732937"/>
              <a:gd name="connsiteX17" fmla="*/ 2548788 w 2761664"/>
              <a:gd name="connsiteY17" fmla="*/ 1668093 h 1732937"/>
              <a:gd name="connsiteX18" fmla="*/ 2461702 w 2761664"/>
              <a:gd name="connsiteY18" fmla="*/ 1692283 h 1732937"/>
              <a:gd name="connsiteX19" fmla="*/ 2442350 w 2761664"/>
              <a:gd name="connsiteY19" fmla="*/ 1672931 h 1732937"/>
              <a:gd name="connsiteX20" fmla="*/ 2427835 w 2761664"/>
              <a:gd name="connsiteY20" fmla="*/ 1624550 h 1732937"/>
              <a:gd name="connsiteX21" fmla="*/ 2403645 w 2761664"/>
              <a:gd name="connsiteY21" fmla="*/ 1522950 h 1732937"/>
              <a:gd name="connsiteX22" fmla="*/ 2374616 w 2761664"/>
              <a:gd name="connsiteY22" fmla="*/ 1571331 h 1732937"/>
              <a:gd name="connsiteX23" fmla="*/ 2302045 w 2761664"/>
              <a:gd name="connsiteY23" fmla="*/ 1706798 h 1732937"/>
              <a:gd name="connsiteX24" fmla="*/ 2297207 w 2761664"/>
              <a:gd name="connsiteY24" fmla="*/ 1643902 h 1732937"/>
              <a:gd name="connsiteX25" fmla="*/ 2263340 w 2761664"/>
              <a:gd name="connsiteY25" fmla="*/ 1668093 h 1732937"/>
              <a:gd name="connsiteX26" fmla="*/ 2234312 w 2761664"/>
              <a:gd name="connsiteY26" fmla="*/ 1576169 h 1732937"/>
              <a:gd name="connsiteX27" fmla="*/ 2176254 w 2761664"/>
              <a:gd name="connsiteY27" fmla="*/ 1653578 h 1732937"/>
              <a:gd name="connsiteX28" fmla="*/ 2142388 w 2761664"/>
              <a:gd name="connsiteY28" fmla="*/ 1634226 h 1732937"/>
              <a:gd name="connsiteX29" fmla="*/ 2127874 w 2761664"/>
              <a:gd name="connsiteY29" fmla="*/ 1629388 h 1732937"/>
              <a:gd name="connsiteX30" fmla="*/ 2094007 w 2761664"/>
              <a:gd name="connsiteY30" fmla="*/ 1532626 h 1732937"/>
              <a:gd name="connsiteX31" fmla="*/ 2045626 w 2761664"/>
              <a:gd name="connsiteY31" fmla="*/ 1571331 h 1732937"/>
              <a:gd name="connsiteX32" fmla="*/ 2035950 w 2761664"/>
              <a:gd name="connsiteY32" fmla="*/ 1542302 h 1732937"/>
              <a:gd name="connsiteX33" fmla="*/ 2021435 w 2761664"/>
              <a:gd name="connsiteY33" fmla="*/ 1605198 h 1732937"/>
              <a:gd name="connsiteX34" fmla="*/ 2006921 w 2761664"/>
              <a:gd name="connsiteY34" fmla="*/ 1595521 h 1732937"/>
              <a:gd name="connsiteX35" fmla="*/ 1934350 w 2761664"/>
              <a:gd name="connsiteY35" fmla="*/ 1571331 h 1732937"/>
              <a:gd name="connsiteX36" fmla="*/ 1914997 w 2761664"/>
              <a:gd name="connsiteY36" fmla="*/ 1590683 h 1732937"/>
              <a:gd name="connsiteX37" fmla="*/ 1905321 w 2761664"/>
              <a:gd name="connsiteY37" fmla="*/ 1576169 h 1732937"/>
              <a:gd name="connsiteX38" fmla="*/ 1803721 w 2761664"/>
              <a:gd name="connsiteY38" fmla="*/ 1624550 h 1732937"/>
              <a:gd name="connsiteX39" fmla="*/ 1779531 w 2761664"/>
              <a:gd name="connsiteY39" fmla="*/ 1585845 h 1732937"/>
              <a:gd name="connsiteX40" fmla="*/ 1765016 w 2761664"/>
              <a:gd name="connsiteY40" fmla="*/ 1551978 h 1732937"/>
              <a:gd name="connsiteX41" fmla="*/ 1740826 w 2761664"/>
              <a:gd name="connsiteY41" fmla="*/ 1503598 h 1732937"/>
              <a:gd name="connsiteX42" fmla="*/ 1731150 w 2761664"/>
              <a:gd name="connsiteY42" fmla="*/ 1489083 h 1732937"/>
              <a:gd name="connsiteX43" fmla="*/ 1663416 w 2761664"/>
              <a:gd name="connsiteY43" fmla="*/ 1421350 h 1732937"/>
              <a:gd name="connsiteX44" fmla="*/ 1629550 w 2761664"/>
              <a:gd name="connsiteY44" fmla="*/ 1406836 h 1732937"/>
              <a:gd name="connsiteX45" fmla="*/ 1648902 w 2761664"/>
              <a:gd name="connsiteY45" fmla="*/ 1484245 h 1732937"/>
              <a:gd name="connsiteX46" fmla="*/ 1653740 w 2761664"/>
              <a:gd name="connsiteY46" fmla="*/ 1605198 h 1732937"/>
              <a:gd name="connsiteX47" fmla="*/ 1619874 w 2761664"/>
              <a:gd name="connsiteY47" fmla="*/ 1721312 h 1732937"/>
              <a:gd name="connsiteX48" fmla="*/ 1602079 w 2761664"/>
              <a:gd name="connsiteY48" fmla="*/ 1732937 h 1732937"/>
              <a:gd name="connsiteX49" fmla="*/ 1534220 w 2761664"/>
              <a:gd name="connsiteY49" fmla="*/ 1732937 h 1732937"/>
              <a:gd name="connsiteX50" fmla="*/ 1530920 w 2761664"/>
              <a:gd name="connsiteY50" fmla="*/ 1729712 h 1732937"/>
              <a:gd name="connsiteX51" fmla="*/ 1508597 w 2761664"/>
              <a:gd name="connsiteY51" fmla="*/ 1701959 h 1732937"/>
              <a:gd name="connsiteX52" fmla="*/ 1484407 w 2761664"/>
              <a:gd name="connsiteY52" fmla="*/ 1639064 h 1732937"/>
              <a:gd name="connsiteX53" fmla="*/ 1474731 w 2761664"/>
              <a:gd name="connsiteY53" fmla="*/ 1614874 h 1732937"/>
              <a:gd name="connsiteX54" fmla="*/ 1436026 w 2761664"/>
              <a:gd name="connsiteY54" fmla="*/ 1537464 h 1732937"/>
              <a:gd name="connsiteX55" fmla="*/ 1295721 w 2761664"/>
              <a:gd name="connsiteY55" fmla="*/ 1426188 h 1732937"/>
              <a:gd name="connsiteX56" fmla="*/ 1281207 w 2761664"/>
              <a:gd name="connsiteY56" fmla="*/ 1435864 h 1732937"/>
              <a:gd name="connsiteX57" fmla="*/ 1237664 w 2761664"/>
              <a:gd name="connsiteY57" fmla="*/ 1493921 h 1732937"/>
              <a:gd name="connsiteX58" fmla="*/ 1213474 w 2761664"/>
              <a:gd name="connsiteY58" fmla="*/ 1595521 h 1732937"/>
              <a:gd name="connsiteX59" fmla="*/ 1165093 w 2761664"/>
              <a:gd name="connsiteY59" fmla="*/ 1672931 h 1732937"/>
              <a:gd name="connsiteX60" fmla="*/ 1145740 w 2761664"/>
              <a:gd name="connsiteY60" fmla="*/ 1648740 h 1732937"/>
              <a:gd name="connsiteX61" fmla="*/ 1111874 w 2761664"/>
              <a:gd name="connsiteY61" fmla="*/ 1513274 h 1732937"/>
              <a:gd name="connsiteX62" fmla="*/ 840940 w 2761664"/>
              <a:gd name="connsiteY62" fmla="*/ 1634226 h 1732937"/>
              <a:gd name="connsiteX63" fmla="*/ 802235 w 2761664"/>
              <a:gd name="connsiteY63" fmla="*/ 1600359 h 1732937"/>
              <a:gd name="connsiteX64" fmla="*/ 734502 w 2761664"/>
              <a:gd name="connsiteY64" fmla="*/ 1561655 h 1732937"/>
              <a:gd name="connsiteX65" fmla="*/ 676445 w 2761664"/>
              <a:gd name="connsiteY65" fmla="*/ 1634226 h 1732937"/>
              <a:gd name="connsiteX66" fmla="*/ 647416 w 2761664"/>
              <a:gd name="connsiteY66" fmla="*/ 1653578 h 1732937"/>
              <a:gd name="connsiteX67" fmla="*/ 642578 w 2761664"/>
              <a:gd name="connsiteY67" fmla="*/ 1639064 h 1732937"/>
              <a:gd name="connsiteX68" fmla="*/ 594197 w 2761664"/>
              <a:gd name="connsiteY68" fmla="*/ 1556817 h 1732937"/>
              <a:gd name="connsiteX69" fmla="*/ 531302 w 2761664"/>
              <a:gd name="connsiteY69" fmla="*/ 1421350 h 1732937"/>
              <a:gd name="connsiteX70" fmla="*/ 516788 w 2761664"/>
              <a:gd name="connsiteY70" fmla="*/ 1431026 h 1732937"/>
              <a:gd name="connsiteX71" fmla="*/ 507112 w 2761664"/>
              <a:gd name="connsiteY71" fmla="*/ 1445540 h 1732937"/>
              <a:gd name="connsiteX72" fmla="*/ 487759 w 2761664"/>
              <a:gd name="connsiteY72" fmla="*/ 1469731 h 1732937"/>
              <a:gd name="connsiteX73" fmla="*/ 420026 w 2761664"/>
              <a:gd name="connsiteY73" fmla="*/ 1595521 h 1732937"/>
              <a:gd name="connsiteX74" fmla="*/ 415188 w 2761664"/>
              <a:gd name="connsiteY74" fmla="*/ 1619712 h 1732937"/>
              <a:gd name="connsiteX75" fmla="*/ 405512 w 2761664"/>
              <a:gd name="connsiteY75" fmla="*/ 1663255 h 1732937"/>
              <a:gd name="connsiteX76" fmla="*/ 381607 w 2761664"/>
              <a:gd name="connsiteY76" fmla="*/ 1721039 h 1732937"/>
              <a:gd name="connsiteX77" fmla="*/ 375534 w 2761664"/>
              <a:gd name="connsiteY77" fmla="*/ 1732937 h 1732937"/>
              <a:gd name="connsiteX78" fmla="*/ 325426 w 2761664"/>
              <a:gd name="connsiteY78" fmla="*/ 1732937 h 1732937"/>
              <a:gd name="connsiteX79" fmla="*/ 323264 w 2761664"/>
              <a:gd name="connsiteY79" fmla="*/ 1721312 h 1732937"/>
              <a:gd name="connsiteX80" fmla="*/ 299074 w 2761664"/>
              <a:gd name="connsiteY80" fmla="*/ 1503598 h 1732937"/>
              <a:gd name="connsiteX81" fmla="*/ 270045 w 2761664"/>
              <a:gd name="connsiteY81" fmla="*/ 1532626 h 1732937"/>
              <a:gd name="connsiteX82" fmla="*/ 202312 w 2761664"/>
              <a:gd name="connsiteY82" fmla="*/ 1595521 h 1732937"/>
              <a:gd name="connsiteX83" fmla="*/ 207150 w 2761664"/>
              <a:gd name="connsiteY83" fmla="*/ 1474569 h 1732937"/>
              <a:gd name="connsiteX84" fmla="*/ 197474 w 2761664"/>
              <a:gd name="connsiteY84" fmla="*/ 1532626 h 1732937"/>
              <a:gd name="connsiteX85" fmla="*/ 173283 w 2761664"/>
              <a:gd name="connsiteY85" fmla="*/ 1658417 h 1732937"/>
              <a:gd name="connsiteX86" fmla="*/ 149093 w 2761664"/>
              <a:gd name="connsiteY86" fmla="*/ 1624550 h 1732937"/>
              <a:gd name="connsiteX87" fmla="*/ 134578 w 2761664"/>
              <a:gd name="connsiteY87" fmla="*/ 1595521 h 1732937"/>
              <a:gd name="connsiteX88" fmla="*/ 100712 w 2761664"/>
              <a:gd name="connsiteY88" fmla="*/ 1551978 h 1732937"/>
              <a:gd name="connsiteX89" fmla="*/ 66845 w 2761664"/>
              <a:gd name="connsiteY89" fmla="*/ 1571331 h 1732937"/>
              <a:gd name="connsiteX90" fmla="*/ 23302 w 2761664"/>
              <a:gd name="connsiteY90" fmla="*/ 1605198 h 1732937"/>
              <a:gd name="connsiteX91" fmla="*/ 3950 w 2761664"/>
              <a:gd name="connsiteY91" fmla="*/ 1624550 h 1732937"/>
              <a:gd name="connsiteX92" fmla="*/ 0 w 2761664"/>
              <a:gd name="connsiteY92" fmla="*/ 1628947 h 1732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2761664" h="1732937">
                <a:moveTo>
                  <a:pt x="0" y="1717769"/>
                </a:moveTo>
                <a:lnTo>
                  <a:pt x="1927" y="1718536"/>
                </a:lnTo>
                <a:cubicBezTo>
                  <a:pt x="7364" y="1721529"/>
                  <a:pt x="11863" y="1725447"/>
                  <a:pt x="13626" y="1730988"/>
                </a:cubicBezTo>
                <a:lnTo>
                  <a:pt x="13850" y="1732937"/>
                </a:lnTo>
                <a:lnTo>
                  <a:pt x="0" y="1732937"/>
                </a:lnTo>
                <a:close/>
                <a:moveTo>
                  <a:pt x="0" y="0"/>
                </a:moveTo>
                <a:lnTo>
                  <a:pt x="2761664" y="0"/>
                </a:lnTo>
                <a:lnTo>
                  <a:pt x="2761664" y="1694162"/>
                </a:lnTo>
                <a:lnTo>
                  <a:pt x="2759483" y="1695171"/>
                </a:lnTo>
                <a:cubicBezTo>
                  <a:pt x="2754403" y="1698717"/>
                  <a:pt x="2749726" y="1703073"/>
                  <a:pt x="2745211" y="1707752"/>
                </a:cubicBezTo>
                <a:lnTo>
                  <a:pt x="2720909" y="1732937"/>
                </a:lnTo>
                <a:lnTo>
                  <a:pt x="2712716" y="1732937"/>
                </a:lnTo>
                <a:lnTo>
                  <a:pt x="2691939" y="1721833"/>
                </a:lnTo>
                <a:cubicBezTo>
                  <a:pt x="2681180" y="1712479"/>
                  <a:pt x="2707173" y="1705782"/>
                  <a:pt x="2684254" y="1600359"/>
                </a:cubicBezTo>
                <a:cubicBezTo>
                  <a:pt x="2683019" y="1594677"/>
                  <a:pt x="2678588" y="1610663"/>
                  <a:pt x="2674578" y="1614874"/>
                </a:cubicBezTo>
                <a:cubicBezTo>
                  <a:pt x="2646266" y="1644602"/>
                  <a:pt x="2616521" y="1672931"/>
                  <a:pt x="2587493" y="1701959"/>
                </a:cubicBezTo>
                <a:cubicBezTo>
                  <a:pt x="2579429" y="1700346"/>
                  <a:pt x="2569491" y="1702536"/>
                  <a:pt x="2563302" y="1697121"/>
                </a:cubicBezTo>
                <a:cubicBezTo>
                  <a:pt x="2555160" y="1689997"/>
                  <a:pt x="2559594" y="1668608"/>
                  <a:pt x="2548788" y="1668093"/>
                </a:cubicBezTo>
                <a:cubicBezTo>
                  <a:pt x="2518694" y="1666660"/>
                  <a:pt x="2490731" y="1684220"/>
                  <a:pt x="2461702" y="1692283"/>
                </a:cubicBezTo>
                <a:cubicBezTo>
                  <a:pt x="2455251" y="1685832"/>
                  <a:pt x="2446430" y="1681090"/>
                  <a:pt x="2442350" y="1672931"/>
                </a:cubicBezTo>
                <a:cubicBezTo>
                  <a:pt x="2434820" y="1657871"/>
                  <a:pt x="2432042" y="1640853"/>
                  <a:pt x="2427835" y="1624550"/>
                </a:cubicBezTo>
                <a:cubicBezTo>
                  <a:pt x="2419136" y="1590841"/>
                  <a:pt x="2411708" y="1556817"/>
                  <a:pt x="2403645" y="1522950"/>
                </a:cubicBezTo>
                <a:cubicBezTo>
                  <a:pt x="2403645" y="1522950"/>
                  <a:pt x="2383027" y="1554509"/>
                  <a:pt x="2374616" y="1571331"/>
                </a:cubicBezTo>
                <a:cubicBezTo>
                  <a:pt x="2357021" y="1606521"/>
                  <a:pt x="2336133" y="1692595"/>
                  <a:pt x="2302045" y="1706798"/>
                </a:cubicBezTo>
                <a:cubicBezTo>
                  <a:pt x="2282635" y="1714885"/>
                  <a:pt x="2298820" y="1664867"/>
                  <a:pt x="2297207" y="1643902"/>
                </a:cubicBezTo>
                <a:cubicBezTo>
                  <a:pt x="2285918" y="1651966"/>
                  <a:pt x="2274438" y="1659769"/>
                  <a:pt x="2263340" y="1668093"/>
                </a:cubicBezTo>
                <a:cubicBezTo>
                  <a:pt x="2210047" y="1708063"/>
                  <a:pt x="2240001" y="1707019"/>
                  <a:pt x="2234312" y="1576169"/>
                </a:cubicBezTo>
                <a:cubicBezTo>
                  <a:pt x="2214959" y="1601972"/>
                  <a:pt x="2207682" y="1660830"/>
                  <a:pt x="2176254" y="1653578"/>
                </a:cubicBezTo>
                <a:cubicBezTo>
                  <a:pt x="2127382" y="1642300"/>
                  <a:pt x="2219039" y="1442597"/>
                  <a:pt x="2142388" y="1634226"/>
                </a:cubicBezTo>
                <a:cubicBezTo>
                  <a:pt x="2137550" y="1632613"/>
                  <a:pt x="2129420" y="1634248"/>
                  <a:pt x="2127874" y="1629388"/>
                </a:cubicBezTo>
                <a:cubicBezTo>
                  <a:pt x="2126290" y="1624411"/>
                  <a:pt x="2138458" y="1501852"/>
                  <a:pt x="2094007" y="1532626"/>
                </a:cubicBezTo>
                <a:cubicBezTo>
                  <a:pt x="2077027" y="1544382"/>
                  <a:pt x="2061753" y="1558429"/>
                  <a:pt x="2045626" y="1571331"/>
                </a:cubicBezTo>
                <a:cubicBezTo>
                  <a:pt x="2037287" y="1429564"/>
                  <a:pt x="2044867" y="1488803"/>
                  <a:pt x="2035950" y="1542302"/>
                </a:cubicBezTo>
                <a:cubicBezTo>
                  <a:pt x="2032413" y="1563526"/>
                  <a:pt x="2026273" y="1584233"/>
                  <a:pt x="2021435" y="1605198"/>
                </a:cubicBezTo>
                <a:cubicBezTo>
                  <a:pt x="2016597" y="1601972"/>
                  <a:pt x="2009327" y="1600815"/>
                  <a:pt x="2006921" y="1595521"/>
                </a:cubicBezTo>
                <a:cubicBezTo>
                  <a:pt x="1951277" y="1473103"/>
                  <a:pt x="1999340" y="1468430"/>
                  <a:pt x="1934350" y="1571331"/>
                </a:cubicBezTo>
                <a:cubicBezTo>
                  <a:pt x="1929478" y="1579044"/>
                  <a:pt x="1921448" y="1584232"/>
                  <a:pt x="1914997" y="1590683"/>
                </a:cubicBezTo>
                <a:cubicBezTo>
                  <a:pt x="1911772" y="1585845"/>
                  <a:pt x="1907308" y="1581633"/>
                  <a:pt x="1905321" y="1576169"/>
                </a:cubicBezTo>
                <a:cubicBezTo>
                  <a:pt x="1878676" y="1502894"/>
                  <a:pt x="1926667" y="1508075"/>
                  <a:pt x="1803721" y="1624550"/>
                </a:cubicBezTo>
                <a:cubicBezTo>
                  <a:pt x="1795658" y="1611648"/>
                  <a:pt x="1786691" y="1599269"/>
                  <a:pt x="1779531" y="1585845"/>
                </a:cubicBezTo>
                <a:cubicBezTo>
                  <a:pt x="1773751" y="1575008"/>
                  <a:pt x="1770246" y="1563091"/>
                  <a:pt x="1765016" y="1551978"/>
                </a:cubicBezTo>
                <a:cubicBezTo>
                  <a:pt x="1757339" y="1535664"/>
                  <a:pt x="1749374" y="1519473"/>
                  <a:pt x="1740826" y="1503598"/>
                </a:cubicBezTo>
                <a:cubicBezTo>
                  <a:pt x="1738069" y="1498478"/>
                  <a:pt x="1735135" y="1493317"/>
                  <a:pt x="1731150" y="1489083"/>
                </a:cubicBezTo>
                <a:cubicBezTo>
                  <a:pt x="1709266" y="1465832"/>
                  <a:pt x="1685994" y="1443928"/>
                  <a:pt x="1663416" y="1421350"/>
                </a:cubicBezTo>
                <a:cubicBezTo>
                  <a:pt x="1652127" y="1416512"/>
                  <a:pt x="1638985" y="1398973"/>
                  <a:pt x="1629550" y="1406836"/>
                </a:cubicBezTo>
                <a:cubicBezTo>
                  <a:pt x="1618664" y="1415907"/>
                  <a:pt x="1648298" y="1479260"/>
                  <a:pt x="1648902" y="1484245"/>
                </a:cubicBezTo>
                <a:cubicBezTo>
                  <a:pt x="1653757" y="1524302"/>
                  <a:pt x="1652127" y="1564880"/>
                  <a:pt x="1653740" y="1605198"/>
                </a:cubicBezTo>
                <a:cubicBezTo>
                  <a:pt x="1649684" y="1645759"/>
                  <a:pt x="1650397" y="1687577"/>
                  <a:pt x="1619874" y="1721312"/>
                </a:cubicBezTo>
                <a:lnTo>
                  <a:pt x="1602079" y="1732937"/>
                </a:lnTo>
                <a:lnTo>
                  <a:pt x="1534220" y="1732937"/>
                </a:lnTo>
                <a:lnTo>
                  <a:pt x="1530920" y="1729712"/>
                </a:lnTo>
                <a:cubicBezTo>
                  <a:pt x="1522793" y="1721380"/>
                  <a:pt x="1515290" y="1712667"/>
                  <a:pt x="1508597" y="1701959"/>
                </a:cubicBezTo>
                <a:cubicBezTo>
                  <a:pt x="1496265" y="1682229"/>
                  <a:pt x="1492321" y="1661222"/>
                  <a:pt x="1484407" y="1639064"/>
                </a:cubicBezTo>
                <a:cubicBezTo>
                  <a:pt x="1481486" y="1630885"/>
                  <a:pt x="1477699" y="1623036"/>
                  <a:pt x="1474731" y="1614874"/>
                </a:cubicBezTo>
                <a:cubicBezTo>
                  <a:pt x="1461182" y="1577615"/>
                  <a:pt x="1466475" y="1576869"/>
                  <a:pt x="1436026" y="1537464"/>
                </a:cubicBezTo>
                <a:cubicBezTo>
                  <a:pt x="1382493" y="1468185"/>
                  <a:pt x="1375826" y="1475141"/>
                  <a:pt x="1295721" y="1426188"/>
                </a:cubicBezTo>
                <a:cubicBezTo>
                  <a:pt x="1290883" y="1429413"/>
                  <a:pt x="1285583" y="1432035"/>
                  <a:pt x="1281207" y="1435864"/>
                </a:cubicBezTo>
                <a:cubicBezTo>
                  <a:pt x="1263041" y="1451759"/>
                  <a:pt x="1245323" y="1470094"/>
                  <a:pt x="1237664" y="1493921"/>
                </a:cubicBezTo>
                <a:cubicBezTo>
                  <a:pt x="1227011" y="1527064"/>
                  <a:pt x="1221537" y="1561654"/>
                  <a:pt x="1213474" y="1595521"/>
                </a:cubicBezTo>
                <a:cubicBezTo>
                  <a:pt x="1197347" y="1621324"/>
                  <a:pt x="1189020" y="1654132"/>
                  <a:pt x="1165093" y="1672931"/>
                </a:cubicBezTo>
                <a:cubicBezTo>
                  <a:pt x="1156973" y="1679311"/>
                  <a:pt x="1149006" y="1658537"/>
                  <a:pt x="1145740" y="1648740"/>
                </a:cubicBezTo>
                <a:cubicBezTo>
                  <a:pt x="1131021" y="1604584"/>
                  <a:pt x="1123163" y="1558429"/>
                  <a:pt x="1111874" y="1513274"/>
                </a:cubicBezTo>
                <a:cubicBezTo>
                  <a:pt x="1064244" y="1536053"/>
                  <a:pt x="875631" y="1628303"/>
                  <a:pt x="840940" y="1634226"/>
                </a:cubicBezTo>
                <a:cubicBezTo>
                  <a:pt x="824041" y="1637111"/>
                  <a:pt x="816399" y="1610016"/>
                  <a:pt x="802235" y="1600359"/>
                </a:cubicBezTo>
                <a:cubicBezTo>
                  <a:pt x="780750" y="1585710"/>
                  <a:pt x="757080" y="1574556"/>
                  <a:pt x="734502" y="1561655"/>
                </a:cubicBezTo>
                <a:cubicBezTo>
                  <a:pt x="678679" y="1595149"/>
                  <a:pt x="744644" y="1550290"/>
                  <a:pt x="676445" y="1634226"/>
                </a:cubicBezTo>
                <a:cubicBezTo>
                  <a:pt x="669112" y="1643252"/>
                  <a:pt x="657092" y="1647127"/>
                  <a:pt x="647416" y="1653578"/>
                </a:cubicBezTo>
                <a:cubicBezTo>
                  <a:pt x="645803" y="1648740"/>
                  <a:pt x="644649" y="1643724"/>
                  <a:pt x="642578" y="1639064"/>
                </a:cubicBezTo>
                <a:cubicBezTo>
                  <a:pt x="629510" y="1609661"/>
                  <a:pt x="612016" y="1583542"/>
                  <a:pt x="594197" y="1556817"/>
                </a:cubicBezTo>
                <a:cubicBezTo>
                  <a:pt x="566579" y="1515395"/>
                  <a:pt x="552267" y="1466506"/>
                  <a:pt x="531302" y="1421350"/>
                </a:cubicBezTo>
                <a:cubicBezTo>
                  <a:pt x="526464" y="1424575"/>
                  <a:pt x="520900" y="1426914"/>
                  <a:pt x="516788" y="1431026"/>
                </a:cubicBezTo>
                <a:cubicBezTo>
                  <a:pt x="512676" y="1435138"/>
                  <a:pt x="510601" y="1440888"/>
                  <a:pt x="507112" y="1445540"/>
                </a:cubicBezTo>
                <a:cubicBezTo>
                  <a:pt x="500916" y="1453801"/>
                  <a:pt x="493387" y="1461073"/>
                  <a:pt x="487759" y="1469731"/>
                </a:cubicBezTo>
                <a:cubicBezTo>
                  <a:pt x="461753" y="1509740"/>
                  <a:pt x="436851" y="1550654"/>
                  <a:pt x="420026" y="1595521"/>
                </a:cubicBezTo>
                <a:cubicBezTo>
                  <a:pt x="417139" y="1603221"/>
                  <a:pt x="416911" y="1611671"/>
                  <a:pt x="415188" y="1619712"/>
                </a:cubicBezTo>
                <a:cubicBezTo>
                  <a:pt x="412073" y="1634250"/>
                  <a:pt x="408737" y="1648741"/>
                  <a:pt x="405512" y="1663255"/>
                </a:cubicBezTo>
                <a:cubicBezTo>
                  <a:pt x="395836" y="1680995"/>
                  <a:pt x="389575" y="1701778"/>
                  <a:pt x="381607" y="1721039"/>
                </a:cubicBezTo>
                <a:lnTo>
                  <a:pt x="375534" y="1732937"/>
                </a:lnTo>
                <a:lnTo>
                  <a:pt x="325426" y="1732937"/>
                </a:lnTo>
                <a:lnTo>
                  <a:pt x="323264" y="1721312"/>
                </a:lnTo>
                <a:cubicBezTo>
                  <a:pt x="310202" y="1649472"/>
                  <a:pt x="307137" y="1576169"/>
                  <a:pt x="299074" y="1503598"/>
                </a:cubicBezTo>
                <a:cubicBezTo>
                  <a:pt x="289398" y="1513274"/>
                  <a:pt x="278760" y="1522076"/>
                  <a:pt x="270045" y="1532626"/>
                </a:cubicBezTo>
                <a:cubicBezTo>
                  <a:pt x="201862" y="1615162"/>
                  <a:pt x="215761" y="1649319"/>
                  <a:pt x="202312" y="1595521"/>
                </a:cubicBezTo>
                <a:cubicBezTo>
                  <a:pt x="203925" y="1555204"/>
                  <a:pt x="210245" y="1514800"/>
                  <a:pt x="207150" y="1474569"/>
                </a:cubicBezTo>
                <a:cubicBezTo>
                  <a:pt x="205645" y="1455008"/>
                  <a:pt x="201028" y="1513331"/>
                  <a:pt x="197474" y="1532626"/>
                </a:cubicBezTo>
                <a:cubicBezTo>
                  <a:pt x="189739" y="1574618"/>
                  <a:pt x="181347" y="1616487"/>
                  <a:pt x="173283" y="1658417"/>
                </a:cubicBezTo>
                <a:cubicBezTo>
                  <a:pt x="167896" y="1651233"/>
                  <a:pt x="154145" y="1633644"/>
                  <a:pt x="149093" y="1624550"/>
                </a:cubicBezTo>
                <a:cubicBezTo>
                  <a:pt x="143839" y="1615093"/>
                  <a:pt x="140579" y="1604523"/>
                  <a:pt x="134578" y="1595521"/>
                </a:cubicBezTo>
                <a:cubicBezTo>
                  <a:pt x="124379" y="1580222"/>
                  <a:pt x="112001" y="1566492"/>
                  <a:pt x="100712" y="1551978"/>
                </a:cubicBezTo>
                <a:lnTo>
                  <a:pt x="66845" y="1571331"/>
                </a:lnTo>
                <a:cubicBezTo>
                  <a:pt x="50880" y="1580454"/>
                  <a:pt x="37339" y="1593321"/>
                  <a:pt x="23302" y="1605198"/>
                </a:cubicBezTo>
                <a:cubicBezTo>
                  <a:pt x="16338" y="1611091"/>
                  <a:pt x="10401" y="1618099"/>
                  <a:pt x="3950" y="1624550"/>
                </a:cubicBezTo>
                <a:lnTo>
                  <a:pt x="0" y="1628947"/>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srgbClr val="303332"/>
              </a:solidFill>
              <a:effectLst/>
              <a:uLnTx/>
              <a:uFillTx/>
              <a:latin typeface="Lato"/>
              <a:ea typeface="+mn-ea"/>
              <a:cs typeface="+mn-cs"/>
            </a:endParaRPr>
          </a:p>
        </p:txBody>
      </p:sp>
      <p:sp>
        <p:nvSpPr>
          <p:cNvPr id="66" name="Freeform: Shape 65">
            <a:extLst>
              <a:ext uri="{FF2B5EF4-FFF2-40B4-BE49-F238E27FC236}">
                <a16:creationId xmlns:a16="http://schemas.microsoft.com/office/drawing/2014/main" id="{ADBB6F03-FD58-2343-0142-9FB391573A17}"/>
              </a:ext>
            </a:extLst>
          </p:cNvPr>
          <p:cNvSpPr/>
          <p:nvPr/>
        </p:nvSpPr>
        <p:spPr>
          <a:xfrm>
            <a:off x="6154453" y="1373152"/>
            <a:ext cx="2737946" cy="1976821"/>
          </a:xfrm>
          <a:custGeom>
            <a:avLst/>
            <a:gdLst>
              <a:gd name="connsiteX0" fmla="*/ 2869437 w 4081244"/>
              <a:gd name="connsiteY0" fmla="*/ 1722066 h 1895912"/>
              <a:gd name="connsiteX1" fmla="*/ 2869781 w 4081244"/>
              <a:gd name="connsiteY1" fmla="*/ 1724483 h 1895912"/>
              <a:gd name="connsiteX2" fmla="*/ 2867660 w 4081244"/>
              <a:gd name="connsiteY2" fmla="*/ 1724411 h 1895912"/>
              <a:gd name="connsiteX3" fmla="*/ 2852788 w 4081244"/>
              <a:gd name="connsiteY3" fmla="*/ 1715952 h 1895912"/>
              <a:gd name="connsiteX4" fmla="*/ 2864861 w 4081244"/>
              <a:gd name="connsiteY4" fmla="*/ 1724318 h 1895912"/>
              <a:gd name="connsiteX5" fmla="*/ 2867660 w 4081244"/>
              <a:gd name="connsiteY5" fmla="*/ 1724411 h 1895912"/>
              <a:gd name="connsiteX6" fmla="*/ 2864840 w 4081244"/>
              <a:gd name="connsiteY6" fmla="*/ 1728133 h 1895912"/>
              <a:gd name="connsiteX7" fmla="*/ 2852788 w 4081244"/>
              <a:gd name="connsiteY7" fmla="*/ 1715952 h 1895912"/>
              <a:gd name="connsiteX8" fmla="*/ 0 w 4081244"/>
              <a:gd name="connsiteY8" fmla="*/ 0 h 1895912"/>
              <a:gd name="connsiteX9" fmla="*/ 4081244 w 4081244"/>
              <a:gd name="connsiteY9" fmla="*/ 0 h 1895912"/>
              <a:gd name="connsiteX10" fmla="*/ 4081244 w 4081244"/>
              <a:gd name="connsiteY10" fmla="*/ 1783990 h 1895912"/>
              <a:gd name="connsiteX11" fmla="*/ 4072532 w 4081244"/>
              <a:gd name="connsiteY11" fmla="*/ 1786751 h 1895912"/>
              <a:gd name="connsiteX12" fmla="*/ 4022521 w 4081244"/>
              <a:gd name="connsiteY12" fmla="*/ 1820411 h 1895912"/>
              <a:gd name="connsiteX13" fmla="*/ 3959604 w 4081244"/>
              <a:gd name="connsiteY13" fmla="*/ 1631659 h 1895912"/>
              <a:gd name="connsiteX14" fmla="*/ 3951215 w 4081244"/>
              <a:gd name="connsiteY14" fmla="*/ 1665215 h 1895912"/>
              <a:gd name="connsiteX15" fmla="*/ 3917659 w 4081244"/>
              <a:gd name="connsiteY15" fmla="*/ 1749105 h 1895912"/>
              <a:gd name="connsiteX16" fmla="*/ 3905075 w 4081244"/>
              <a:gd name="connsiteY16" fmla="*/ 1744911 h 1895912"/>
              <a:gd name="connsiteX17" fmla="*/ 3875714 w 4081244"/>
              <a:gd name="connsiteY17" fmla="*/ 1614881 h 1895912"/>
              <a:gd name="connsiteX18" fmla="*/ 3850547 w 4081244"/>
              <a:gd name="connsiteY18" fmla="*/ 1635854 h 1895912"/>
              <a:gd name="connsiteX19" fmla="*/ 3846352 w 4081244"/>
              <a:gd name="connsiteY19" fmla="*/ 1623270 h 1895912"/>
              <a:gd name="connsiteX20" fmla="*/ 3829574 w 4081244"/>
              <a:gd name="connsiteY20" fmla="*/ 1510019 h 1895912"/>
              <a:gd name="connsiteX21" fmla="*/ 3779240 w 4081244"/>
              <a:gd name="connsiteY21" fmla="*/ 1656826 h 1895912"/>
              <a:gd name="connsiteX22" fmla="*/ 3733101 w 4081244"/>
              <a:gd name="connsiteY22" fmla="*/ 1778466 h 1895912"/>
              <a:gd name="connsiteX23" fmla="*/ 3686961 w 4081244"/>
              <a:gd name="connsiteY23" fmla="*/ 1837189 h 1895912"/>
              <a:gd name="connsiteX24" fmla="*/ 3598877 w 4081244"/>
              <a:gd name="connsiteY24" fmla="*/ 1807828 h 1895912"/>
              <a:gd name="connsiteX25" fmla="*/ 3565321 w 4081244"/>
              <a:gd name="connsiteY25" fmla="*/ 1740716 h 1895912"/>
              <a:gd name="connsiteX26" fmla="*/ 3552738 w 4081244"/>
              <a:gd name="connsiteY26" fmla="*/ 1728133 h 1895912"/>
              <a:gd name="connsiteX27" fmla="*/ 3510793 w 4081244"/>
              <a:gd name="connsiteY27" fmla="*/ 1690382 h 1895912"/>
              <a:gd name="connsiteX28" fmla="*/ 3498209 w 4081244"/>
              <a:gd name="connsiteY28" fmla="*/ 1707160 h 1895912"/>
              <a:gd name="connsiteX29" fmla="*/ 3489820 w 4081244"/>
              <a:gd name="connsiteY29" fmla="*/ 1690382 h 1895912"/>
              <a:gd name="connsiteX30" fmla="*/ 3485626 w 4081244"/>
              <a:gd name="connsiteY30" fmla="*/ 1602298 h 1895912"/>
              <a:gd name="connsiteX31" fmla="*/ 3460459 w 4081244"/>
              <a:gd name="connsiteY31" fmla="*/ 1551964 h 1895912"/>
              <a:gd name="connsiteX32" fmla="*/ 3410125 w 4081244"/>
              <a:gd name="connsiteY32" fmla="*/ 1468074 h 1895912"/>
              <a:gd name="connsiteX33" fmla="*/ 3372374 w 4081244"/>
              <a:gd name="connsiteY33" fmla="*/ 1510019 h 1895912"/>
              <a:gd name="connsiteX34" fmla="*/ 3305262 w 4081244"/>
              <a:gd name="connsiteY34" fmla="*/ 1568742 h 1895912"/>
              <a:gd name="connsiteX35" fmla="*/ 3263317 w 4081244"/>
              <a:gd name="connsiteY35" fmla="*/ 1598103 h 1895912"/>
              <a:gd name="connsiteX36" fmla="*/ 3242345 w 4081244"/>
              <a:gd name="connsiteY36" fmla="*/ 1623270 h 1895912"/>
              <a:gd name="connsiteX37" fmla="*/ 3225567 w 4081244"/>
              <a:gd name="connsiteY37" fmla="*/ 1640048 h 1895912"/>
              <a:gd name="connsiteX38" fmla="*/ 3137482 w 4081244"/>
              <a:gd name="connsiteY38" fmla="*/ 1740716 h 1895912"/>
              <a:gd name="connsiteX39" fmla="*/ 3116510 w 4081244"/>
              <a:gd name="connsiteY39" fmla="*/ 1753299 h 1895912"/>
              <a:gd name="connsiteX40" fmla="*/ 3099732 w 4081244"/>
              <a:gd name="connsiteY40" fmla="*/ 1711355 h 1895912"/>
              <a:gd name="connsiteX41" fmla="*/ 3087149 w 4081244"/>
              <a:gd name="connsiteY41" fmla="*/ 1698771 h 1895912"/>
              <a:gd name="connsiteX42" fmla="*/ 3045204 w 4081244"/>
              <a:gd name="connsiteY42" fmla="*/ 1736522 h 1895912"/>
              <a:gd name="connsiteX43" fmla="*/ 3032620 w 4081244"/>
              <a:gd name="connsiteY43" fmla="*/ 1744911 h 1895912"/>
              <a:gd name="connsiteX44" fmla="*/ 2999064 w 4081244"/>
              <a:gd name="connsiteY44" fmla="*/ 1719744 h 1895912"/>
              <a:gd name="connsiteX45" fmla="*/ 2893522 w 4081244"/>
              <a:gd name="connsiteY45" fmla="*/ 1690275 h 1895912"/>
              <a:gd name="connsiteX46" fmla="*/ 2869437 w 4081244"/>
              <a:gd name="connsiteY46" fmla="*/ 1722066 h 1895912"/>
              <a:gd name="connsiteX47" fmla="*/ 2868535 w 4081244"/>
              <a:gd name="connsiteY47" fmla="*/ 1715716 h 1895912"/>
              <a:gd name="connsiteX48" fmla="*/ 2831284 w 4081244"/>
              <a:gd name="connsiteY48" fmla="*/ 1652632 h 1895912"/>
              <a:gd name="connsiteX49" fmla="*/ 2827090 w 4081244"/>
              <a:gd name="connsiteY49" fmla="*/ 1677799 h 1895912"/>
              <a:gd name="connsiteX50" fmla="*/ 2789339 w 4081244"/>
              <a:gd name="connsiteY50" fmla="*/ 1765883 h 1895912"/>
              <a:gd name="connsiteX51" fmla="*/ 2747394 w 4081244"/>
              <a:gd name="connsiteY51" fmla="*/ 1686188 h 1895912"/>
              <a:gd name="connsiteX52" fmla="*/ 2697060 w 4081244"/>
              <a:gd name="connsiteY52" fmla="*/ 1581325 h 1895912"/>
              <a:gd name="connsiteX53" fmla="*/ 2516697 w 4081244"/>
              <a:gd name="connsiteY53" fmla="*/ 1732327 h 1895912"/>
              <a:gd name="connsiteX54" fmla="*/ 2411835 w 4081244"/>
              <a:gd name="connsiteY54" fmla="*/ 1774272 h 1895912"/>
              <a:gd name="connsiteX55" fmla="*/ 2344723 w 4081244"/>
              <a:gd name="connsiteY55" fmla="*/ 1736522 h 1895912"/>
              <a:gd name="connsiteX56" fmla="*/ 2114026 w 4081244"/>
              <a:gd name="connsiteY56" fmla="*/ 1623270 h 1895912"/>
              <a:gd name="connsiteX57" fmla="*/ 2076275 w 4081244"/>
              <a:gd name="connsiteY57" fmla="*/ 1690382 h 1895912"/>
              <a:gd name="connsiteX58" fmla="*/ 1946246 w 4081244"/>
              <a:gd name="connsiteY58" fmla="*/ 1824606 h 1895912"/>
              <a:gd name="connsiteX59" fmla="*/ 1904301 w 4081244"/>
              <a:gd name="connsiteY59" fmla="*/ 1799439 h 1895912"/>
              <a:gd name="connsiteX60" fmla="*/ 1891717 w 4081244"/>
              <a:gd name="connsiteY60" fmla="*/ 1791050 h 1895912"/>
              <a:gd name="connsiteX61" fmla="*/ 1845578 w 4081244"/>
              <a:gd name="connsiteY61" fmla="*/ 1753299 h 1895912"/>
              <a:gd name="connsiteX62" fmla="*/ 1765882 w 4081244"/>
              <a:gd name="connsiteY62" fmla="*/ 1669410 h 1895912"/>
              <a:gd name="connsiteX63" fmla="*/ 1736521 w 4081244"/>
              <a:gd name="connsiteY63" fmla="*/ 1728133 h 1895912"/>
              <a:gd name="connsiteX64" fmla="*/ 1681993 w 4081244"/>
              <a:gd name="connsiteY64" fmla="*/ 1849773 h 1895912"/>
              <a:gd name="connsiteX65" fmla="*/ 1646767 w 4081244"/>
              <a:gd name="connsiteY65" fmla="*/ 1879588 h 1895912"/>
              <a:gd name="connsiteX66" fmla="*/ 1620163 w 4081244"/>
              <a:gd name="connsiteY66" fmla="*/ 1895912 h 1895912"/>
              <a:gd name="connsiteX67" fmla="*/ 1578691 w 4081244"/>
              <a:gd name="connsiteY67" fmla="*/ 1895912 h 1895912"/>
              <a:gd name="connsiteX68" fmla="*/ 1569568 w 4081244"/>
              <a:gd name="connsiteY68" fmla="*/ 1893159 h 1895912"/>
              <a:gd name="connsiteX69" fmla="*/ 1468073 w 4081244"/>
              <a:gd name="connsiteY69" fmla="*/ 1874940 h 1895912"/>
              <a:gd name="connsiteX70" fmla="*/ 1199626 w 4081244"/>
              <a:gd name="connsiteY70" fmla="*/ 1719744 h 1895912"/>
              <a:gd name="connsiteX71" fmla="*/ 1015068 w 4081244"/>
              <a:gd name="connsiteY71" fmla="*/ 1807828 h 1895912"/>
              <a:gd name="connsiteX72" fmla="*/ 885038 w 4081244"/>
              <a:gd name="connsiteY72" fmla="*/ 1619076 h 1895912"/>
              <a:gd name="connsiteX73" fmla="*/ 864066 w 4081244"/>
              <a:gd name="connsiteY73" fmla="*/ 1589714 h 1895912"/>
              <a:gd name="connsiteX74" fmla="*/ 767593 w 4081244"/>
              <a:gd name="connsiteY74" fmla="*/ 1686188 h 1895912"/>
              <a:gd name="connsiteX75" fmla="*/ 683703 w 4081244"/>
              <a:gd name="connsiteY75" fmla="*/ 1749105 h 1895912"/>
              <a:gd name="connsiteX76" fmla="*/ 662730 w 4081244"/>
              <a:gd name="connsiteY76" fmla="*/ 1732327 h 1895912"/>
              <a:gd name="connsiteX77" fmla="*/ 566257 w 4081244"/>
              <a:gd name="connsiteY77" fmla="*/ 1505824 h 1895912"/>
              <a:gd name="connsiteX78" fmla="*/ 515923 w 4081244"/>
              <a:gd name="connsiteY78" fmla="*/ 1564547 h 1895912"/>
              <a:gd name="connsiteX79" fmla="*/ 423644 w 4081244"/>
              <a:gd name="connsiteY79" fmla="*/ 1757494 h 1895912"/>
              <a:gd name="connsiteX80" fmla="*/ 381699 w 4081244"/>
              <a:gd name="connsiteY80" fmla="*/ 1824606 h 1895912"/>
              <a:gd name="connsiteX81" fmla="*/ 356532 w 4081244"/>
              <a:gd name="connsiteY81" fmla="*/ 1761688 h 1895912"/>
              <a:gd name="connsiteX82" fmla="*/ 343949 w 4081244"/>
              <a:gd name="connsiteY82" fmla="*/ 1598103 h 1895912"/>
              <a:gd name="connsiteX83" fmla="*/ 310393 w 4081244"/>
              <a:gd name="connsiteY83" fmla="*/ 1648437 h 1895912"/>
              <a:gd name="connsiteX84" fmla="*/ 209725 w 4081244"/>
              <a:gd name="connsiteY84" fmla="*/ 1761688 h 1895912"/>
              <a:gd name="connsiteX85" fmla="*/ 192947 w 4081244"/>
              <a:gd name="connsiteY85" fmla="*/ 1715549 h 1895912"/>
              <a:gd name="connsiteX86" fmla="*/ 163585 w 4081244"/>
              <a:gd name="connsiteY86" fmla="*/ 1656826 h 1895912"/>
              <a:gd name="connsiteX87" fmla="*/ 113251 w 4081244"/>
              <a:gd name="connsiteY87" fmla="*/ 1627465 h 1895912"/>
              <a:gd name="connsiteX88" fmla="*/ 71306 w 4081244"/>
              <a:gd name="connsiteY88" fmla="*/ 1631659 h 1895912"/>
              <a:gd name="connsiteX89" fmla="*/ 7170 w 4081244"/>
              <a:gd name="connsiteY89" fmla="*/ 1648795 h 1895912"/>
              <a:gd name="connsiteX90" fmla="*/ 0 w 4081244"/>
              <a:gd name="connsiteY90" fmla="*/ 1651678 h 1895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4081244" h="1895912">
                <a:moveTo>
                  <a:pt x="2869437" y="1722066"/>
                </a:moveTo>
                <a:lnTo>
                  <a:pt x="2869781" y="1724483"/>
                </a:lnTo>
                <a:lnTo>
                  <a:pt x="2867660" y="1724411"/>
                </a:lnTo>
                <a:close/>
                <a:moveTo>
                  <a:pt x="2852788" y="1715952"/>
                </a:moveTo>
                <a:cubicBezTo>
                  <a:pt x="2854598" y="1717400"/>
                  <a:pt x="2860429" y="1722273"/>
                  <a:pt x="2864861" y="1724318"/>
                </a:cubicBezTo>
                <a:lnTo>
                  <a:pt x="2867660" y="1724411"/>
                </a:lnTo>
                <a:lnTo>
                  <a:pt x="2864840" y="1728133"/>
                </a:lnTo>
                <a:cubicBezTo>
                  <a:pt x="2853188" y="1716480"/>
                  <a:pt x="2850977" y="1714503"/>
                  <a:pt x="2852788" y="1715952"/>
                </a:cubicBezTo>
                <a:close/>
                <a:moveTo>
                  <a:pt x="0" y="0"/>
                </a:moveTo>
                <a:lnTo>
                  <a:pt x="4081244" y="0"/>
                </a:lnTo>
                <a:lnTo>
                  <a:pt x="4081244" y="1783990"/>
                </a:lnTo>
                <a:lnTo>
                  <a:pt x="4072532" y="1786751"/>
                </a:lnTo>
                <a:cubicBezTo>
                  <a:pt x="4054896" y="1795990"/>
                  <a:pt x="4026859" y="1817312"/>
                  <a:pt x="4022521" y="1820411"/>
                </a:cubicBezTo>
                <a:cubicBezTo>
                  <a:pt x="3936058" y="1679910"/>
                  <a:pt x="4055552" y="1887524"/>
                  <a:pt x="3959604" y="1631659"/>
                </a:cubicBezTo>
                <a:cubicBezTo>
                  <a:pt x="3955556" y="1620864"/>
                  <a:pt x="3955093" y="1654357"/>
                  <a:pt x="3951215" y="1665215"/>
                </a:cubicBezTo>
                <a:cubicBezTo>
                  <a:pt x="3941085" y="1693578"/>
                  <a:pt x="3928844" y="1721142"/>
                  <a:pt x="3917659" y="1749105"/>
                </a:cubicBezTo>
                <a:cubicBezTo>
                  <a:pt x="3913464" y="1747707"/>
                  <a:pt x="3906717" y="1749016"/>
                  <a:pt x="3905075" y="1744911"/>
                </a:cubicBezTo>
                <a:cubicBezTo>
                  <a:pt x="3889173" y="1705155"/>
                  <a:pt x="3882800" y="1657394"/>
                  <a:pt x="3875714" y="1614881"/>
                </a:cubicBezTo>
                <a:cubicBezTo>
                  <a:pt x="3867325" y="1621872"/>
                  <a:pt x="3861047" y="1632854"/>
                  <a:pt x="3850547" y="1635854"/>
                </a:cubicBezTo>
                <a:cubicBezTo>
                  <a:pt x="3846296" y="1637069"/>
                  <a:pt x="3847079" y="1627631"/>
                  <a:pt x="3846352" y="1623270"/>
                </a:cubicBezTo>
                <a:cubicBezTo>
                  <a:pt x="3840078" y="1585627"/>
                  <a:pt x="3835167" y="1547769"/>
                  <a:pt x="3829574" y="1510019"/>
                </a:cubicBezTo>
                <a:cubicBezTo>
                  <a:pt x="3799112" y="1570944"/>
                  <a:pt x="3835532" y="1495991"/>
                  <a:pt x="3779240" y="1656826"/>
                </a:cubicBezTo>
                <a:cubicBezTo>
                  <a:pt x="3764914" y="1697757"/>
                  <a:pt x="3748481" y="1737919"/>
                  <a:pt x="3733101" y="1778466"/>
                </a:cubicBezTo>
                <a:cubicBezTo>
                  <a:pt x="3717721" y="1798040"/>
                  <a:pt x="3711487" y="1841454"/>
                  <a:pt x="3686961" y="1837189"/>
                </a:cubicBezTo>
                <a:cubicBezTo>
                  <a:pt x="3567327" y="1816383"/>
                  <a:pt x="3694067" y="1691481"/>
                  <a:pt x="3598877" y="1807828"/>
                </a:cubicBezTo>
                <a:cubicBezTo>
                  <a:pt x="3587692" y="1785457"/>
                  <a:pt x="3577852" y="1762361"/>
                  <a:pt x="3565321" y="1740716"/>
                </a:cubicBezTo>
                <a:cubicBezTo>
                  <a:pt x="3562349" y="1735583"/>
                  <a:pt x="3557147" y="1724165"/>
                  <a:pt x="3552738" y="1728133"/>
                </a:cubicBezTo>
                <a:cubicBezTo>
                  <a:pt x="3503865" y="1772118"/>
                  <a:pt x="3533096" y="1846506"/>
                  <a:pt x="3510793" y="1690382"/>
                </a:cubicBezTo>
                <a:cubicBezTo>
                  <a:pt x="3506598" y="1695975"/>
                  <a:pt x="3505200" y="1707160"/>
                  <a:pt x="3498209" y="1707160"/>
                </a:cubicBezTo>
                <a:cubicBezTo>
                  <a:pt x="3491956" y="1707160"/>
                  <a:pt x="3490565" y="1696590"/>
                  <a:pt x="3489820" y="1690382"/>
                </a:cubicBezTo>
                <a:cubicBezTo>
                  <a:pt x="3486318" y="1661197"/>
                  <a:pt x="3487024" y="1631659"/>
                  <a:pt x="3485626" y="1602298"/>
                </a:cubicBezTo>
                <a:cubicBezTo>
                  <a:pt x="3459948" y="1563780"/>
                  <a:pt x="3505644" y="1633862"/>
                  <a:pt x="3460459" y="1551964"/>
                </a:cubicBezTo>
                <a:cubicBezTo>
                  <a:pt x="3444706" y="1523411"/>
                  <a:pt x="3426903" y="1496037"/>
                  <a:pt x="3410125" y="1468074"/>
                </a:cubicBezTo>
                <a:cubicBezTo>
                  <a:pt x="3388426" y="1489772"/>
                  <a:pt x="3401401" y="1476153"/>
                  <a:pt x="3372374" y="1510019"/>
                </a:cubicBezTo>
                <a:cubicBezTo>
                  <a:pt x="3353029" y="1532588"/>
                  <a:pt x="3327633" y="1549168"/>
                  <a:pt x="3305262" y="1568742"/>
                </a:cubicBezTo>
                <a:cubicBezTo>
                  <a:pt x="3292418" y="1579981"/>
                  <a:pt x="3276214" y="1586926"/>
                  <a:pt x="3263317" y="1598103"/>
                </a:cubicBezTo>
                <a:cubicBezTo>
                  <a:pt x="3255065" y="1605255"/>
                  <a:pt x="3249650" y="1615153"/>
                  <a:pt x="3242345" y="1623270"/>
                </a:cubicBezTo>
                <a:cubicBezTo>
                  <a:pt x="3237054" y="1629149"/>
                  <a:pt x="3230775" y="1634096"/>
                  <a:pt x="3225567" y="1640048"/>
                </a:cubicBezTo>
                <a:cubicBezTo>
                  <a:pt x="3196976" y="1672724"/>
                  <a:pt x="3169278" y="1710907"/>
                  <a:pt x="3137482" y="1740716"/>
                </a:cubicBezTo>
                <a:cubicBezTo>
                  <a:pt x="3131534" y="1746292"/>
                  <a:pt x="3122945" y="1758304"/>
                  <a:pt x="3116510" y="1753299"/>
                </a:cubicBezTo>
                <a:cubicBezTo>
                  <a:pt x="3104624" y="1744054"/>
                  <a:pt x="3105325" y="1725336"/>
                  <a:pt x="3099732" y="1711355"/>
                </a:cubicBezTo>
                <a:cubicBezTo>
                  <a:pt x="3095538" y="1707160"/>
                  <a:pt x="3092535" y="1696285"/>
                  <a:pt x="3087149" y="1698771"/>
                </a:cubicBezTo>
                <a:cubicBezTo>
                  <a:pt x="3070070" y="1706654"/>
                  <a:pt x="3059564" y="1724371"/>
                  <a:pt x="3045204" y="1736522"/>
                </a:cubicBezTo>
                <a:cubicBezTo>
                  <a:pt x="3041356" y="1739778"/>
                  <a:pt x="3036815" y="1742115"/>
                  <a:pt x="3032620" y="1744911"/>
                </a:cubicBezTo>
                <a:cubicBezTo>
                  <a:pt x="3021435" y="1736522"/>
                  <a:pt x="3008951" y="1729631"/>
                  <a:pt x="2999064" y="1719744"/>
                </a:cubicBezTo>
                <a:cubicBezTo>
                  <a:pt x="2915105" y="1635785"/>
                  <a:pt x="2946909" y="1615678"/>
                  <a:pt x="2893522" y="1690275"/>
                </a:cubicBezTo>
                <a:lnTo>
                  <a:pt x="2869437" y="1722066"/>
                </a:lnTo>
                <a:lnTo>
                  <a:pt x="2868535" y="1715716"/>
                </a:lnTo>
                <a:cubicBezTo>
                  <a:pt x="2864746" y="1705853"/>
                  <a:pt x="2854136" y="1686909"/>
                  <a:pt x="2831284" y="1652632"/>
                </a:cubicBezTo>
                <a:cubicBezTo>
                  <a:pt x="2826566" y="1645556"/>
                  <a:pt x="2830044" y="1669824"/>
                  <a:pt x="2827090" y="1677799"/>
                </a:cubicBezTo>
                <a:cubicBezTo>
                  <a:pt x="2815995" y="1707755"/>
                  <a:pt x="2801923" y="1736522"/>
                  <a:pt x="2789339" y="1765883"/>
                </a:cubicBezTo>
                <a:cubicBezTo>
                  <a:pt x="2789339" y="1765883"/>
                  <a:pt x="2760819" y="1713038"/>
                  <a:pt x="2747394" y="1686188"/>
                </a:cubicBezTo>
                <a:cubicBezTo>
                  <a:pt x="2730054" y="1651509"/>
                  <a:pt x="2713838" y="1616279"/>
                  <a:pt x="2697060" y="1581325"/>
                </a:cubicBezTo>
                <a:cubicBezTo>
                  <a:pt x="2697060" y="1581325"/>
                  <a:pt x="2581642" y="1688393"/>
                  <a:pt x="2516697" y="1732327"/>
                </a:cubicBezTo>
                <a:cubicBezTo>
                  <a:pt x="2485515" y="1753421"/>
                  <a:pt x="2446789" y="1760290"/>
                  <a:pt x="2411835" y="1774272"/>
                </a:cubicBezTo>
                <a:cubicBezTo>
                  <a:pt x="2362583" y="1768115"/>
                  <a:pt x="2386250" y="1778048"/>
                  <a:pt x="2344723" y="1736522"/>
                </a:cubicBezTo>
                <a:cubicBezTo>
                  <a:pt x="2248363" y="1640165"/>
                  <a:pt x="2213279" y="1641881"/>
                  <a:pt x="2114026" y="1623270"/>
                </a:cubicBezTo>
                <a:cubicBezTo>
                  <a:pt x="2079547" y="1657749"/>
                  <a:pt x="2130045" y="1604351"/>
                  <a:pt x="2076275" y="1690382"/>
                </a:cubicBezTo>
                <a:cubicBezTo>
                  <a:pt x="2022037" y="1777163"/>
                  <a:pt x="2023602" y="1765450"/>
                  <a:pt x="1946246" y="1824606"/>
                </a:cubicBezTo>
                <a:cubicBezTo>
                  <a:pt x="1912104" y="1817777"/>
                  <a:pt x="1935132" y="1826416"/>
                  <a:pt x="1904301" y="1799439"/>
                </a:cubicBezTo>
                <a:cubicBezTo>
                  <a:pt x="1900507" y="1796119"/>
                  <a:pt x="1895681" y="1794165"/>
                  <a:pt x="1891717" y="1791050"/>
                </a:cubicBezTo>
                <a:cubicBezTo>
                  <a:pt x="1876092" y="1778773"/>
                  <a:pt x="1859866" y="1767110"/>
                  <a:pt x="1845578" y="1753299"/>
                </a:cubicBezTo>
                <a:cubicBezTo>
                  <a:pt x="1817847" y="1726492"/>
                  <a:pt x="1792447" y="1697373"/>
                  <a:pt x="1765882" y="1669410"/>
                </a:cubicBezTo>
                <a:cubicBezTo>
                  <a:pt x="1733725" y="1680128"/>
                  <a:pt x="1761192" y="1667181"/>
                  <a:pt x="1736521" y="1728133"/>
                </a:cubicBezTo>
                <a:cubicBezTo>
                  <a:pt x="1719850" y="1769321"/>
                  <a:pt x="1708380" y="1814022"/>
                  <a:pt x="1681993" y="1849773"/>
                </a:cubicBezTo>
                <a:cubicBezTo>
                  <a:pt x="1672775" y="1862262"/>
                  <a:pt x="1660192" y="1871350"/>
                  <a:pt x="1646767" y="1879588"/>
                </a:cubicBezTo>
                <a:lnTo>
                  <a:pt x="1620163" y="1895912"/>
                </a:lnTo>
                <a:lnTo>
                  <a:pt x="1578691" y="1895912"/>
                </a:lnTo>
                <a:lnTo>
                  <a:pt x="1569568" y="1893159"/>
                </a:lnTo>
                <a:cubicBezTo>
                  <a:pt x="1546324" y="1886332"/>
                  <a:pt x="1551214" y="1889399"/>
                  <a:pt x="1468073" y="1874940"/>
                </a:cubicBezTo>
                <a:cubicBezTo>
                  <a:pt x="1366242" y="1857230"/>
                  <a:pt x="1295914" y="1757320"/>
                  <a:pt x="1199626" y="1719744"/>
                </a:cubicBezTo>
                <a:cubicBezTo>
                  <a:pt x="1160471" y="1704464"/>
                  <a:pt x="1019766" y="1804937"/>
                  <a:pt x="1015068" y="1807828"/>
                </a:cubicBezTo>
                <a:cubicBezTo>
                  <a:pt x="914875" y="1757730"/>
                  <a:pt x="987466" y="1804234"/>
                  <a:pt x="885038" y="1619076"/>
                </a:cubicBezTo>
                <a:cubicBezTo>
                  <a:pt x="879216" y="1608552"/>
                  <a:pt x="874509" y="1583747"/>
                  <a:pt x="864066" y="1589714"/>
                </a:cubicBezTo>
                <a:cubicBezTo>
                  <a:pt x="824580" y="1612278"/>
                  <a:pt x="801671" y="1656072"/>
                  <a:pt x="767593" y="1686188"/>
                </a:cubicBezTo>
                <a:cubicBezTo>
                  <a:pt x="741401" y="1709335"/>
                  <a:pt x="711666" y="1728133"/>
                  <a:pt x="683703" y="1749105"/>
                </a:cubicBezTo>
                <a:cubicBezTo>
                  <a:pt x="676712" y="1743512"/>
                  <a:pt x="666871" y="1740264"/>
                  <a:pt x="662730" y="1732327"/>
                </a:cubicBezTo>
                <a:cubicBezTo>
                  <a:pt x="599342" y="1610833"/>
                  <a:pt x="596942" y="1597879"/>
                  <a:pt x="566257" y="1505824"/>
                </a:cubicBezTo>
                <a:cubicBezTo>
                  <a:pt x="549479" y="1525398"/>
                  <a:pt x="528633" y="1542117"/>
                  <a:pt x="515923" y="1564547"/>
                </a:cubicBezTo>
                <a:cubicBezTo>
                  <a:pt x="480775" y="1626573"/>
                  <a:pt x="456342" y="1694142"/>
                  <a:pt x="423644" y="1757494"/>
                </a:cubicBezTo>
                <a:cubicBezTo>
                  <a:pt x="411545" y="1780936"/>
                  <a:pt x="395681" y="1802235"/>
                  <a:pt x="381699" y="1824606"/>
                </a:cubicBezTo>
                <a:cubicBezTo>
                  <a:pt x="373310" y="1803633"/>
                  <a:pt x="360245" y="1783969"/>
                  <a:pt x="356532" y="1761688"/>
                </a:cubicBezTo>
                <a:cubicBezTo>
                  <a:pt x="347541" y="1707743"/>
                  <a:pt x="364583" y="1648750"/>
                  <a:pt x="343949" y="1598103"/>
                </a:cubicBezTo>
                <a:cubicBezTo>
                  <a:pt x="336341" y="1579429"/>
                  <a:pt x="323184" y="1632848"/>
                  <a:pt x="310393" y="1648437"/>
                </a:cubicBezTo>
                <a:cubicBezTo>
                  <a:pt x="278355" y="1687484"/>
                  <a:pt x="243281" y="1723938"/>
                  <a:pt x="209725" y="1761688"/>
                </a:cubicBezTo>
                <a:cubicBezTo>
                  <a:pt x="204806" y="1746934"/>
                  <a:pt x="198830" y="1728491"/>
                  <a:pt x="192947" y="1715549"/>
                </a:cubicBezTo>
                <a:cubicBezTo>
                  <a:pt x="183891" y="1695626"/>
                  <a:pt x="178268" y="1673054"/>
                  <a:pt x="163585" y="1656826"/>
                </a:cubicBezTo>
                <a:cubicBezTo>
                  <a:pt x="150553" y="1642423"/>
                  <a:pt x="130029" y="1637252"/>
                  <a:pt x="113251" y="1627465"/>
                </a:cubicBezTo>
                <a:cubicBezTo>
                  <a:pt x="99269" y="1628863"/>
                  <a:pt x="85131" y="1629145"/>
                  <a:pt x="71306" y="1631659"/>
                </a:cubicBezTo>
                <a:cubicBezTo>
                  <a:pt x="49373" y="1635647"/>
                  <a:pt x="28069" y="1641581"/>
                  <a:pt x="7170" y="1648795"/>
                </a:cubicBezTo>
                <a:lnTo>
                  <a:pt x="0" y="1651678"/>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303332"/>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303332"/>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03332"/>
                </a:solidFill>
                <a:effectLst/>
                <a:uLnTx/>
                <a:uFillTx/>
                <a:latin typeface="Abadi Extra Light" panose="020B0204020104020204" pitchFamily="34" charset="0"/>
                <a:ea typeface="+mn-ea"/>
                <a:cs typeface="Times New Roman" panose="02020603050405020304" pitchFamily="18" charset="0"/>
              </a:rPr>
              <a:t>June 30</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303332"/>
              </a:solidFill>
              <a:effectLst/>
              <a:uLnTx/>
              <a:uFillTx/>
              <a:latin typeface="Abadi Extra Light" panose="020F0502020204030204" pitchFamily="34"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03332"/>
                </a:solidFill>
                <a:effectLst/>
                <a:uLnTx/>
                <a:uFillTx/>
                <a:latin typeface="Abadi Extra Light" panose="020F0502020204030204" pitchFamily="34" charset="0"/>
                <a:ea typeface="+mn-ea"/>
                <a:cs typeface="Times New Roman" panose="02020603050405020304" pitchFamily="18" charset="0"/>
              </a:rPr>
              <a:t>Brown extends staff hiring freeze, announces plans for more drastic cost-cutting measures</a:t>
            </a:r>
            <a:endParaRPr kumimoji="0" lang="en-US" sz="1600" b="1" i="0" u="none" strike="noStrike" kern="1200" cap="none" spc="0" normalizeH="0" baseline="0" noProof="0" dirty="0">
              <a:ln>
                <a:noFill/>
              </a:ln>
              <a:solidFill>
                <a:srgbClr val="303332"/>
              </a:solidFill>
              <a:effectLst/>
              <a:uLnTx/>
              <a:uFillTx/>
              <a:latin typeface="Abadi Extra Light" panose="020F0502020204030204" pitchFamily="34" charset="0"/>
              <a:ea typeface="+mn-ea"/>
              <a:cs typeface="Times New Roman" panose="02020603050405020304" pitchFamily="18" charset="0"/>
            </a:endParaRPr>
          </a:p>
        </p:txBody>
      </p:sp>
      <p:pic>
        <p:nvPicPr>
          <p:cNvPr id="275" name="Picture 12" descr="From the Editors: What Does the Brown University Seal Mean Anyway? – The  Bruin Club">
            <a:extLst>
              <a:ext uri="{FF2B5EF4-FFF2-40B4-BE49-F238E27FC236}">
                <a16:creationId xmlns:a16="http://schemas.microsoft.com/office/drawing/2014/main" id="{572E3AE6-F709-BFC9-1772-AAE4328680B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37593" y="1459603"/>
            <a:ext cx="198359" cy="27363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of The Brown Daily Herald">
            <a:extLst>
              <a:ext uri="{FF2B5EF4-FFF2-40B4-BE49-F238E27FC236}">
                <a16:creationId xmlns:a16="http://schemas.microsoft.com/office/drawing/2014/main" id="{E0800A9D-8F0F-6E56-A6DB-2E3CB1358E65}"/>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6495374" y="1416638"/>
            <a:ext cx="2259390" cy="39921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pring Collection | Thecrimsonstore">
            <a:extLst>
              <a:ext uri="{FF2B5EF4-FFF2-40B4-BE49-F238E27FC236}">
                <a16:creationId xmlns:a16="http://schemas.microsoft.com/office/drawing/2014/main" id="{668FA2F4-2500-EC56-5266-DF7E6DE4C794}"/>
              </a:ext>
            </a:extLst>
          </p:cNvPr>
          <p:cNvPicPr>
            <a:picLocks noChangeAspect="1" noChangeArrowheads="1"/>
          </p:cNvPicPr>
          <p:nvPr/>
        </p:nvPicPr>
        <p:blipFill>
          <a:blip r:embed="rId5" cstate="print">
            <a:extLst>
              <a:ext uri="{28A0092B-C50C-407E-A947-70E740481C1C}">
                <a14:useLocalDpi xmlns:a14="http://schemas.microsoft.com/office/drawing/2010/main"/>
              </a:ext>
            </a:extLst>
          </a:blip>
          <a:srcRect/>
          <a:stretch>
            <a:fillRect/>
          </a:stretch>
        </p:blipFill>
        <p:spPr bwMode="auto">
          <a:xfrm>
            <a:off x="1102313" y="1456297"/>
            <a:ext cx="950280" cy="385309"/>
          </a:xfrm>
          <a:prstGeom prst="rect">
            <a:avLst/>
          </a:prstGeom>
          <a:noFill/>
          <a:extLst>
            <a:ext uri="{909E8E84-426E-40DD-AFC4-6F175D3DCCD1}">
              <a14:hiddenFill xmlns:a14="http://schemas.microsoft.com/office/drawing/2010/main">
                <a:solidFill>
                  <a:srgbClr val="FFFFFF"/>
                </a:solidFill>
              </a14:hiddenFill>
            </a:ext>
          </a:extLst>
        </p:spPr>
      </p:pic>
      <p:sp>
        <p:nvSpPr>
          <p:cNvPr id="2" name="Freeform: Shape 1">
            <a:extLst>
              <a:ext uri="{FF2B5EF4-FFF2-40B4-BE49-F238E27FC236}">
                <a16:creationId xmlns:a16="http://schemas.microsoft.com/office/drawing/2014/main" id="{BC8F75A4-9826-92A7-5DAA-569B7088C076}"/>
              </a:ext>
            </a:extLst>
          </p:cNvPr>
          <p:cNvSpPr/>
          <p:nvPr/>
        </p:nvSpPr>
        <p:spPr>
          <a:xfrm>
            <a:off x="217623" y="3821165"/>
            <a:ext cx="2761664" cy="2021982"/>
          </a:xfrm>
          <a:custGeom>
            <a:avLst/>
            <a:gdLst>
              <a:gd name="connsiteX0" fmla="*/ 0 w 2761664"/>
              <a:gd name="connsiteY0" fmla="*/ 1717769 h 1732937"/>
              <a:gd name="connsiteX1" fmla="*/ 1927 w 2761664"/>
              <a:gd name="connsiteY1" fmla="*/ 1718536 h 1732937"/>
              <a:gd name="connsiteX2" fmla="*/ 13626 w 2761664"/>
              <a:gd name="connsiteY2" fmla="*/ 1730988 h 1732937"/>
              <a:gd name="connsiteX3" fmla="*/ 13850 w 2761664"/>
              <a:gd name="connsiteY3" fmla="*/ 1732937 h 1732937"/>
              <a:gd name="connsiteX4" fmla="*/ 0 w 2761664"/>
              <a:gd name="connsiteY4" fmla="*/ 1732937 h 1732937"/>
              <a:gd name="connsiteX5" fmla="*/ 0 w 2761664"/>
              <a:gd name="connsiteY5" fmla="*/ 0 h 1732937"/>
              <a:gd name="connsiteX6" fmla="*/ 2761664 w 2761664"/>
              <a:gd name="connsiteY6" fmla="*/ 0 h 1732937"/>
              <a:gd name="connsiteX7" fmla="*/ 2761664 w 2761664"/>
              <a:gd name="connsiteY7" fmla="*/ 1694162 h 1732937"/>
              <a:gd name="connsiteX8" fmla="*/ 2759483 w 2761664"/>
              <a:gd name="connsiteY8" fmla="*/ 1695171 h 1732937"/>
              <a:gd name="connsiteX9" fmla="*/ 2745211 w 2761664"/>
              <a:gd name="connsiteY9" fmla="*/ 1707752 h 1732937"/>
              <a:gd name="connsiteX10" fmla="*/ 2720909 w 2761664"/>
              <a:gd name="connsiteY10" fmla="*/ 1732937 h 1732937"/>
              <a:gd name="connsiteX11" fmla="*/ 2712716 w 2761664"/>
              <a:gd name="connsiteY11" fmla="*/ 1732937 h 1732937"/>
              <a:gd name="connsiteX12" fmla="*/ 2691939 w 2761664"/>
              <a:gd name="connsiteY12" fmla="*/ 1721833 h 1732937"/>
              <a:gd name="connsiteX13" fmla="*/ 2684254 w 2761664"/>
              <a:gd name="connsiteY13" fmla="*/ 1600359 h 1732937"/>
              <a:gd name="connsiteX14" fmla="*/ 2674578 w 2761664"/>
              <a:gd name="connsiteY14" fmla="*/ 1614874 h 1732937"/>
              <a:gd name="connsiteX15" fmla="*/ 2587493 w 2761664"/>
              <a:gd name="connsiteY15" fmla="*/ 1701959 h 1732937"/>
              <a:gd name="connsiteX16" fmla="*/ 2563302 w 2761664"/>
              <a:gd name="connsiteY16" fmla="*/ 1697121 h 1732937"/>
              <a:gd name="connsiteX17" fmla="*/ 2548788 w 2761664"/>
              <a:gd name="connsiteY17" fmla="*/ 1668093 h 1732937"/>
              <a:gd name="connsiteX18" fmla="*/ 2461702 w 2761664"/>
              <a:gd name="connsiteY18" fmla="*/ 1692283 h 1732937"/>
              <a:gd name="connsiteX19" fmla="*/ 2442350 w 2761664"/>
              <a:gd name="connsiteY19" fmla="*/ 1672931 h 1732937"/>
              <a:gd name="connsiteX20" fmla="*/ 2427835 w 2761664"/>
              <a:gd name="connsiteY20" fmla="*/ 1624550 h 1732937"/>
              <a:gd name="connsiteX21" fmla="*/ 2403645 w 2761664"/>
              <a:gd name="connsiteY21" fmla="*/ 1522950 h 1732937"/>
              <a:gd name="connsiteX22" fmla="*/ 2374616 w 2761664"/>
              <a:gd name="connsiteY22" fmla="*/ 1571331 h 1732937"/>
              <a:gd name="connsiteX23" fmla="*/ 2302045 w 2761664"/>
              <a:gd name="connsiteY23" fmla="*/ 1706798 h 1732937"/>
              <a:gd name="connsiteX24" fmla="*/ 2297207 w 2761664"/>
              <a:gd name="connsiteY24" fmla="*/ 1643902 h 1732937"/>
              <a:gd name="connsiteX25" fmla="*/ 2263340 w 2761664"/>
              <a:gd name="connsiteY25" fmla="*/ 1668093 h 1732937"/>
              <a:gd name="connsiteX26" fmla="*/ 2234312 w 2761664"/>
              <a:gd name="connsiteY26" fmla="*/ 1576169 h 1732937"/>
              <a:gd name="connsiteX27" fmla="*/ 2176254 w 2761664"/>
              <a:gd name="connsiteY27" fmla="*/ 1653578 h 1732937"/>
              <a:gd name="connsiteX28" fmla="*/ 2142388 w 2761664"/>
              <a:gd name="connsiteY28" fmla="*/ 1634226 h 1732937"/>
              <a:gd name="connsiteX29" fmla="*/ 2127874 w 2761664"/>
              <a:gd name="connsiteY29" fmla="*/ 1629388 h 1732937"/>
              <a:gd name="connsiteX30" fmla="*/ 2094007 w 2761664"/>
              <a:gd name="connsiteY30" fmla="*/ 1532626 h 1732937"/>
              <a:gd name="connsiteX31" fmla="*/ 2045626 w 2761664"/>
              <a:gd name="connsiteY31" fmla="*/ 1571331 h 1732937"/>
              <a:gd name="connsiteX32" fmla="*/ 2035950 w 2761664"/>
              <a:gd name="connsiteY32" fmla="*/ 1542302 h 1732937"/>
              <a:gd name="connsiteX33" fmla="*/ 2021435 w 2761664"/>
              <a:gd name="connsiteY33" fmla="*/ 1605198 h 1732937"/>
              <a:gd name="connsiteX34" fmla="*/ 2006921 w 2761664"/>
              <a:gd name="connsiteY34" fmla="*/ 1595521 h 1732937"/>
              <a:gd name="connsiteX35" fmla="*/ 1934350 w 2761664"/>
              <a:gd name="connsiteY35" fmla="*/ 1571331 h 1732937"/>
              <a:gd name="connsiteX36" fmla="*/ 1914997 w 2761664"/>
              <a:gd name="connsiteY36" fmla="*/ 1590683 h 1732937"/>
              <a:gd name="connsiteX37" fmla="*/ 1905321 w 2761664"/>
              <a:gd name="connsiteY37" fmla="*/ 1576169 h 1732937"/>
              <a:gd name="connsiteX38" fmla="*/ 1803721 w 2761664"/>
              <a:gd name="connsiteY38" fmla="*/ 1624550 h 1732937"/>
              <a:gd name="connsiteX39" fmla="*/ 1779531 w 2761664"/>
              <a:gd name="connsiteY39" fmla="*/ 1585845 h 1732937"/>
              <a:gd name="connsiteX40" fmla="*/ 1765016 w 2761664"/>
              <a:gd name="connsiteY40" fmla="*/ 1551978 h 1732937"/>
              <a:gd name="connsiteX41" fmla="*/ 1740826 w 2761664"/>
              <a:gd name="connsiteY41" fmla="*/ 1503598 h 1732937"/>
              <a:gd name="connsiteX42" fmla="*/ 1731150 w 2761664"/>
              <a:gd name="connsiteY42" fmla="*/ 1489083 h 1732937"/>
              <a:gd name="connsiteX43" fmla="*/ 1663416 w 2761664"/>
              <a:gd name="connsiteY43" fmla="*/ 1421350 h 1732937"/>
              <a:gd name="connsiteX44" fmla="*/ 1629550 w 2761664"/>
              <a:gd name="connsiteY44" fmla="*/ 1406836 h 1732937"/>
              <a:gd name="connsiteX45" fmla="*/ 1648902 w 2761664"/>
              <a:gd name="connsiteY45" fmla="*/ 1484245 h 1732937"/>
              <a:gd name="connsiteX46" fmla="*/ 1653740 w 2761664"/>
              <a:gd name="connsiteY46" fmla="*/ 1605198 h 1732937"/>
              <a:gd name="connsiteX47" fmla="*/ 1619874 w 2761664"/>
              <a:gd name="connsiteY47" fmla="*/ 1721312 h 1732937"/>
              <a:gd name="connsiteX48" fmla="*/ 1602079 w 2761664"/>
              <a:gd name="connsiteY48" fmla="*/ 1732937 h 1732937"/>
              <a:gd name="connsiteX49" fmla="*/ 1534220 w 2761664"/>
              <a:gd name="connsiteY49" fmla="*/ 1732937 h 1732937"/>
              <a:gd name="connsiteX50" fmla="*/ 1530920 w 2761664"/>
              <a:gd name="connsiteY50" fmla="*/ 1729712 h 1732937"/>
              <a:gd name="connsiteX51" fmla="*/ 1508597 w 2761664"/>
              <a:gd name="connsiteY51" fmla="*/ 1701959 h 1732937"/>
              <a:gd name="connsiteX52" fmla="*/ 1484407 w 2761664"/>
              <a:gd name="connsiteY52" fmla="*/ 1639064 h 1732937"/>
              <a:gd name="connsiteX53" fmla="*/ 1474731 w 2761664"/>
              <a:gd name="connsiteY53" fmla="*/ 1614874 h 1732937"/>
              <a:gd name="connsiteX54" fmla="*/ 1436026 w 2761664"/>
              <a:gd name="connsiteY54" fmla="*/ 1537464 h 1732937"/>
              <a:gd name="connsiteX55" fmla="*/ 1295721 w 2761664"/>
              <a:gd name="connsiteY55" fmla="*/ 1426188 h 1732937"/>
              <a:gd name="connsiteX56" fmla="*/ 1281207 w 2761664"/>
              <a:gd name="connsiteY56" fmla="*/ 1435864 h 1732937"/>
              <a:gd name="connsiteX57" fmla="*/ 1237664 w 2761664"/>
              <a:gd name="connsiteY57" fmla="*/ 1493921 h 1732937"/>
              <a:gd name="connsiteX58" fmla="*/ 1213474 w 2761664"/>
              <a:gd name="connsiteY58" fmla="*/ 1595521 h 1732937"/>
              <a:gd name="connsiteX59" fmla="*/ 1165093 w 2761664"/>
              <a:gd name="connsiteY59" fmla="*/ 1672931 h 1732937"/>
              <a:gd name="connsiteX60" fmla="*/ 1145740 w 2761664"/>
              <a:gd name="connsiteY60" fmla="*/ 1648740 h 1732937"/>
              <a:gd name="connsiteX61" fmla="*/ 1111874 w 2761664"/>
              <a:gd name="connsiteY61" fmla="*/ 1513274 h 1732937"/>
              <a:gd name="connsiteX62" fmla="*/ 840940 w 2761664"/>
              <a:gd name="connsiteY62" fmla="*/ 1634226 h 1732937"/>
              <a:gd name="connsiteX63" fmla="*/ 802235 w 2761664"/>
              <a:gd name="connsiteY63" fmla="*/ 1600359 h 1732937"/>
              <a:gd name="connsiteX64" fmla="*/ 734502 w 2761664"/>
              <a:gd name="connsiteY64" fmla="*/ 1561655 h 1732937"/>
              <a:gd name="connsiteX65" fmla="*/ 676445 w 2761664"/>
              <a:gd name="connsiteY65" fmla="*/ 1634226 h 1732937"/>
              <a:gd name="connsiteX66" fmla="*/ 647416 w 2761664"/>
              <a:gd name="connsiteY66" fmla="*/ 1653578 h 1732937"/>
              <a:gd name="connsiteX67" fmla="*/ 642578 w 2761664"/>
              <a:gd name="connsiteY67" fmla="*/ 1639064 h 1732937"/>
              <a:gd name="connsiteX68" fmla="*/ 594197 w 2761664"/>
              <a:gd name="connsiteY68" fmla="*/ 1556817 h 1732937"/>
              <a:gd name="connsiteX69" fmla="*/ 531302 w 2761664"/>
              <a:gd name="connsiteY69" fmla="*/ 1421350 h 1732937"/>
              <a:gd name="connsiteX70" fmla="*/ 516788 w 2761664"/>
              <a:gd name="connsiteY70" fmla="*/ 1431026 h 1732937"/>
              <a:gd name="connsiteX71" fmla="*/ 507112 w 2761664"/>
              <a:gd name="connsiteY71" fmla="*/ 1445540 h 1732937"/>
              <a:gd name="connsiteX72" fmla="*/ 487759 w 2761664"/>
              <a:gd name="connsiteY72" fmla="*/ 1469731 h 1732937"/>
              <a:gd name="connsiteX73" fmla="*/ 420026 w 2761664"/>
              <a:gd name="connsiteY73" fmla="*/ 1595521 h 1732937"/>
              <a:gd name="connsiteX74" fmla="*/ 415188 w 2761664"/>
              <a:gd name="connsiteY74" fmla="*/ 1619712 h 1732937"/>
              <a:gd name="connsiteX75" fmla="*/ 405512 w 2761664"/>
              <a:gd name="connsiteY75" fmla="*/ 1663255 h 1732937"/>
              <a:gd name="connsiteX76" fmla="*/ 381607 w 2761664"/>
              <a:gd name="connsiteY76" fmla="*/ 1721039 h 1732937"/>
              <a:gd name="connsiteX77" fmla="*/ 375534 w 2761664"/>
              <a:gd name="connsiteY77" fmla="*/ 1732937 h 1732937"/>
              <a:gd name="connsiteX78" fmla="*/ 325426 w 2761664"/>
              <a:gd name="connsiteY78" fmla="*/ 1732937 h 1732937"/>
              <a:gd name="connsiteX79" fmla="*/ 323264 w 2761664"/>
              <a:gd name="connsiteY79" fmla="*/ 1721312 h 1732937"/>
              <a:gd name="connsiteX80" fmla="*/ 299074 w 2761664"/>
              <a:gd name="connsiteY80" fmla="*/ 1503598 h 1732937"/>
              <a:gd name="connsiteX81" fmla="*/ 270045 w 2761664"/>
              <a:gd name="connsiteY81" fmla="*/ 1532626 h 1732937"/>
              <a:gd name="connsiteX82" fmla="*/ 202312 w 2761664"/>
              <a:gd name="connsiteY82" fmla="*/ 1595521 h 1732937"/>
              <a:gd name="connsiteX83" fmla="*/ 207150 w 2761664"/>
              <a:gd name="connsiteY83" fmla="*/ 1474569 h 1732937"/>
              <a:gd name="connsiteX84" fmla="*/ 197474 w 2761664"/>
              <a:gd name="connsiteY84" fmla="*/ 1532626 h 1732937"/>
              <a:gd name="connsiteX85" fmla="*/ 173283 w 2761664"/>
              <a:gd name="connsiteY85" fmla="*/ 1658417 h 1732937"/>
              <a:gd name="connsiteX86" fmla="*/ 149093 w 2761664"/>
              <a:gd name="connsiteY86" fmla="*/ 1624550 h 1732937"/>
              <a:gd name="connsiteX87" fmla="*/ 134578 w 2761664"/>
              <a:gd name="connsiteY87" fmla="*/ 1595521 h 1732937"/>
              <a:gd name="connsiteX88" fmla="*/ 100712 w 2761664"/>
              <a:gd name="connsiteY88" fmla="*/ 1551978 h 1732937"/>
              <a:gd name="connsiteX89" fmla="*/ 66845 w 2761664"/>
              <a:gd name="connsiteY89" fmla="*/ 1571331 h 1732937"/>
              <a:gd name="connsiteX90" fmla="*/ 23302 w 2761664"/>
              <a:gd name="connsiteY90" fmla="*/ 1605198 h 1732937"/>
              <a:gd name="connsiteX91" fmla="*/ 3950 w 2761664"/>
              <a:gd name="connsiteY91" fmla="*/ 1624550 h 1732937"/>
              <a:gd name="connsiteX92" fmla="*/ 0 w 2761664"/>
              <a:gd name="connsiteY92" fmla="*/ 1628947 h 1732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2761664" h="1732937">
                <a:moveTo>
                  <a:pt x="0" y="1717769"/>
                </a:moveTo>
                <a:lnTo>
                  <a:pt x="1927" y="1718536"/>
                </a:lnTo>
                <a:cubicBezTo>
                  <a:pt x="7364" y="1721529"/>
                  <a:pt x="11863" y="1725447"/>
                  <a:pt x="13626" y="1730988"/>
                </a:cubicBezTo>
                <a:lnTo>
                  <a:pt x="13850" y="1732937"/>
                </a:lnTo>
                <a:lnTo>
                  <a:pt x="0" y="1732937"/>
                </a:lnTo>
                <a:close/>
                <a:moveTo>
                  <a:pt x="0" y="0"/>
                </a:moveTo>
                <a:lnTo>
                  <a:pt x="2761664" y="0"/>
                </a:lnTo>
                <a:lnTo>
                  <a:pt x="2761664" y="1694162"/>
                </a:lnTo>
                <a:lnTo>
                  <a:pt x="2759483" y="1695171"/>
                </a:lnTo>
                <a:cubicBezTo>
                  <a:pt x="2754403" y="1698717"/>
                  <a:pt x="2749726" y="1703073"/>
                  <a:pt x="2745211" y="1707752"/>
                </a:cubicBezTo>
                <a:lnTo>
                  <a:pt x="2720909" y="1732937"/>
                </a:lnTo>
                <a:lnTo>
                  <a:pt x="2712716" y="1732937"/>
                </a:lnTo>
                <a:lnTo>
                  <a:pt x="2691939" y="1721833"/>
                </a:lnTo>
                <a:cubicBezTo>
                  <a:pt x="2681180" y="1712479"/>
                  <a:pt x="2707173" y="1705782"/>
                  <a:pt x="2684254" y="1600359"/>
                </a:cubicBezTo>
                <a:cubicBezTo>
                  <a:pt x="2683019" y="1594677"/>
                  <a:pt x="2678588" y="1610663"/>
                  <a:pt x="2674578" y="1614874"/>
                </a:cubicBezTo>
                <a:cubicBezTo>
                  <a:pt x="2646266" y="1644602"/>
                  <a:pt x="2616521" y="1672931"/>
                  <a:pt x="2587493" y="1701959"/>
                </a:cubicBezTo>
                <a:cubicBezTo>
                  <a:pt x="2579429" y="1700346"/>
                  <a:pt x="2569491" y="1702536"/>
                  <a:pt x="2563302" y="1697121"/>
                </a:cubicBezTo>
                <a:cubicBezTo>
                  <a:pt x="2555160" y="1689997"/>
                  <a:pt x="2559594" y="1668608"/>
                  <a:pt x="2548788" y="1668093"/>
                </a:cubicBezTo>
                <a:cubicBezTo>
                  <a:pt x="2518694" y="1666660"/>
                  <a:pt x="2490731" y="1684220"/>
                  <a:pt x="2461702" y="1692283"/>
                </a:cubicBezTo>
                <a:cubicBezTo>
                  <a:pt x="2455251" y="1685832"/>
                  <a:pt x="2446430" y="1681090"/>
                  <a:pt x="2442350" y="1672931"/>
                </a:cubicBezTo>
                <a:cubicBezTo>
                  <a:pt x="2434820" y="1657871"/>
                  <a:pt x="2432042" y="1640853"/>
                  <a:pt x="2427835" y="1624550"/>
                </a:cubicBezTo>
                <a:cubicBezTo>
                  <a:pt x="2419136" y="1590841"/>
                  <a:pt x="2411708" y="1556817"/>
                  <a:pt x="2403645" y="1522950"/>
                </a:cubicBezTo>
                <a:cubicBezTo>
                  <a:pt x="2403645" y="1522950"/>
                  <a:pt x="2383027" y="1554509"/>
                  <a:pt x="2374616" y="1571331"/>
                </a:cubicBezTo>
                <a:cubicBezTo>
                  <a:pt x="2357021" y="1606521"/>
                  <a:pt x="2336133" y="1692595"/>
                  <a:pt x="2302045" y="1706798"/>
                </a:cubicBezTo>
                <a:cubicBezTo>
                  <a:pt x="2282635" y="1714885"/>
                  <a:pt x="2298820" y="1664867"/>
                  <a:pt x="2297207" y="1643902"/>
                </a:cubicBezTo>
                <a:cubicBezTo>
                  <a:pt x="2285918" y="1651966"/>
                  <a:pt x="2274438" y="1659769"/>
                  <a:pt x="2263340" y="1668093"/>
                </a:cubicBezTo>
                <a:cubicBezTo>
                  <a:pt x="2210047" y="1708063"/>
                  <a:pt x="2240001" y="1707019"/>
                  <a:pt x="2234312" y="1576169"/>
                </a:cubicBezTo>
                <a:cubicBezTo>
                  <a:pt x="2214959" y="1601972"/>
                  <a:pt x="2207682" y="1660830"/>
                  <a:pt x="2176254" y="1653578"/>
                </a:cubicBezTo>
                <a:cubicBezTo>
                  <a:pt x="2127382" y="1642300"/>
                  <a:pt x="2219039" y="1442597"/>
                  <a:pt x="2142388" y="1634226"/>
                </a:cubicBezTo>
                <a:cubicBezTo>
                  <a:pt x="2137550" y="1632613"/>
                  <a:pt x="2129420" y="1634248"/>
                  <a:pt x="2127874" y="1629388"/>
                </a:cubicBezTo>
                <a:cubicBezTo>
                  <a:pt x="2126290" y="1624411"/>
                  <a:pt x="2138458" y="1501852"/>
                  <a:pt x="2094007" y="1532626"/>
                </a:cubicBezTo>
                <a:cubicBezTo>
                  <a:pt x="2077027" y="1544382"/>
                  <a:pt x="2061753" y="1558429"/>
                  <a:pt x="2045626" y="1571331"/>
                </a:cubicBezTo>
                <a:cubicBezTo>
                  <a:pt x="2037287" y="1429564"/>
                  <a:pt x="2044867" y="1488803"/>
                  <a:pt x="2035950" y="1542302"/>
                </a:cubicBezTo>
                <a:cubicBezTo>
                  <a:pt x="2032413" y="1563526"/>
                  <a:pt x="2026273" y="1584233"/>
                  <a:pt x="2021435" y="1605198"/>
                </a:cubicBezTo>
                <a:cubicBezTo>
                  <a:pt x="2016597" y="1601972"/>
                  <a:pt x="2009327" y="1600815"/>
                  <a:pt x="2006921" y="1595521"/>
                </a:cubicBezTo>
                <a:cubicBezTo>
                  <a:pt x="1951277" y="1473103"/>
                  <a:pt x="1999340" y="1468430"/>
                  <a:pt x="1934350" y="1571331"/>
                </a:cubicBezTo>
                <a:cubicBezTo>
                  <a:pt x="1929478" y="1579044"/>
                  <a:pt x="1921448" y="1584232"/>
                  <a:pt x="1914997" y="1590683"/>
                </a:cubicBezTo>
                <a:cubicBezTo>
                  <a:pt x="1911772" y="1585845"/>
                  <a:pt x="1907308" y="1581633"/>
                  <a:pt x="1905321" y="1576169"/>
                </a:cubicBezTo>
                <a:cubicBezTo>
                  <a:pt x="1878676" y="1502894"/>
                  <a:pt x="1926667" y="1508075"/>
                  <a:pt x="1803721" y="1624550"/>
                </a:cubicBezTo>
                <a:cubicBezTo>
                  <a:pt x="1795658" y="1611648"/>
                  <a:pt x="1786691" y="1599269"/>
                  <a:pt x="1779531" y="1585845"/>
                </a:cubicBezTo>
                <a:cubicBezTo>
                  <a:pt x="1773751" y="1575008"/>
                  <a:pt x="1770246" y="1563091"/>
                  <a:pt x="1765016" y="1551978"/>
                </a:cubicBezTo>
                <a:cubicBezTo>
                  <a:pt x="1757339" y="1535664"/>
                  <a:pt x="1749374" y="1519473"/>
                  <a:pt x="1740826" y="1503598"/>
                </a:cubicBezTo>
                <a:cubicBezTo>
                  <a:pt x="1738069" y="1498478"/>
                  <a:pt x="1735135" y="1493317"/>
                  <a:pt x="1731150" y="1489083"/>
                </a:cubicBezTo>
                <a:cubicBezTo>
                  <a:pt x="1709266" y="1465832"/>
                  <a:pt x="1685994" y="1443928"/>
                  <a:pt x="1663416" y="1421350"/>
                </a:cubicBezTo>
                <a:cubicBezTo>
                  <a:pt x="1652127" y="1416512"/>
                  <a:pt x="1638985" y="1398973"/>
                  <a:pt x="1629550" y="1406836"/>
                </a:cubicBezTo>
                <a:cubicBezTo>
                  <a:pt x="1618664" y="1415907"/>
                  <a:pt x="1648298" y="1479260"/>
                  <a:pt x="1648902" y="1484245"/>
                </a:cubicBezTo>
                <a:cubicBezTo>
                  <a:pt x="1653757" y="1524302"/>
                  <a:pt x="1652127" y="1564880"/>
                  <a:pt x="1653740" y="1605198"/>
                </a:cubicBezTo>
                <a:cubicBezTo>
                  <a:pt x="1649684" y="1645759"/>
                  <a:pt x="1650397" y="1687577"/>
                  <a:pt x="1619874" y="1721312"/>
                </a:cubicBezTo>
                <a:lnTo>
                  <a:pt x="1602079" y="1732937"/>
                </a:lnTo>
                <a:lnTo>
                  <a:pt x="1534220" y="1732937"/>
                </a:lnTo>
                <a:lnTo>
                  <a:pt x="1530920" y="1729712"/>
                </a:lnTo>
                <a:cubicBezTo>
                  <a:pt x="1522793" y="1721380"/>
                  <a:pt x="1515290" y="1712667"/>
                  <a:pt x="1508597" y="1701959"/>
                </a:cubicBezTo>
                <a:cubicBezTo>
                  <a:pt x="1496265" y="1682229"/>
                  <a:pt x="1492321" y="1661222"/>
                  <a:pt x="1484407" y="1639064"/>
                </a:cubicBezTo>
                <a:cubicBezTo>
                  <a:pt x="1481486" y="1630885"/>
                  <a:pt x="1477699" y="1623036"/>
                  <a:pt x="1474731" y="1614874"/>
                </a:cubicBezTo>
                <a:cubicBezTo>
                  <a:pt x="1461182" y="1577615"/>
                  <a:pt x="1466475" y="1576869"/>
                  <a:pt x="1436026" y="1537464"/>
                </a:cubicBezTo>
                <a:cubicBezTo>
                  <a:pt x="1382493" y="1468185"/>
                  <a:pt x="1375826" y="1475141"/>
                  <a:pt x="1295721" y="1426188"/>
                </a:cubicBezTo>
                <a:cubicBezTo>
                  <a:pt x="1290883" y="1429413"/>
                  <a:pt x="1285583" y="1432035"/>
                  <a:pt x="1281207" y="1435864"/>
                </a:cubicBezTo>
                <a:cubicBezTo>
                  <a:pt x="1263041" y="1451759"/>
                  <a:pt x="1245323" y="1470094"/>
                  <a:pt x="1237664" y="1493921"/>
                </a:cubicBezTo>
                <a:cubicBezTo>
                  <a:pt x="1227011" y="1527064"/>
                  <a:pt x="1221537" y="1561654"/>
                  <a:pt x="1213474" y="1595521"/>
                </a:cubicBezTo>
                <a:cubicBezTo>
                  <a:pt x="1197347" y="1621324"/>
                  <a:pt x="1189020" y="1654132"/>
                  <a:pt x="1165093" y="1672931"/>
                </a:cubicBezTo>
                <a:cubicBezTo>
                  <a:pt x="1156973" y="1679311"/>
                  <a:pt x="1149006" y="1658537"/>
                  <a:pt x="1145740" y="1648740"/>
                </a:cubicBezTo>
                <a:cubicBezTo>
                  <a:pt x="1131021" y="1604584"/>
                  <a:pt x="1123163" y="1558429"/>
                  <a:pt x="1111874" y="1513274"/>
                </a:cubicBezTo>
                <a:cubicBezTo>
                  <a:pt x="1064244" y="1536053"/>
                  <a:pt x="875631" y="1628303"/>
                  <a:pt x="840940" y="1634226"/>
                </a:cubicBezTo>
                <a:cubicBezTo>
                  <a:pt x="824041" y="1637111"/>
                  <a:pt x="816399" y="1610016"/>
                  <a:pt x="802235" y="1600359"/>
                </a:cubicBezTo>
                <a:cubicBezTo>
                  <a:pt x="780750" y="1585710"/>
                  <a:pt x="757080" y="1574556"/>
                  <a:pt x="734502" y="1561655"/>
                </a:cubicBezTo>
                <a:cubicBezTo>
                  <a:pt x="678679" y="1595149"/>
                  <a:pt x="744644" y="1550290"/>
                  <a:pt x="676445" y="1634226"/>
                </a:cubicBezTo>
                <a:cubicBezTo>
                  <a:pt x="669112" y="1643252"/>
                  <a:pt x="657092" y="1647127"/>
                  <a:pt x="647416" y="1653578"/>
                </a:cubicBezTo>
                <a:cubicBezTo>
                  <a:pt x="645803" y="1648740"/>
                  <a:pt x="644649" y="1643724"/>
                  <a:pt x="642578" y="1639064"/>
                </a:cubicBezTo>
                <a:cubicBezTo>
                  <a:pt x="629510" y="1609661"/>
                  <a:pt x="612016" y="1583542"/>
                  <a:pt x="594197" y="1556817"/>
                </a:cubicBezTo>
                <a:cubicBezTo>
                  <a:pt x="566579" y="1515395"/>
                  <a:pt x="552267" y="1466506"/>
                  <a:pt x="531302" y="1421350"/>
                </a:cubicBezTo>
                <a:cubicBezTo>
                  <a:pt x="526464" y="1424575"/>
                  <a:pt x="520900" y="1426914"/>
                  <a:pt x="516788" y="1431026"/>
                </a:cubicBezTo>
                <a:cubicBezTo>
                  <a:pt x="512676" y="1435138"/>
                  <a:pt x="510601" y="1440888"/>
                  <a:pt x="507112" y="1445540"/>
                </a:cubicBezTo>
                <a:cubicBezTo>
                  <a:pt x="500916" y="1453801"/>
                  <a:pt x="493387" y="1461073"/>
                  <a:pt x="487759" y="1469731"/>
                </a:cubicBezTo>
                <a:cubicBezTo>
                  <a:pt x="461753" y="1509740"/>
                  <a:pt x="436851" y="1550654"/>
                  <a:pt x="420026" y="1595521"/>
                </a:cubicBezTo>
                <a:cubicBezTo>
                  <a:pt x="417139" y="1603221"/>
                  <a:pt x="416911" y="1611671"/>
                  <a:pt x="415188" y="1619712"/>
                </a:cubicBezTo>
                <a:cubicBezTo>
                  <a:pt x="412073" y="1634250"/>
                  <a:pt x="408737" y="1648741"/>
                  <a:pt x="405512" y="1663255"/>
                </a:cubicBezTo>
                <a:cubicBezTo>
                  <a:pt x="395836" y="1680995"/>
                  <a:pt x="389575" y="1701778"/>
                  <a:pt x="381607" y="1721039"/>
                </a:cubicBezTo>
                <a:lnTo>
                  <a:pt x="375534" y="1732937"/>
                </a:lnTo>
                <a:lnTo>
                  <a:pt x="325426" y="1732937"/>
                </a:lnTo>
                <a:lnTo>
                  <a:pt x="323264" y="1721312"/>
                </a:lnTo>
                <a:cubicBezTo>
                  <a:pt x="310202" y="1649472"/>
                  <a:pt x="307137" y="1576169"/>
                  <a:pt x="299074" y="1503598"/>
                </a:cubicBezTo>
                <a:cubicBezTo>
                  <a:pt x="289398" y="1513274"/>
                  <a:pt x="278760" y="1522076"/>
                  <a:pt x="270045" y="1532626"/>
                </a:cubicBezTo>
                <a:cubicBezTo>
                  <a:pt x="201862" y="1615162"/>
                  <a:pt x="215761" y="1649319"/>
                  <a:pt x="202312" y="1595521"/>
                </a:cubicBezTo>
                <a:cubicBezTo>
                  <a:pt x="203925" y="1555204"/>
                  <a:pt x="210245" y="1514800"/>
                  <a:pt x="207150" y="1474569"/>
                </a:cubicBezTo>
                <a:cubicBezTo>
                  <a:pt x="205645" y="1455008"/>
                  <a:pt x="201028" y="1513331"/>
                  <a:pt x="197474" y="1532626"/>
                </a:cubicBezTo>
                <a:cubicBezTo>
                  <a:pt x="189739" y="1574618"/>
                  <a:pt x="181347" y="1616487"/>
                  <a:pt x="173283" y="1658417"/>
                </a:cubicBezTo>
                <a:cubicBezTo>
                  <a:pt x="167896" y="1651233"/>
                  <a:pt x="154145" y="1633644"/>
                  <a:pt x="149093" y="1624550"/>
                </a:cubicBezTo>
                <a:cubicBezTo>
                  <a:pt x="143839" y="1615093"/>
                  <a:pt x="140579" y="1604523"/>
                  <a:pt x="134578" y="1595521"/>
                </a:cubicBezTo>
                <a:cubicBezTo>
                  <a:pt x="124379" y="1580222"/>
                  <a:pt x="112001" y="1566492"/>
                  <a:pt x="100712" y="1551978"/>
                </a:cubicBezTo>
                <a:lnTo>
                  <a:pt x="66845" y="1571331"/>
                </a:lnTo>
                <a:cubicBezTo>
                  <a:pt x="50880" y="1580454"/>
                  <a:pt x="37339" y="1593321"/>
                  <a:pt x="23302" y="1605198"/>
                </a:cubicBezTo>
                <a:cubicBezTo>
                  <a:pt x="16338" y="1611091"/>
                  <a:pt x="10401" y="1618099"/>
                  <a:pt x="3950" y="1624550"/>
                </a:cubicBezTo>
                <a:lnTo>
                  <a:pt x="0" y="1628947"/>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srgbClr val="303332"/>
              </a:solidFill>
              <a:effectLst/>
              <a:uLnTx/>
              <a:uFillTx/>
              <a:latin typeface="Lato"/>
              <a:ea typeface="+mn-ea"/>
              <a:cs typeface="+mn-cs"/>
            </a:endParaRPr>
          </a:p>
        </p:txBody>
      </p:sp>
      <p:sp>
        <p:nvSpPr>
          <p:cNvPr id="4" name="Freeform: Shape 3">
            <a:extLst>
              <a:ext uri="{FF2B5EF4-FFF2-40B4-BE49-F238E27FC236}">
                <a16:creationId xmlns:a16="http://schemas.microsoft.com/office/drawing/2014/main" id="{E726B850-2035-6CE7-05E9-F9A6318D9F46}"/>
              </a:ext>
            </a:extLst>
          </p:cNvPr>
          <p:cNvSpPr/>
          <p:nvPr/>
        </p:nvSpPr>
        <p:spPr>
          <a:xfrm>
            <a:off x="6184441" y="3813007"/>
            <a:ext cx="2761664" cy="2021982"/>
          </a:xfrm>
          <a:custGeom>
            <a:avLst/>
            <a:gdLst>
              <a:gd name="connsiteX0" fmla="*/ 0 w 2761664"/>
              <a:gd name="connsiteY0" fmla="*/ 1717769 h 1732937"/>
              <a:gd name="connsiteX1" fmla="*/ 1927 w 2761664"/>
              <a:gd name="connsiteY1" fmla="*/ 1718536 h 1732937"/>
              <a:gd name="connsiteX2" fmla="*/ 13626 w 2761664"/>
              <a:gd name="connsiteY2" fmla="*/ 1730988 h 1732937"/>
              <a:gd name="connsiteX3" fmla="*/ 13850 w 2761664"/>
              <a:gd name="connsiteY3" fmla="*/ 1732937 h 1732937"/>
              <a:gd name="connsiteX4" fmla="*/ 0 w 2761664"/>
              <a:gd name="connsiteY4" fmla="*/ 1732937 h 1732937"/>
              <a:gd name="connsiteX5" fmla="*/ 0 w 2761664"/>
              <a:gd name="connsiteY5" fmla="*/ 0 h 1732937"/>
              <a:gd name="connsiteX6" fmla="*/ 2761664 w 2761664"/>
              <a:gd name="connsiteY6" fmla="*/ 0 h 1732937"/>
              <a:gd name="connsiteX7" fmla="*/ 2761664 w 2761664"/>
              <a:gd name="connsiteY7" fmla="*/ 1694162 h 1732937"/>
              <a:gd name="connsiteX8" fmla="*/ 2759483 w 2761664"/>
              <a:gd name="connsiteY8" fmla="*/ 1695171 h 1732937"/>
              <a:gd name="connsiteX9" fmla="*/ 2745211 w 2761664"/>
              <a:gd name="connsiteY9" fmla="*/ 1707752 h 1732937"/>
              <a:gd name="connsiteX10" fmla="*/ 2720909 w 2761664"/>
              <a:gd name="connsiteY10" fmla="*/ 1732937 h 1732937"/>
              <a:gd name="connsiteX11" fmla="*/ 2712716 w 2761664"/>
              <a:gd name="connsiteY11" fmla="*/ 1732937 h 1732937"/>
              <a:gd name="connsiteX12" fmla="*/ 2691939 w 2761664"/>
              <a:gd name="connsiteY12" fmla="*/ 1721833 h 1732937"/>
              <a:gd name="connsiteX13" fmla="*/ 2684254 w 2761664"/>
              <a:gd name="connsiteY13" fmla="*/ 1600359 h 1732937"/>
              <a:gd name="connsiteX14" fmla="*/ 2674578 w 2761664"/>
              <a:gd name="connsiteY14" fmla="*/ 1614874 h 1732937"/>
              <a:gd name="connsiteX15" fmla="*/ 2587493 w 2761664"/>
              <a:gd name="connsiteY15" fmla="*/ 1701959 h 1732937"/>
              <a:gd name="connsiteX16" fmla="*/ 2563302 w 2761664"/>
              <a:gd name="connsiteY16" fmla="*/ 1697121 h 1732937"/>
              <a:gd name="connsiteX17" fmla="*/ 2548788 w 2761664"/>
              <a:gd name="connsiteY17" fmla="*/ 1668093 h 1732937"/>
              <a:gd name="connsiteX18" fmla="*/ 2461702 w 2761664"/>
              <a:gd name="connsiteY18" fmla="*/ 1692283 h 1732937"/>
              <a:gd name="connsiteX19" fmla="*/ 2442350 w 2761664"/>
              <a:gd name="connsiteY19" fmla="*/ 1672931 h 1732937"/>
              <a:gd name="connsiteX20" fmla="*/ 2427835 w 2761664"/>
              <a:gd name="connsiteY20" fmla="*/ 1624550 h 1732937"/>
              <a:gd name="connsiteX21" fmla="*/ 2403645 w 2761664"/>
              <a:gd name="connsiteY21" fmla="*/ 1522950 h 1732937"/>
              <a:gd name="connsiteX22" fmla="*/ 2374616 w 2761664"/>
              <a:gd name="connsiteY22" fmla="*/ 1571331 h 1732937"/>
              <a:gd name="connsiteX23" fmla="*/ 2302045 w 2761664"/>
              <a:gd name="connsiteY23" fmla="*/ 1706798 h 1732937"/>
              <a:gd name="connsiteX24" fmla="*/ 2297207 w 2761664"/>
              <a:gd name="connsiteY24" fmla="*/ 1643902 h 1732937"/>
              <a:gd name="connsiteX25" fmla="*/ 2263340 w 2761664"/>
              <a:gd name="connsiteY25" fmla="*/ 1668093 h 1732937"/>
              <a:gd name="connsiteX26" fmla="*/ 2234312 w 2761664"/>
              <a:gd name="connsiteY26" fmla="*/ 1576169 h 1732937"/>
              <a:gd name="connsiteX27" fmla="*/ 2176254 w 2761664"/>
              <a:gd name="connsiteY27" fmla="*/ 1653578 h 1732937"/>
              <a:gd name="connsiteX28" fmla="*/ 2142388 w 2761664"/>
              <a:gd name="connsiteY28" fmla="*/ 1634226 h 1732937"/>
              <a:gd name="connsiteX29" fmla="*/ 2127874 w 2761664"/>
              <a:gd name="connsiteY29" fmla="*/ 1629388 h 1732937"/>
              <a:gd name="connsiteX30" fmla="*/ 2094007 w 2761664"/>
              <a:gd name="connsiteY30" fmla="*/ 1532626 h 1732937"/>
              <a:gd name="connsiteX31" fmla="*/ 2045626 w 2761664"/>
              <a:gd name="connsiteY31" fmla="*/ 1571331 h 1732937"/>
              <a:gd name="connsiteX32" fmla="*/ 2035950 w 2761664"/>
              <a:gd name="connsiteY32" fmla="*/ 1542302 h 1732937"/>
              <a:gd name="connsiteX33" fmla="*/ 2021435 w 2761664"/>
              <a:gd name="connsiteY33" fmla="*/ 1605198 h 1732937"/>
              <a:gd name="connsiteX34" fmla="*/ 2006921 w 2761664"/>
              <a:gd name="connsiteY34" fmla="*/ 1595521 h 1732937"/>
              <a:gd name="connsiteX35" fmla="*/ 1934350 w 2761664"/>
              <a:gd name="connsiteY35" fmla="*/ 1571331 h 1732937"/>
              <a:gd name="connsiteX36" fmla="*/ 1914997 w 2761664"/>
              <a:gd name="connsiteY36" fmla="*/ 1590683 h 1732937"/>
              <a:gd name="connsiteX37" fmla="*/ 1905321 w 2761664"/>
              <a:gd name="connsiteY37" fmla="*/ 1576169 h 1732937"/>
              <a:gd name="connsiteX38" fmla="*/ 1803721 w 2761664"/>
              <a:gd name="connsiteY38" fmla="*/ 1624550 h 1732937"/>
              <a:gd name="connsiteX39" fmla="*/ 1779531 w 2761664"/>
              <a:gd name="connsiteY39" fmla="*/ 1585845 h 1732937"/>
              <a:gd name="connsiteX40" fmla="*/ 1765016 w 2761664"/>
              <a:gd name="connsiteY40" fmla="*/ 1551978 h 1732937"/>
              <a:gd name="connsiteX41" fmla="*/ 1740826 w 2761664"/>
              <a:gd name="connsiteY41" fmla="*/ 1503598 h 1732937"/>
              <a:gd name="connsiteX42" fmla="*/ 1731150 w 2761664"/>
              <a:gd name="connsiteY42" fmla="*/ 1489083 h 1732937"/>
              <a:gd name="connsiteX43" fmla="*/ 1663416 w 2761664"/>
              <a:gd name="connsiteY43" fmla="*/ 1421350 h 1732937"/>
              <a:gd name="connsiteX44" fmla="*/ 1629550 w 2761664"/>
              <a:gd name="connsiteY44" fmla="*/ 1406836 h 1732937"/>
              <a:gd name="connsiteX45" fmla="*/ 1648902 w 2761664"/>
              <a:gd name="connsiteY45" fmla="*/ 1484245 h 1732937"/>
              <a:gd name="connsiteX46" fmla="*/ 1653740 w 2761664"/>
              <a:gd name="connsiteY46" fmla="*/ 1605198 h 1732937"/>
              <a:gd name="connsiteX47" fmla="*/ 1619874 w 2761664"/>
              <a:gd name="connsiteY47" fmla="*/ 1721312 h 1732937"/>
              <a:gd name="connsiteX48" fmla="*/ 1602079 w 2761664"/>
              <a:gd name="connsiteY48" fmla="*/ 1732937 h 1732937"/>
              <a:gd name="connsiteX49" fmla="*/ 1534220 w 2761664"/>
              <a:gd name="connsiteY49" fmla="*/ 1732937 h 1732937"/>
              <a:gd name="connsiteX50" fmla="*/ 1530920 w 2761664"/>
              <a:gd name="connsiteY50" fmla="*/ 1729712 h 1732937"/>
              <a:gd name="connsiteX51" fmla="*/ 1508597 w 2761664"/>
              <a:gd name="connsiteY51" fmla="*/ 1701959 h 1732937"/>
              <a:gd name="connsiteX52" fmla="*/ 1484407 w 2761664"/>
              <a:gd name="connsiteY52" fmla="*/ 1639064 h 1732937"/>
              <a:gd name="connsiteX53" fmla="*/ 1474731 w 2761664"/>
              <a:gd name="connsiteY53" fmla="*/ 1614874 h 1732937"/>
              <a:gd name="connsiteX54" fmla="*/ 1436026 w 2761664"/>
              <a:gd name="connsiteY54" fmla="*/ 1537464 h 1732937"/>
              <a:gd name="connsiteX55" fmla="*/ 1295721 w 2761664"/>
              <a:gd name="connsiteY55" fmla="*/ 1426188 h 1732937"/>
              <a:gd name="connsiteX56" fmla="*/ 1281207 w 2761664"/>
              <a:gd name="connsiteY56" fmla="*/ 1435864 h 1732937"/>
              <a:gd name="connsiteX57" fmla="*/ 1237664 w 2761664"/>
              <a:gd name="connsiteY57" fmla="*/ 1493921 h 1732937"/>
              <a:gd name="connsiteX58" fmla="*/ 1213474 w 2761664"/>
              <a:gd name="connsiteY58" fmla="*/ 1595521 h 1732937"/>
              <a:gd name="connsiteX59" fmla="*/ 1165093 w 2761664"/>
              <a:gd name="connsiteY59" fmla="*/ 1672931 h 1732937"/>
              <a:gd name="connsiteX60" fmla="*/ 1145740 w 2761664"/>
              <a:gd name="connsiteY60" fmla="*/ 1648740 h 1732937"/>
              <a:gd name="connsiteX61" fmla="*/ 1111874 w 2761664"/>
              <a:gd name="connsiteY61" fmla="*/ 1513274 h 1732937"/>
              <a:gd name="connsiteX62" fmla="*/ 840940 w 2761664"/>
              <a:gd name="connsiteY62" fmla="*/ 1634226 h 1732937"/>
              <a:gd name="connsiteX63" fmla="*/ 802235 w 2761664"/>
              <a:gd name="connsiteY63" fmla="*/ 1600359 h 1732937"/>
              <a:gd name="connsiteX64" fmla="*/ 734502 w 2761664"/>
              <a:gd name="connsiteY64" fmla="*/ 1561655 h 1732937"/>
              <a:gd name="connsiteX65" fmla="*/ 676445 w 2761664"/>
              <a:gd name="connsiteY65" fmla="*/ 1634226 h 1732937"/>
              <a:gd name="connsiteX66" fmla="*/ 647416 w 2761664"/>
              <a:gd name="connsiteY66" fmla="*/ 1653578 h 1732937"/>
              <a:gd name="connsiteX67" fmla="*/ 642578 w 2761664"/>
              <a:gd name="connsiteY67" fmla="*/ 1639064 h 1732937"/>
              <a:gd name="connsiteX68" fmla="*/ 594197 w 2761664"/>
              <a:gd name="connsiteY68" fmla="*/ 1556817 h 1732937"/>
              <a:gd name="connsiteX69" fmla="*/ 531302 w 2761664"/>
              <a:gd name="connsiteY69" fmla="*/ 1421350 h 1732937"/>
              <a:gd name="connsiteX70" fmla="*/ 516788 w 2761664"/>
              <a:gd name="connsiteY70" fmla="*/ 1431026 h 1732937"/>
              <a:gd name="connsiteX71" fmla="*/ 507112 w 2761664"/>
              <a:gd name="connsiteY71" fmla="*/ 1445540 h 1732937"/>
              <a:gd name="connsiteX72" fmla="*/ 487759 w 2761664"/>
              <a:gd name="connsiteY72" fmla="*/ 1469731 h 1732937"/>
              <a:gd name="connsiteX73" fmla="*/ 420026 w 2761664"/>
              <a:gd name="connsiteY73" fmla="*/ 1595521 h 1732937"/>
              <a:gd name="connsiteX74" fmla="*/ 415188 w 2761664"/>
              <a:gd name="connsiteY74" fmla="*/ 1619712 h 1732937"/>
              <a:gd name="connsiteX75" fmla="*/ 405512 w 2761664"/>
              <a:gd name="connsiteY75" fmla="*/ 1663255 h 1732937"/>
              <a:gd name="connsiteX76" fmla="*/ 381607 w 2761664"/>
              <a:gd name="connsiteY76" fmla="*/ 1721039 h 1732937"/>
              <a:gd name="connsiteX77" fmla="*/ 375534 w 2761664"/>
              <a:gd name="connsiteY77" fmla="*/ 1732937 h 1732937"/>
              <a:gd name="connsiteX78" fmla="*/ 325426 w 2761664"/>
              <a:gd name="connsiteY78" fmla="*/ 1732937 h 1732937"/>
              <a:gd name="connsiteX79" fmla="*/ 323264 w 2761664"/>
              <a:gd name="connsiteY79" fmla="*/ 1721312 h 1732937"/>
              <a:gd name="connsiteX80" fmla="*/ 299074 w 2761664"/>
              <a:gd name="connsiteY80" fmla="*/ 1503598 h 1732937"/>
              <a:gd name="connsiteX81" fmla="*/ 270045 w 2761664"/>
              <a:gd name="connsiteY81" fmla="*/ 1532626 h 1732937"/>
              <a:gd name="connsiteX82" fmla="*/ 202312 w 2761664"/>
              <a:gd name="connsiteY82" fmla="*/ 1595521 h 1732937"/>
              <a:gd name="connsiteX83" fmla="*/ 207150 w 2761664"/>
              <a:gd name="connsiteY83" fmla="*/ 1474569 h 1732937"/>
              <a:gd name="connsiteX84" fmla="*/ 197474 w 2761664"/>
              <a:gd name="connsiteY84" fmla="*/ 1532626 h 1732937"/>
              <a:gd name="connsiteX85" fmla="*/ 173283 w 2761664"/>
              <a:gd name="connsiteY85" fmla="*/ 1658417 h 1732937"/>
              <a:gd name="connsiteX86" fmla="*/ 149093 w 2761664"/>
              <a:gd name="connsiteY86" fmla="*/ 1624550 h 1732937"/>
              <a:gd name="connsiteX87" fmla="*/ 134578 w 2761664"/>
              <a:gd name="connsiteY87" fmla="*/ 1595521 h 1732937"/>
              <a:gd name="connsiteX88" fmla="*/ 100712 w 2761664"/>
              <a:gd name="connsiteY88" fmla="*/ 1551978 h 1732937"/>
              <a:gd name="connsiteX89" fmla="*/ 66845 w 2761664"/>
              <a:gd name="connsiteY89" fmla="*/ 1571331 h 1732937"/>
              <a:gd name="connsiteX90" fmla="*/ 23302 w 2761664"/>
              <a:gd name="connsiteY90" fmla="*/ 1605198 h 1732937"/>
              <a:gd name="connsiteX91" fmla="*/ 3950 w 2761664"/>
              <a:gd name="connsiteY91" fmla="*/ 1624550 h 1732937"/>
              <a:gd name="connsiteX92" fmla="*/ 0 w 2761664"/>
              <a:gd name="connsiteY92" fmla="*/ 1628947 h 1732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2761664" h="1732937">
                <a:moveTo>
                  <a:pt x="0" y="1717769"/>
                </a:moveTo>
                <a:lnTo>
                  <a:pt x="1927" y="1718536"/>
                </a:lnTo>
                <a:cubicBezTo>
                  <a:pt x="7364" y="1721529"/>
                  <a:pt x="11863" y="1725447"/>
                  <a:pt x="13626" y="1730988"/>
                </a:cubicBezTo>
                <a:lnTo>
                  <a:pt x="13850" y="1732937"/>
                </a:lnTo>
                <a:lnTo>
                  <a:pt x="0" y="1732937"/>
                </a:lnTo>
                <a:close/>
                <a:moveTo>
                  <a:pt x="0" y="0"/>
                </a:moveTo>
                <a:lnTo>
                  <a:pt x="2761664" y="0"/>
                </a:lnTo>
                <a:lnTo>
                  <a:pt x="2761664" y="1694162"/>
                </a:lnTo>
                <a:lnTo>
                  <a:pt x="2759483" y="1695171"/>
                </a:lnTo>
                <a:cubicBezTo>
                  <a:pt x="2754403" y="1698717"/>
                  <a:pt x="2749726" y="1703073"/>
                  <a:pt x="2745211" y="1707752"/>
                </a:cubicBezTo>
                <a:lnTo>
                  <a:pt x="2720909" y="1732937"/>
                </a:lnTo>
                <a:lnTo>
                  <a:pt x="2712716" y="1732937"/>
                </a:lnTo>
                <a:lnTo>
                  <a:pt x="2691939" y="1721833"/>
                </a:lnTo>
                <a:cubicBezTo>
                  <a:pt x="2681180" y="1712479"/>
                  <a:pt x="2707173" y="1705782"/>
                  <a:pt x="2684254" y="1600359"/>
                </a:cubicBezTo>
                <a:cubicBezTo>
                  <a:pt x="2683019" y="1594677"/>
                  <a:pt x="2678588" y="1610663"/>
                  <a:pt x="2674578" y="1614874"/>
                </a:cubicBezTo>
                <a:cubicBezTo>
                  <a:pt x="2646266" y="1644602"/>
                  <a:pt x="2616521" y="1672931"/>
                  <a:pt x="2587493" y="1701959"/>
                </a:cubicBezTo>
                <a:cubicBezTo>
                  <a:pt x="2579429" y="1700346"/>
                  <a:pt x="2569491" y="1702536"/>
                  <a:pt x="2563302" y="1697121"/>
                </a:cubicBezTo>
                <a:cubicBezTo>
                  <a:pt x="2555160" y="1689997"/>
                  <a:pt x="2559594" y="1668608"/>
                  <a:pt x="2548788" y="1668093"/>
                </a:cubicBezTo>
                <a:cubicBezTo>
                  <a:pt x="2518694" y="1666660"/>
                  <a:pt x="2490731" y="1684220"/>
                  <a:pt x="2461702" y="1692283"/>
                </a:cubicBezTo>
                <a:cubicBezTo>
                  <a:pt x="2455251" y="1685832"/>
                  <a:pt x="2446430" y="1681090"/>
                  <a:pt x="2442350" y="1672931"/>
                </a:cubicBezTo>
                <a:cubicBezTo>
                  <a:pt x="2434820" y="1657871"/>
                  <a:pt x="2432042" y="1640853"/>
                  <a:pt x="2427835" y="1624550"/>
                </a:cubicBezTo>
                <a:cubicBezTo>
                  <a:pt x="2419136" y="1590841"/>
                  <a:pt x="2411708" y="1556817"/>
                  <a:pt x="2403645" y="1522950"/>
                </a:cubicBezTo>
                <a:cubicBezTo>
                  <a:pt x="2403645" y="1522950"/>
                  <a:pt x="2383027" y="1554509"/>
                  <a:pt x="2374616" y="1571331"/>
                </a:cubicBezTo>
                <a:cubicBezTo>
                  <a:pt x="2357021" y="1606521"/>
                  <a:pt x="2336133" y="1692595"/>
                  <a:pt x="2302045" y="1706798"/>
                </a:cubicBezTo>
                <a:cubicBezTo>
                  <a:pt x="2282635" y="1714885"/>
                  <a:pt x="2298820" y="1664867"/>
                  <a:pt x="2297207" y="1643902"/>
                </a:cubicBezTo>
                <a:cubicBezTo>
                  <a:pt x="2285918" y="1651966"/>
                  <a:pt x="2274438" y="1659769"/>
                  <a:pt x="2263340" y="1668093"/>
                </a:cubicBezTo>
                <a:cubicBezTo>
                  <a:pt x="2210047" y="1708063"/>
                  <a:pt x="2240001" y="1707019"/>
                  <a:pt x="2234312" y="1576169"/>
                </a:cubicBezTo>
                <a:cubicBezTo>
                  <a:pt x="2214959" y="1601972"/>
                  <a:pt x="2207682" y="1660830"/>
                  <a:pt x="2176254" y="1653578"/>
                </a:cubicBezTo>
                <a:cubicBezTo>
                  <a:pt x="2127382" y="1642300"/>
                  <a:pt x="2219039" y="1442597"/>
                  <a:pt x="2142388" y="1634226"/>
                </a:cubicBezTo>
                <a:cubicBezTo>
                  <a:pt x="2137550" y="1632613"/>
                  <a:pt x="2129420" y="1634248"/>
                  <a:pt x="2127874" y="1629388"/>
                </a:cubicBezTo>
                <a:cubicBezTo>
                  <a:pt x="2126290" y="1624411"/>
                  <a:pt x="2138458" y="1501852"/>
                  <a:pt x="2094007" y="1532626"/>
                </a:cubicBezTo>
                <a:cubicBezTo>
                  <a:pt x="2077027" y="1544382"/>
                  <a:pt x="2061753" y="1558429"/>
                  <a:pt x="2045626" y="1571331"/>
                </a:cubicBezTo>
                <a:cubicBezTo>
                  <a:pt x="2037287" y="1429564"/>
                  <a:pt x="2044867" y="1488803"/>
                  <a:pt x="2035950" y="1542302"/>
                </a:cubicBezTo>
                <a:cubicBezTo>
                  <a:pt x="2032413" y="1563526"/>
                  <a:pt x="2026273" y="1584233"/>
                  <a:pt x="2021435" y="1605198"/>
                </a:cubicBezTo>
                <a:cubicBezTo>
                  <a:pt x="2016597" y="1601972"/>
                  <a:pt x="2009327" y="1600815"/>
                  <a:pt x="2006921" y="1595521"/>
                </a:cubicBezTo>
                <a:cubicBezTo>
                  <a:pt x="1951277" y="1473103"/>
                  <a:pt x="1999340" y="1468430"/>
                  <a:pt x="1934350" y="1571331"/>
                </a:cubicBezTo>
                <a:cubicBezTo>
                  <a:pt x="1929478" y="1579044"/>
                  <a:pt x="1921448" y="1584232"/>
                  <a:pt x="1914997" y="1590683"/>
                </a:cubicBezTo>
                <a:cubicBezTo>
                  <a:pt x="1911772" y="1585845"/>
                  <a:pt x="1907308" y="1581633"/>
                  <a:pt x="1905321" y="1576169"/>
                </a:cubicBezTo>
                <a:cubicBezTo>
                  <a:pt x="1878676" y="1502894"/>
                  <a:pt x="1926667" y="1508075"/>
                  <a:pt x="1803721" y="1624550"/>
                </a:cubicBezTo>
                <a:cubicBezTo>
                  <a:pt x="1795658" y="1611648"/>
                  <a:pt x="1786691" y="1599269"/>
                  <a:pt x="1779531" y="1585845"/>
                </a:cubicBezTo>
                <a:cubicBezTo>
                  <a:pt x="1773751" y="1575008"/>
                  <a:pt x="1770246" y="1563091"/>
                  <a:pt x="1765016" y="1551978"/>
                </a:cubicBezTo>
                <a:cubicBezTo>
                  <a:pt x="1757339" y="1535664"/>
                  <a:pt x="1749374" y="1519473"/>
                  <a:pt x="1740826" y="1503598"/>
                </a:cubicBezTo>
                <a:cubicBezTo>
                  <a:pt x="1738069" y="1498478"/>
                  <a:pt x="1735135" y="1493317"/>
                  <a:pt x="1731150" y="1489083"/>
                </a:cubicBezTo>
                <a:cubicBezTo>
                  <a:pt x="1709266" y="1465832"/>
                  <a:pt x="1685994" y="1443928"/>
                  <a:pt x="1663416" y="1421350"/>
                </a:cubicBezTo>
                <a:cubicBezTo>
                  <a:pt x="1652127" y="1416512"/>
                  <a:pt x="1638985" y="1398973"/>
                  <a:pt x="1629550" y="1406836"/>
                </a:cubicBezTo>
                <a:cubicBezTo>
                  <a:pt x="1618664" y="1415907"/>
                  <a:pt x="1648298" y="1479260"/>
                  <a:pt x="1648902" y="1484245"/>
                </a:cubicBezTo>
                <a:cubicBezTo>
                  <a:pt x="1653757" y="1524302"/>
                  <a:pt x="1652127" y="1564880"/>
                  <a:pt x="1653740" y="1605198"/>
                </a:cubicBezTo>
                <a:cubicBezTo>
                  <a:pt x="1649684" y="1645759"/>
                  <a:pt x="1650397" y="1687577"/>
                  <a:pt x="1619874" y="1721312"/>
                </a:cubicBezTo>
                <a:lnTo>
                  <a:pt x="1602079" y="1732937"/>
                </a:lnTo>
                <a:lnTo>
                  <a:pt x="1534220" y="1732937"/>
                </a:lnTo>
                <a:lnTo>
                  <a:pt x="1530920" y="1729712"/>
                </a:lnTo>
                <a:cubicBezTo>
                  <a:pt x="1522793" y="1721380"/>
                  <a:pt x="1515290" y="1712667"/>
                  <a:pt x="1508597" y="1701959"/>
                </a:cubicBezTo>
                <a:cubicBezTo>
                  <a:pt x="1496265" y="1682229"/>
                  <a:pt x="1492321" y="1661222"/>
                  <a:pt x="1484407" y="1639064"/>
                </a:cubicBezTo>
                <a:cubicBezTo>
                  <a:pt x="1481486" y="1630885"/>
                  <a:pt x="1477699" y="1623036"/>
                  <a:pt x="1474731" y="1614874"/>
                </a:cubicBezTo>
                <a:cubicBezTo>
                  <a:pt x="1461182" y="1577615"/>
                  <a:pt x="1466475" y="1576869"/>
                  <a:pt x="1436026" y="1537464"/>
                </a:cubicBezTo>
                <a:cubicBezTo>
                  <a:pt x="1382493" y="1468185"/>
                  <a:pt x="1375826" y="1475141"/>
                  <a:pt x="1295721" y="1426188"/>
                </a:cubicBezTo>
                <a:cubicBezTo>
                  <a:pt x="1290883" y="1429413"/>
                  <a:pt x="1285583" y="1432035"/>
                  <a:pt x="1281207" y="1435864"/>
                </a:cubicBezTo>
                <a:cubicBezTo>
                  <a:pt x="1263041" y="1451759"/>
                  <a:pt x="1245323" y="1470094"/>
                  <a:pt x="1237664" y="1493921"/>
                </a:cubicBezTo>
                <a:cubicBezTo>
                  <a:pt x="1227011" y="1527064"/>
                  <a:pt x="1221537" y="1561654"/>
                  <a:pt x="1213474" y="1595521"/>
                </a:cubicBezTo>
                <a:cubicBezTo>
                  <a:pt x="1197347" y="1621324"/>
                  <a:pt x="1189020" y="1654132"/>
                  <a:pt x="1165093" y="1672931"/>
                </a:cubicBezTo>
                <a:cubicBezTo>
                  <a:pt x="1156973" y="1679311"/>
                  <a:pt x="1149006" y="1658537"/>
                  <a:pt x="1145740" y="1648740"/>
                </a:cubicBezTo>
                <a:cubicBezTo>
                  <a:pt x="1131021" y="1604584"/>
                  <a:pt x="1123163" y="1558429"/>
                  <a:pt x="1111874" y="1513274"/>
                </a:cubicBezTo>
                <a:cubicBezTo>
                  <a:pt x="1064244" y="1536053"/>
                  <a:pt x="875631" y="1628303"/>
                  <a:pt x="840940" y="1634226"/>
                </a:cubicBezTo>
                <a:cubicBezTo>
                  <a:pt x="824041" y="1637111"/>
                  <a:pt x="816399" y="1610016"/>
                  <a:pt x="802235" y="1600359"/>
                </a:cubicBezTo>
                <a:cubicBezTo>
                  <a:pt x="780750" y="1585710"/>
                  <a:pt x="757080" y="1574556"/>
                  <a:pt x="734502" y="1561655"/>
                </a:cubicBezTo>
                <a:cubicBezTo>
                  <a:pt x="678679" y="1595149"/>
                  <a:pt x="744644" y="1550290"/>
                  <a:pt x="676445" y="1634226"/>
                </a:cubicBezTo>
                <a:cubicBezTo>
                  <a:pt x="669112" y="1643252"/>
                  <a:pt x="657092" y="1647127"/>
                  <a:pt x="647416" y="1653578"/>
                </a:cubicBezTo>
                <a:cubicBezTo>
                  <a:pt x="645803" y="1648740"/>
                  <a:pt x="644649" y="1643724"/>
                  <a:pt x="642578" y="1639064"/>
                </a:cubicBezTo>
                <a:cubicBezTo>
                  <a:pt x="629510" y="1609661"/>
                  <a:pt x="612016" y="1583542"/>
                  <a:pt x="594197" y="1556817"/>
                </a:cubicBezTo>
                <a:cubicBezTo>
                  <a:pt x="566579" y="1515395"/>
                  <a:pt x="552267" y="1466506"/>
                  <a:pt x="531302" y="1421350"/>
                </a:cubicBezTo>
                <a:cubicBezTo>
                  <a:pt x="526464" y="1424575"/>
                  <a:pt x="520900" y="1426914"/>
                  <a:pt x="516788" y="1431026"/>
                </a:cubicBezTo>
                <a:cubicBezTo>
                  <a:pt x="512676" y="1435138"/>
                  <a:pt x="510601" y="1440888"/>
                  <a:pt x="507112" y="1445540"/>
                </a:cubicBezTo>
                <a:cubicBezTo>
                  <a:pt x="500916" y="1453801"/>
                  <a:pt x="493387" y="1461073"/>
                  <a:pt x="487759" y="1469731"/>
                </a:cubicBezTo>
                <a:cubicBezTo>
                  <a:pt x="461753" y="1509740"/>
                  <a:pt x="436851" y="1550654"/>
                  <a:pt x="420026" y="1595521"/>
                </a:cubicBezTo>
                <a:cubicBezTo>
                  <a:pt x="417139" y="1603221"/>
                  <a:pt x="416911" y="1611671"/>
                  <a:pt x="415188" y="1619712"/>
                </a:cubicBezTo>
                <a:cubicBezTo>
                  <a:pt x="412073" y="1634250"/>
                  <a:pt x="408737" y="1648741"/>
                  <a:pt x="405512" y="1663255"/>
                </a:cubicBezTo>
                <a:cubicBezTo>
                  <a:pt x="395836" y="1680995"/>
                  <a:pt x="389575" y="1701778"/>
                  <a:pt x="381607" y="1721039"/>
                </a:cubicBezTo>
                <a:lnTo>
                  <a:pt x="375534" y="1732937"/>
                </a:lnTo>
                <a:lnTo>
                  <a:pt x="325426" y="1732937"/>
                </a:lnTo>
                <a:lnTo>
                  <a:pt x="323264" y="1721312"/>
                </a:lnTo>
                <a:cubicBezTo>
                  <a:pt x="310202" y="1649472"/>
                  <a:pt x="307137" y="1576169"/>
                  <a:pt x="299074" y="1503598"/>
                </a:cubicBezTo>
                <a:cubicBezTo>
                  <a:pt x="289398" y="1513274"/>
                  <a:pt x="278760" y="1522076"/>
                  <a:pt x="270045" y="1532626"/>
                </a:cubicBezTo>
                <a:cubicBezTo>
                  <a:pt x="201862" y="1615162"/>
                  <a:pt x="215761" y="1649319"/>
                  <a:pt x="202312" y="1595521"/>
                </a:cubicBezTo>
                <a:cubicBezTo>
                  <a:pt x="203925" y="1555204"/>
                  <a:pt x="210245" y="1514800"/>
                  <a:pt x="207150" y="1474569"/>
                </a:cubicBezTo>
                <a:cubicBezTo>
                  <a:pt x="205645" y="1455008"/>
                  <a:pt x="201028" y="1513331"/>
                  <a:pt x="197474" y="1532626"/>
                </a:cubicBezTo>
                <a:cubicBezTo>
                  <a:pt x="189739" y="1574618"/>
                  <a:pt x="181347" y="1616487"/>
                  <a:pt x="173283" y="1658417"/>
                </a:cubicBezTo>
                <a:cubicBezTo>
                  <a:pt x="167896" y="1651233"/>
                  <a:pt x="154145" y="1633644"/>
                  <a:pt x="149093" y="1624550"/>
                </a:cubicBezTo>
                <a:cubicBezTo>
                  <a:pt x="143839" y="1615093"/>
                  <a:pt x="140579" y="1604523"/>
                  <a:pt x="134578" y="1595521"/>
                </a:cubicBezTo>
                <a:cubicBezTo>
                  <a:pt x="124379" y="1580222"/>
                  <a:pt x="112001" y="1566492"/>
                  <a:pt x="100712" y="1551978"/>
                </a:cubicBezTo>
                <a:lnTo>
                  <a:pt x="66845" y="1571331"/>
                </a:lnTo>
                <a:cubicBezTo>
                  <a:pt x="50880" y="1580454"/>
                  <a:pt x="37339" y="1593321"/>
                  <a:pt x="23302" y="1605198"/>
                </a:cubicBezTo>
                <a:cubicBezTo>
                  <a:pt x="16338" y="1611091"/>
                  <a:pt x="10401" y="1618099"/>
                  <a:pt x="3950" y="1624550"/>
                </a:cubicBezTo>
                <a:lnTo>
                  <a:pt x="0" y="1628947"/>
                </a:lnTo>
                <a:close/>
              </a:path>
            </a:pathLst>
          </a:custGeom>
          <a:gradFill>
            <a:gsLst>
              <a:gs pos="87000">
                <a:srgbClr val="DADCDC"/>
              </a:gs>
              <a:gs pos="0">
                <a:schemeClr val="accent1">
                  <a:lumMod val="5000"/>
                  <a:lumOff val="95000"/>
                </a:schemeClr>
              </a:gs>
              <a:gs pos="100000">
                <a:schemeClr val="accent1">
                  <a:lumMod val="30000"/>
                  <a:lumOff val="70000"/>
                </a:schemeClr>
              </a:gs>
            </a:gsLst>
            <a:lin ang="5400000" scaled="1"/>
          </a:gradFill>
          <a:ln>
            <a:solidFill>
              <a:schemeClr val="accent2"/>
            </a:solidFill>
          </a:ln>
          <a:effectLst>
            <a:outerShdw blurRad="50800" dist="38100" dir="2700000" algn="tl" rotWithShape="0">
              <a:prstClr val="black">
                <a:alpha val="40000"/>
              </a:prstClr>
            </a:outerShdw>
            <a:softEdge rad="25400"/>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srgbClr val="303332"/>
              </a:solidFill>
              <a:effectLst/>
              <a:uLnTx/>
              <a:uFillTx/>
              <a:latin typeface="Lato"/>
              <a:ea typeface="+mn-ea"/>
              <a:cs typeface="+mn-cs"/>
            </a:endParaRPr>
          </a:p>
        </p:txBody>
      </p:sp>
      <p:pic>
        <p:nvPicPr>
          <p:cNvPr id="9" name="Picture 8" descr="A black and white text&#10;&#10;AI-generated content may be incorrect.">
            <a:extLst>
              <a:ext uri="{FF2B5EF4-FFF2-40B4-BE49-F238E27FC236}">
                <a16:creationId xmlns:a16="http://schemas.microsoft.com/office/drawing/2014/main" id="{A191C791-5CC5-97FB-6AE8-D38EB9BACA23}"/>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9427014" y="1496914"/>
            <a:ext cx="2432363" cy="345381"/>
          </a:xfrm>
          <a:prstGeom prst="rect">
            <a:avLst/>
          </a:prstGeom>
        </p:spPr>
      </p:pic>
      <p:sp>
        <p:nvSpPr>
          <p:cNvPr id="11" name="TextBox 10">
            <a:extLst>
              <a:ext uri="{FF2B5EF4-FFF2-40B4-BE49-F238E27FC236}">
                <a16:creationId xmlns:a16="http://schemas.microsoft.com/office/drawing/2014/main" id="{39C2F5DC-C741-CE3E-69B8-8A5491112872}"/>
              </a:ext>
            </a:extLst>
          </p:cNvPr>
          <p:cNvSpPr txBox="1"/>
          <p:nvPr/>
        </p:nvSpPr>
        <p:spPr>
          <a:xfrm>
            <a:off x="9833317" y="2002302"/>
            <a:ext cx="1566203" cy="1892826"/>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700" b="1" i="0" u="none" strike="noStrike" kern="1200" cap="none" spc="2200" normalizeH="0" baseline="0" noProof="0" dirty="0">
              <a:ln>
                <a:noFill/>
              </a:ln>
              <a:solidFill>
                <a:srgbClr val="FFFFFF"/>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sp>
        <p:nvSpPr>
          <p:cNvPr id="12" name="TextBox 11">
            <a:hlinkClick r:id="rId7"/>
            <a:extLst>
              <a:ext uri="{FF2B5EF4-FFF2-40B4-BE49-F238E27FC236}">
                <a16:creationId xmlns:a16="http://schemas.microsoft.com/office/drawing/2014/main" id="{B4B2B7FC-220B-83E2-1804-F340956B6361}"/>
              </a:ext>
            </a:extLst>
          </p:cNvPr>
          <p:cNvSpPr txBox="1"/>
          <p:nvPr/>
        </p:nvSpPr>
        <p:spPr>
          <a:xfrm>
            <a:off x="9149295" y="2138958"/>
            <a:ext cx="2761663" cy="116955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000000"/>
                </a:solidFill>
                <a:effectLst/>
                <a:uLnTx/>
                <a:uFillTx/>
                <a:latin typeface="Georgia" panose="02040502050405020303" pitchFamily="18" charset="0"/>
                <a:ea typeface="+mn-ea"/>
                <a:cs typeface="+mn-cs"/>
              </a:rPr>
              <a:t>Northwestern to eliminate more than 400 staff positions amid ‘mounting financial pressures’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1" i="0" u="none" strike="noStrike" kern="1200" cap="none" spc="2200" normalizeH="0" baseline="0" noProof="0" dirty="0">
              <a:ln>
                <a:noFill/>
              </a:ln>
              <a:solidFill>
                <a:srgbClr val="FFFFFF"/>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sp>
        <p:nvSpPr>
          <p:cNvPr id="13" name="TextBox 12">
            <a:extLst>
              <a:ext uri="{FF2B5EF4-FFF2-40B4-BE49-F238E27FC236}">
                <a16:creationId xmlns:a16="http://schemas.microsoft.com/office/drawing/2014/main" id="{8709158D-9112-F424-E9D3-BE7B1165DA90}"/>
              </a:ext>
            </a:extLst>
          </p:cNvPr>
          <p:cNvSpPr txBox="1"/>
          <p:nvPr/>
        </p:nvSpPr>
        <p:spPr>
          <a:xfrm>
            <a:off x="9233320" y="1818669"/>
            <a:ext cx="2593144"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Georgia" panose="02040502050405020303" pitchFamily="18" charset="0"/>
                <a:ea typeface="+mn-ea"/>
                <a:cs typeface="+mn-cs"/>
              </a:rPr>
              <a:t>July 29</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2200" normalizeH="0" baseline="0" noProof="0" dirty="0">
              <a:ln>
                <a:noFill/>
              </a:ln>
              <a:solidFill>
                <a:srgbClr val="FFFFFF"/>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sp>
        <p:nvSpPr>
          <p:cNvPr id="14" name="AutoShape 2" descr="The Cornell Daily Sun">
            <a:extLst>
              <a:ext uri="{FF2B5EF4-FFF2-40B4-BE49-F238E27FC236}">
                <a16:creationId xmlns:a16="http://schemas.microsoft.com/office/drawing/2014/main" id="{322B3B87-04CD-E54F-3813-C7A4787206B3}"/>
              </a:ext>
            </a:extLst>
          </p:cNvPr>
          <p:cNvSpPr>
            <a:spLocks noChangeAspect="1" noChangeArrowheads="1"/>
          </p:cNvSpPr>
          <p:nvPr/>
        </p:nvSpPr>
        <p:spPr bwMode="auto">
          <a:xfrm>
            <a:off x="1958351" y="431461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FAE70"/>
              </a:solidFill>
              <a:effectLst/>
              <a:uLnTx/>
              <a:uFillTx/>
              <a:latin typeface="Lato"/>
              <a:ea typeface="+mn-ea"/>
              <a:cs typeface="+mn-cs"/>
            </a:endParaRPr>
          </a:p>
        </p:txBody>
      </p:sp>
      <p:sp>
        <p:nvSpPr>
          <p:cNvPr id="16" name="AutoShape 4" descr="The Cornell Daily Sun">
            <a:extLst>
              <a:ext uri="{FF2B5EF4-FFF2-40B4-BE49-F238E27FC236}">
                <a16:creationId xmlns:a16="http://schemas.microsoft.com/office/drawing/2014/main" id="{EEBC3C60-993C-7C6F-ED0F-A6C5800CD13F}"/>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FAE70"/>
              </a:solidFill>
              <a:effectLst/>
              <a:uLnTx/>
              <a:uFillTx/>
              <a:latin typeface="Lato"/>
              <a:ea typeface="+mn-ea"/>
              <a:cs typeface="+mn-cs"/>
            </a:endParaRPr>
          </a:p>
        </p:txBody>
      </p:sp>
      <p:pic>
        <p:nvPicPr>
          <p:cNvPr id="20" name="Picture 19" descr="A black and white text&#10;&#10;AI-generated content may be incorrect.">
            <a:extLst>
              <a:ext uri="{FF2B5EF4-FFF2-40B4-BE49-F238E27FC236}">
                <a16:creationId xmlns:a16="http://schemas.microsoft.com/office/drawing/2014/main" id="{D79F3367-A39D-41C5-BAE5-FC8E10B32079}"/>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551256" y="3957219"/>
            <a:ext cx="2304639" cy="327435"/>
          </a:xfrm>
          <a:prstGeom prst="rect">
            <a:avLst/>
          </a:prstGeom>
        </p:spPr>
      </p:pic>
      <p:sp>
        <p:nvSpPr>
          <p:cNvPr id="21" name="TextBox 20">
            <a:hlinkClick r:id="rId9"/>
            <a:extLst>
              <a:ext uri="{FF2B5EF4-FFF2-40B4-BE49-F238E27FC236}">
                <a16:creationId xmlns:a16="http://schemas.microsoft.com/office/drawing/2014/main" id="{D34DCF1D-AEEA-FCDE-666C-8F7FB703F88E}"/>
              </a:ext>
            </a:extLst>
          </p:cNvPr>
          <p:cNvSpPr txBox="1"/>
          <p:nvPr/>
        </p:nvSpPr>
        <p:spPr>
          <a:xfrm>
            <a:off x="248887" y="4532325"/>
            <a:ext cx="2729942" cy="107721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EB Garamond" panose="00000500000000000000" pitchFamily="2" charset="0"/>
                <a:ea typeface="+mn-ea"/>
                <a:cs typeface="+mn-cs"/>
              </a:rPr>
              <a:t>Staff Cuts, Hiring Restrictions Anticipated as University Faces ‘Profound Financial Challenges’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2200" normalizeH="0" baseline="0" noProof="0" dirty="0">
              <a:ln>
                <a:noFill/>
              </a:ln>
              <a:solidFill>
                <a:srgbClr val="FFFFFF"/>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sp>
        <p:nvSpPr>
          <p:cNvPr id="29" name="TextBox 28">
            <a:hlinkClick r:id="rId10"/>
            <a:extLst>
              <a:ext uri="{FF2B5EF4-FFF2-40B4-BE49-F238E27FC236}">
                <a16:creationId xmlns:a16="http://schemas.microsoft.com/office/drawing/2014/main" id="{39963115-E93B-8BF5-ABE8-54AF86B55A53}"/>
              </a:ext>
            </a:extLst>
          </p:cNvPr>
          <p:cNvSpPr txBox="1"/>
          <p:nvPr/>
        </p:nvSpPr>
        <p:spPr>
          <a:xfrm>
            <a:off x="6150175" y="4509967"/>
            <a:ext cx="2822311" cy="112338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03332"/>
                </a:solidFill>
                <a:effectLst/>
                <a:uLnTx/>
                <a:uFillTx/>
                <a:latin typeface="Aptos" panose="020B0004020202020204" pitchFamily="34" charset="0"/>
                <a:ea typeface="+mn-ea"/>
                <a:cs typeface="+mn-cs"/>
              </a:rPr>
              <a:t>Princeton Plans New Budget Cuts as Pressure From Trump Builds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2200" normalizeH="0" baseline="0" noProof="0" dirty="0">
              <a:ln>
                <a:noFill/>
              </a:ln>
              <a:solidFill>
                <a:srgbClr val="303332"/>
              </a:solidFill>
              <a:effectLst/>
              <a:uLnTx/>
              <a:uFillTx/>
              <a:latin typeface="Aptos" panose="020B0004020202020204" pitchFamily="34" charset="0"/>
              <a:ea typeface="Verdana" panose="020B0604030504040204" pitchFamily="34" charset="0"/>
              <a:cs typeface="Verdana" panose="020B0604030504040204" pitchFamily="34" charset="0"/>
            </a:endParaRPr>
          </a:p>
        </p:txBody>
      </p:sp>
      <p:sp>
        <p:nvSpPr>
          <p:cNvPr id="33" name="TextBox 32">
            <a:extLst>
              <a:ext uri="{FF2B5EF4-FFF2-40B4-BE49-F238E27FC236}">
                <a16:creationId xmlns:a16="http://schemas.microsoft.com/office/drawing/2014/main" id="{98399AE3-087D-6AAD-23C4-7528A1772BEB}"/>
              </a:ext>
            </a:extLst>
          </p:cNvPr>
          <p:cNvSpPr txBox="1"/>
          <p:nvPr/>
        </p:nvSpPr>
        <p:spPr>
          <a:xfrm>
            <a:off x="233026" y="4236185"/>
            <a:ext cx="272994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Georgia" panose="02040502050405020303" pitchFamily="18" charset="0"/>
                <a:ea typeface="+mn-ea"/>
                <a:cs typeface="+mn-cs"/>
              </a:rPr>
              <a:t>August 4</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2200" normalizeH="0" baseline="0" noProof="0" dirty="0">
              <a:ln>
                <a:noFill/>
              </a:ln>
              <a:solidFill>
                <a:srgbClr val="FFFFFF"/>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pic>
        <p:nvPicPr>
          <p:cNvPr id="60" name="Picture 78" descr="http://content.sportslogos.net/logos/33/800/full/2580.gif">
            <a:extLst>
              <a:ext uri="{FF2B5EF4-FFF2-40B4-BE49-F238E27FC236}">
                <a16:creationId xmlns:a16="http://schemas.microsoft.com/office/drawing/2014/main" id="{A1536A79-EF82-852B-CEF5-DEAD0D7C8621}"/>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3258216" y="3957219"/>
            <a:ext cx="361085" cy="323250"/>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hlinkClick r:id="rId12"/>
            <a:extLst>
              <a:ext uri="{FF2B5EF4-FFF2-40B4-BE49-F238E27FC236}">
                <a16:creationId xmlns:a16="http://schemas.microsoft.com/office/drawing/2014/main" id="{5B64B386-2C1F-6DB0-5EB3-C9CA82DBA708}"/>
              </a:ext>
            </a:extLst>
          </p:cNvPr>
          <p:cNvSpPr txBox="1"/>
          <p:nvPr/>
        </p:nvSpPr>
        <p:spPr>
          <a:xfrm>
            <a:off x="3213360" y="4419707"/>
            <a:ext cx="2722543" cy="13080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03332"/>
                </a:solidFill>
                <a:effectLst/>
                <a:uLnTx/>
                <a:uFillTx/>
                <a:latin typeface="Lato"/>
                <a:ea typeface="+mn-ea"/>
                <a:cs typeface="+mn-cs"/>
              </a:rPr>
              <a:t>Penn undergoes another round of budget-tightening measures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303332"/>
                </a:solidFill>
                <a:effectLst/>
                <a:uLnTx/>
                <a:uFillTx/>
                <a:latin typeface="Lato"/>
                <a:ea typeface="+mn-ea"/>
                <a:cs typeface="+mn-cs"/>
              </a:rPr>
              <a:t>Senior directed leaders of its schools and centers to reduce “certain expenditures” by 4% amid federal policy headwinds like higher endowment taxes</a:t>
            </a:r>
            <a:endParaRPr kumimoji="0" lang="en-US" sz="1100" b="0" i="0" u="none" strike="noStrike" kern="1200" cap="none" spc="0" normalizeH="0" baseline="0" noProof="0" dirty="0">
              <a:ln>
                <a:noFill/>
              </a:ln>
              <a:solidFill>
                <a:srgbClr val="303332"/>
              </a:solidFill>
              <a:effectLst/>
              <a:uLnTx/>
              <a:uFillTx/>
              <a:latin typeface="Lato"/>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1200" cap="none" spc="2200" normalizeH="0" baseline="0" noProof="0" dirty="0">
              <a:ln>
                <a:noFill/>
              </a:ln>
              <a:solidFill>
                <a:srgbClr val="303332"/>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sp>
        <p:nvSpPr>
          <p:cNvPr id="39" name="TextBox 38">
            <a:extLst>
              <a:ext uri="{FF2B5EF4-FFF2-40B4-BE49-F238E27FC236}">
                <a16:creationId xmlns:a16="http://schemas.microsoft.com/office/drawing/2014/main" id="{D1872A6D-954E-3F14-3734-8BC8CF95CFC4}"/>
              </a:ext>
            </a:extLst>
          </p:cNvPr>
          <p:cNvSpPr txBox="1"/>
          <p:nvPr/>
        </p:nvSpPr>
        <p:spPr>
          <a:xfrm>
            <a:off x="3190558" y="4279135"/>
            <a:ext cx="272994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AC0000"/>
                </a:solidFill>
                <a:effectLst/>
                <a:uLnTx/>
                <a:uFillTx/>
                <a:latin typeface="Neue Haas Grotesk Text Pro" panose="020B0504020202020204" pitchFamily="34" charset="0"/>
                <a:ea typeface="+mn-ea"/>
                <a:cs typeface="+mn-cs"/>
              </a:rPr>
              <a:t>Feb 2</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2200" normalizeH="0" baseline="0" noProof="0" dirty="0">
              <a:ln>
                <a:noFill/>
              </a:ln>
              <a:solidFill>
                <a:srgbClr val="8E0000"/>
              </a:solidFill>
              <a:effectLst/>
              <a:uLnTx/>
              <a:uFillTx/>
              <a:latin typeface="Neue Haas Grotesk Text Pro" panose="020B0504020202020204" pitchFamily="34" charset="0"/>
              <a:ea typeface="Verdana" panose="020B0604030504040204" pitchFamily="34" charset="0"/>
              <a:cs typeface="Verdana" panose="020B0604030504040204" pitchFamily="34" charset="0"/>
            </a:endParaRPr>
          </a:p>
        </p:txBody>
      </p:sp>
      <p:pic>
        <p:nvPicPr>
          <p:cNvPr id="42" name="Picture 41">
            <a:extLst>
              <a:ext uri="{FF2B5EF4-FFF2-40B4-BE49-F238E27FC236}">
                <a16:creationId xmlns:a16="http://schemas.microsoft.com/office/drawing/2014/main" id="{7D55D3F4-C63B-E9C4-CBF7-D1C573E8A2B5}"/>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9884745" y="3886949"/>
            <a:ext cx="1276799" cy="429131"/>
          </a:xfrm>
          <a:prstGeom prst="rect">
            <a:avLst/>
          </a:prstGeom>
        </p:spPr>
      </p:pic>
      <p:sp>
        <p:nvSpPr>
          <p:cNvPr id="43" name="TextBox 42">
            <a:hlinkClick r:id="rId14"/>
            <a:extLst>
              <a:ext uri="{FF2B5EF4-FFF2-40B4-BE49-F238E27FC236}">
                <a16:creationId xmlns:a16="http://schemas.microsoft.com/office/drawing/2014/main" id="{C5DFE88F-F720-A046-76B7-3B35002C55A4}"/>
              </a:ext>
            </a:extLst>
          </p:cNvPr>
          <p:cNvSpPr txBox="1"/>
          <p:nvPr/>
        </p:nvSpPr>
        <p:spPr>
          <a:xfrm>
            <a:off x="9121786" y="4509967"/>
            <a:ext cx="2822311" cy="141577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03332"/>
                </a:solidFill>
                <a:effectLst/>
                <a:uLnTx/>
                <a:uFillTx/>
                <a:latin typeface="Times New Roman" panose="02020603050405020304" pitchFamily="18" charset="0"/>
                <a:ea typeface="STKaiti" panose="020B0503020204020204" pitchFamily="2" charset="-122"/>
                <a:cs typeface="Times New Roman" panose="02020603050405020304" pitchFamily="18" charset="0"/>
              </a:rPr>
              <a:t>Federal Cuts Force Hiring and Raise Pauses At Johns Hopkins University</a:t>
            </a:r>
          </a:p>
          <a:p>
            <a:pPr marL="0" marR="0" lvl="0" indent="0" algn="ctr"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303332"/>
                </a:solidFill>
                <a:effectLst/>
                <a:uLnTx/>
                <a:uFillTx/>
                <a:latin typeface="Times New Roman" panose="02020603050405020304" pitchFamily="18" charset="0"/>
                <a:ea typeface="STKaiti" panose="020B0503020204020204" pitchFamily="2" charset="-122"/>
                <a:cs typeface="Times New Roman" panose="02020603050405020304" pitchFamily="18" charset="0"/>
              </a:rPr>
            </a:br>
            <a:endParaRPr kumimoji="0" lang="en-US" sz="1400" b="0" i="0" u="none" strike="noStrike" kern="1200" cap="none" spc="0" normalizeH="0" baseline="0" noProof="0" dirty="0">
              <a:ln>
                <a:noFill/>
              </a:ln>
              <a:solidFill>
                <a:srgbClr val="303332"/>
              </a:solidFill>
              <a:effectLst/>
              <a:uLnTx/>
              <a:uFillTx/>
              <a:latin typeface="Times New Roman" panose="02020603050405020304" pitchFamily="18" charset="0"/>
              <a:ea typeface="STKaiti" panose="020B0503020204020204" pitchFamily="2" charset="-122"/>
              <a:cs typeface="Times New Roman" panose="02020603050405020304" pitchFamily="18" charset="0"/>
            </a:endParaRPr>
          </a:p>
        </p:txBody>
      </p:sp>
      <p:sp>
        <p:nvSpPr>
          <p:cNvPr id="44" name="TextBox 43">
            <a:extLst>
              <a:ext uri="{FF2B5EF4-FFF2-40B4-BE49-F238E27FC236}">
                <a16:creationId xmlns:a16="http://schemas.microsoft.com/office/drawing/2014/main" id="{C496EA03-46FF-71F8-777B-8DD9D143B0D6}"/>
              </a:ext>
            </a:extLst>
          </p:cNvPr>
          <p:cNvSpPr txBox="1"/>
          <p:nvPr/>
        </p:nvSpPr>
        <p:spPr>
          <a:xfrm>
            <a:off x="9210110" y="4265420"/>
            <a:ext cx="272994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Georgia" panose="02040502050405020303" pitchFamily="18" charset="0"/>
                <a:ea typeface="+mn-ea"/>
                <a:cs typeface="+mn-cs"/>
              </a:rPr>
              <a:t>June 3</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2200" normalizeH="0" baseline="0" noProof="0" dirty="0">
              <a:ln>
                <a:noFill/>
              </a:ln>
              <a:solidFill>
                <a:srgbClr val="FFFFFF"/>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pic>
        <p:nvPicPr>
          <p:cNvPr id="17" name="Picture 16">
            <a:extLst>
              <a:ext uri="{FF2B5EF4-FFF2-40B4-BE49-F238E27FC236}">
                <a16:creationId xmlns:a16="http://schemas.microsoft.com/office/drawing/2014/main" id="{44772843-F901-8A13-89A7-1990B1E4AA03}"/>
              </a:ext>
            </a:extLst>
          </p:cNvPr>
          <p:cNvPicPr>
            <a:picLocks noChangeAspect="1"/>
          </p:cNvPicPr>
          <p:nvPr/>
        </p:nvPicPr>
        <p:blipFill>
          <a:blip r:embed="rId15">
            <a:extLst>
              <a:ext uri="{28A0092B-C50C-407E-A947-70E740481C1C}">
                <a14:useLocalDpi xmlns:a14="http://schemas.microsoft.com/office/drawing/2010/main"/>
              </a:ext>
            </a:extLst>
          </a:blip>
          <a:stretch>
            <a:fillRect/>
          </a:stretch>
        </p:blipFill>
        <p:spPr>
          <a:xfrm>
            <a:off x="3727856" y="3915031"/>
            <a:ext cx="1800476" cy="381053"/>
          </a:xfrm>
          <a:prstGeom prst="rect">
            <a:avLst/>
          </a:prstGeom>
          <a:ln>
            <a:solidFill>
              <a:schemeClr val="tx2">
                <a:lumMod val="65000"/>
              </a:schemeClr>
            </a:solidFill>
          </a:ln>
        </p:spPr>
      </p:pic>
      <p:sp>
        <p:nvSpPr>
          <p:cNvPr id="18" name="TextBox 17">
            <a:extLst>
              <a:ext uri="{FF2B5EF4-FFF2-40B4-BE49-F238E27FC236}">
                <a16:creationId xmlns:a16="http://schemas.microsoft.com/office/drawing/2014/main" id="{A27A761A-BF4C-2435-E9BD-C227BD43A65F}"/>
              </a:ext>
            </a:extLst>
          </p:cNvPr>
          <p:cNvSpPr txBox="1"/>
          <p:nvPr/>
        </p:nvSpPr>
        <p:spPr>
          <a:xfrm>
            <a:off x="6202967" y="4279135"/>
            <a:ext cx="272994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AC0000"/>
                </a:solidFill>
                <a:effectLst/>
                <a:uLnTx/>
                <a:uFillTx/>
                <a:latin typeface="Neue Haas Grotesk Text Pro" panose="020B0504020202020204" pitchFamily="34" charset="0"/>
                <a:ea typeface="+mn-ea"/>
                <a:cs typeface="+mn-cs"/>
              </a:rPr>
              <a:t>Feb 2</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2200" normalizeH="0" baseline="0" noProof="0" dirty="0">
              <a:ln>
                <a:noFill/>
              </a:ln>
              <a:solidFill>
                <a:srgbClr val="8E0000"/>
              </a:solidFill>
              <a:effectLst/>
              <a:uLnTx/>
              <a:uFillTx/>
              <a:latin typeface="Neue Haas Grotesk Text Pro" panose="020B0504020202020204" pitchFamily="34" charset="0"/>
              <a:ea typeface="Verdana" panose="020B0604030504040204" pitchFamily="34" charset="0"/>
              <a:cs typeface="Verdana" panose="020B0604030504040204" pitchFamily="34" charset="0"/>
            </a:endParaRPr>
          </a:p>
        </p:txBody>
      </p:sp>
      <p:pic>
        <p:nvPicPr>
          <p:cNvPr id="22" name="Picture 21">
            <a:extLst>
              <a:ext uri="{FF2B5EF4-FFF2-40B4-BE49-F238E27FC236}">
                <a16:creationId xmlns:a16="http://schemas.microsoft.com/office/drawing/2014/main" id="{107EE751-03FF-4AD9-623F-3914E0CF376F}"/>
              </a:ext>
            </a:extLst>
          </p:cNvPr>
          <p:cNvPicPr>
            <a:picLocks noChangeAspect="1"/>
          </p:cNvPicPr>
          <p:nvPr/>
        </p:nvPicPr>
        <p:blipFill>
          <a:blip r:embed="rId16" cstate="email">
            <a:extLst>
              <a:ext uri="{28A0092B-C50C-407E-A947-70E740481C1C}">
                <a14:useLocalDpi xmlns:a14="http://schemas.microsoft.com/office/drawing/2010/main"/>
              </a:ext>
            </a:extLst>
          </a:blip>
          <a:stretch>
            <a:fillRect/>
          </a:stretch>
        </p:blipFill>
        <p:spPr>
          <a:xfrm>
            <a:off x="6738069" y="3915031"/>
            <a:ext cx="1637947" cy="385399"/>
          </a:xfrm>
          <a:prstGeom prst="rect">
            <a:avLst/>
          </a:prstGeom>
        </p:spPr>
      </p:pic>
      <p:pic>
        <p:nvPicPr>
          <p:cNvPr id="1026" name="Picture 2">
            <a:extLst>
              <a:ext uri="{FF2B5EF4-FFF2-40B4-BE49-F238E27FC236}">
                <a16:creationId xmlns:a16="http://schemas.microsoft.com/office/drawing/2014/main" id="{BCA475BB-5BFB-CBE4-F09E-14172958C570}"/>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266687" y="3959714"/>
            <a:ext cx="304800" cy="3048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Northwestern University Logo, symbol, meaning, history, PNG, brand">
            <a:extLst>
              <a:ext uri="{FF2B5EF4-FFF2-40B4-BE49-F238E27FC236}">
                <a16:creationId xmlns:a16="http://schemas.microsoft.com/office/drawing/2014/main" id="{B4E240B7-E418-12C8-DA32-ACB2F7AB4FC3}"/>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098190" y="1509373"/>
            <a:ext cx="538870" cy="30311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The Harvard Veritas shield next to the adorned shield (with wreath).">
            <a:extLst>
              <a:ext uri="{FF2B5EF4-FFF2-40B4-BE49-F238E27FC236}">
                <a16:creationId xmlns:a16="http://schemas.microsoft.com/office/drawing/2014/main" id="{577FBC99-7989-7DFE-774E-5CB4F7ECE4AB}"/>
              </a:ext>
            </a:extLst>
          </p:cNvPr>
          <p:cNvPicPr>
            <a:picLocks noChangeAspect="1" noChangeArrowheads="1"/>
          </p:cNvPicPr>
          <p:nvPr/>
        </p:nvPicPr>
        <p:blipFill rotWithShape="1">
          <a:blip r:embed="rId19" cstate="email">
            <a:extLst>
              <a:ext uri="{28A0092B-C50C-407E-A947-70E740481C1C}">
                <a14:useLocalDpi xmlns:a14="http://schemas.microsoft.com/office/drawing/2010/main" val="0"/>
              </a:ext>
            </a:extLst>
          </a:blip>
          <a:srcRect r="58594"/>
          <a:stretch>
            <a:fillRect/>
          </a:stretch>
        </p:blipFill>
        <p:spPr bwMode="auto">
          <a:xfrm>
            <a:off x="326818" y="1394422"/>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a:extLst>
              <a:ext uri="{FF2B5EF4-FFF2-40B4-BE49-F238E27FC236}">
                <a16:creationId xmlns:a16="http://schemas.microsoft.com/office/drawing/2014/main" id="{4BB8D8C7-D41A-EAEB-8355-4E181CC6D65E}"/>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3280323" y="1542661"/>
            <a:ext cx="338978" cy="269826"/>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16" descr="Shield of Princeton University">
            <a:extLst>
              <a:ext uri="{FF2B5EF4-FFF2-40B4-BE49-F238E27FC236}">
                <a16:creationId xmlns:a16="http://schemas.microsoft.com/office/drawing/2014/main" id="{125353AE-6B96-65C7-A218-99366D8112CC}"/>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6301638" y="3921643"/>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a:extLst>
              <a:ext uri="{FF2B5EF4-FFF2-40B4-BE49-F238E27FC236}">
                <a16:creationId xmlns:a16="http://schemas.microsoft.com/office/drawing/2014/main" id="{B3E2B9BC-21E7-917D-5A74-3392CB284C3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9353017" y="3948917"/>
            <a:ext cx="344526" cy="4616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4140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BE0AF-FD87-2B8B-C07E-9B52E478739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8A061832-7CCF-EF2C-040E-5FE9CD565679}"/>
              </a:ext>
            </a:extLst>
          </p:cNvPr>
          <p:cNvCxnSpPr>
            <a:cxnSpLocks/>
          </p:cNvCxnSpPr>
          <p:nvPr/>
        </p:nvCxnSpPr>
        <p:spPr>
          <a:xfrm flipH="1">
            <a:off x="10364095" y="3040316"/>
            <a:ext cx="10811"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F80C400-AD03-42AF-E6F2-8E1A1C1ED62E}"/>
              </a:ext>
            </a:extLst>
          </p:cNvPr>
          <p:cNvCxnSpPr>
            <a:cxnSpLocks/>
          </p:cNvCxnSpPr>
          <p:nvPr/>
        </p:nvCxnSpPr>
        <p:spPr>
          <a:xfrm flipH="1">
            <a:off x="6375074" y="3040316"/>
            <a:ext cx="10811"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6DEEA0-B242-41C7-E22E-C14C92843220}"/>
              </a:ext>
            </a:extLst>
          </p:cNvPr>
          <p:cNvCxnSpPr>
            <a:cxnSpLocks/>
          </p:cNvCxnSpPr>
          <p:nvPr/>
        </p:nvCxnSpPr>
        <p:spPr>
          <a:xfrm flipH="1">
            <a:off x="8775287"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E87235C-BD67-CDA5-A0BC-98913928D313}"/>
              </a:ext>
            </a:extLst>
          </p:cNvPr>
          <p:cNvCxnSpPr>
            <a:cxnSpLocks/>
          </p:cNvCxnSpPr>
          <p:nvPr/>
        </p:nvCxnSpPr>
        <p:spPr>
          <a:xfrm flipH="1">
            <a:off x="1537704" y="3040316"/>
            <a:ext cx="10811"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E330B98-251B-F745-57F1-4D9E8C9AC202}"/>
              </a:ext>
            </a:extLst>
          </p:cNvPr>
          <p:cNvCxnSpPr>
            <a:cxnSpLocks/>
          </p:cNvCxnSpPr>
          <p:nvPr/>
        </p:nvCxnSpPr>
        <p:spPr>
          <a:xfrm flipH="1">
            <a:off x="9965405"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F8C7F67-4F21-06F9-9BC2-72E2BEAB165B}"/>
              </a:ext>
            </a:extLst>
          </p:cNvPr>
          <p:cNvCxnSpPr>
            <a:cxnSpLocks/>
          </p:cNvCxnSpPr>
          <p:nvPr/>
        </p:nvCxnSpPr>
        <p:spPr>
          <a:xfrm flipH="1">
            <a:off x="6775195"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5D9939-EA82-5A2A-6631-B34567E7166F}"/>
              </a:ext>
            </a:extLst>
          </p:cNvPr>
          <p:cNvCxnSpPr>
            <a:cxnSpLocks/>
          </p:cNvCxnSpPr>
          <p:nvPr/>
        </p:nvCxnSpPr>
        <p:spPr>
          <a:xfrm flipH="1">
            <a:off x="5932778"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B8D8F5-EAF8-9099-AC5B-9597ED8A85A9}"/>
              </a:ext>
            </a:extLst>
          </p:cNvPr>
          <p:cNvCxnSpPr>
            <a:cxnSpLocks/>
          </p:cNvCxnSpPr>
          <p:nvPr/>
        </p:nvCxnSpPr>
        <p:spPr>
          <a:xfrm flipH="1">
            <a:off x="5548133"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9FB0238A-DD5C-6BBE-6DE9-94C5BFD7042A}"/>
              </a:ext>
            </a:extLst>
          </p:cNvPr>
          <p:cNvCxnSpPr>
            <a:cxnSpLocks/>
          </p:cNvCxnSpPr>
          <p:nvPr/>
        </p:nvCxnSpPr>
        <p:spPr>
          <a:xfrm>
            <a:off x="1925635" y="2906492"/>
            <a:ext cx="2003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3" name="Oval 352">
            <a:extLst>
              <a:ext uri="{FF2B5EF4-FFF2-40B4-BE49-F238E27FC236}">
                <a16:creationId xmlns:a16="http://schemas.microsoft.com/office/drawing/2014/main" id="{D1CAE7F5-319F-F92F-E424-04FD42DBA192}"/>
              </a:ext>
            </a:extLst>
          </p:cNvPr>
          <p:cNvSpPr/>
          <p:nvPr/>
        </p:nvSpPr>
        <p:spPr>
          <a:xfrm>
            <a:off x="1807644" y="5188388"/>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2" name="Oval 351">
            <a:extLst>
              <a:ext uri="{FF2B5EF4-FFF2-40B4-BE49-F238E27FC236}">
                <a16:creationId xmlns:a16="http://schemas.microsoft.com/office/drawing/2014/main" id="{000EFC07-D71D-03C7-A011-F156FCD187BF}"/>
              </a:ext>
            </a:extLst>
          </p:cNvPr>
          <p:cNvSpPr/>
          <p:nvPr/>
        </p:nvSpPr>
        <p:spPr>
          <a:xfrm>
            <a:off x="9832531" y="3906111"/>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4" name="Straight Connector 13">
            <a:extLst>
              <a:ext uri="{FF2B5EF4-FFF2-40B4-BE49-F238E27FC236}">
                <a16:creationId xmlns:a16="http://schemas.microsoft.com/office/drawing/2014/main" id="{7C26A69B-5997-BF94-7CAF-6D6E35547C7E}"/>
              </a:ext>
            </a:extLst>
          </p:cNvPr>
          <p:cNvCxnSpPr>
            <a:cxnSpLocks/>
          </p:cNvCxnSpPr>
          <p:nvPr/>
        </p:nvCxnSpPr>
        <p:spPr>
          <a:xfrm flipH="1">
            <a:off x="3937160"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12B6284-1735-7195-67F5-CC271C7F5337}"/>
              </a:ext>
            </a:extLst>
          </p:cNvPr>
          <p:cNvCxnSpPr>
            <a:cxnSpLocks/>
          </p:cNvCxnSpPr>
          <p:nvPr/>
        </p:nvCxnSpPr>
        <p:spPr>
          <a:xfrm flipH="1">
            <a:off x="2720150" y="3040316"/>
            <a:ext cx="189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D0D425B4-EB65-8EE6-DD86-ABA688DA68E1}"/>
              </a:ext>
            </a:extLst>
          </p:cNvPr>
          <p:cNvSpPr txBox="1">
            <a:spLocks/>
          </p:cNvSpPr>
          <p:nvPr/>
        </p:nvSpPr>
        <p:spPr>
          <a:xfrm>
            <a:off x="642127" y="224945"/>
            <a:ext cx="10855041" cy="825050"/>
          </a:xfrm>
          <a:prstGeom prst="rect">
            <a:avLst/>
          </a:prstGeom>
        </p:spPr>
        <p:txBody>
          <a:bodyPr vert="horz" lIns="91440" tIns="45720" rIns="91440" bIns="45720" rtlCol="0" anchor="ctr">
            <a:normAutofit/>
          </a:bodyPr>
          <a:lstStyle>
            <a:lvl1pPr algn="l" defTabSz="914172" rtl="0" eaLnBrk="1" latinLnBrk="0" hangingPunct="1">
              <a:lnSpc>
                <a:spcPct val="90000"/>
              </a:lnSpc>
              <a:spcBef>
                <a:spcPct val="0"/>
              </a:spcBef>
              <a:buNone/>
              <a:defRPr sz="4399" b="1" i="0" kern="1200" spc="1100" baseline="0">
                <a:solidFill>
                  <a:schemeClr val="bg1"/>
                </a:solidFill>
                <a:latin typeface="Montserrat"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Montserrat" pitchFamily="2" charset="77"/>
                <a:ea typeface="+mj-ea"/>
                <a:cs typeface="+mj-cs"/>
              </a:rPr>
              <a:t>Varying peer responses to federal actions</a:t>
            </a:r>
            <a:br>
              <a:rPr kumimoji="0" lang="en-US" sz="2400" b="1" i="0" u="none" strike="noStrike" kern="1200" cap="none" spc="0" normalizeH="0" baseline="0" noProof="0" dirty="0">
                <a:ln>
                  <a:noFill/>
                </a:ln>
                <a:solidFill>
                  <a:srgbClr val="FFFFFF"/>
                </a:solidFill>
                <a:effectLst/>
                <a:uLnTx/>
                <a:uFillTx/>
                <a:latin typeface="Montserrat" pitchFamily="2" charset="77"/>
                <a:ea typeface="+mj-ea"/>
                <a:cs typeface="+mj-cs"/>
              </a:rPr>
            </a:br>
            <a:r>
              <a:rPr kumimoji="0" lang="en-US" sz="1600" b="0" i="1" u="none" strike="noStrike" kern="1200" cap="none" spc="0" normalizeH="0" baseline="0" noProof="0" dirty="0">
                <a:ln>
                  <a:noFill/>
                </a:ln>
                <a:solidFill>
                  <a:srgbClr val="FFFFFF"/>
                </a:solidFill>
                <a:effectLst/>
                <a:uLnTx/>
                <a:uFillTx/>
                <a:latin typeface="Montserrat" pitchFamily="2" charset="77"/>
                <a:ea typeface="+mj-ea"/>
                <a:cs typeface="+mj-cs"/>
              </a:rPr>
              <a:t>Peer institutions have taken multiple steps to mitigate funding cuts, EOs, and endowment taxation</a:t>
            </a:r>
          </a:p>
        </p:txBody>
      </p:sp>
      <p:pic>
        <p:nvPicPr>
          <p:cNvPr id="58" name="Picture 22">
            <a:extLst>
              <a:ext uri="{FF2B5EF4-FFF2-40B4-BE49-F238E27FC236}">
                <a16:creationId xmlns:a16="http://schemas.microsoft.com/office/drawing/2014/main" id="{277AC3D8-5E74-32BF-E13B-A2F09B63F10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426919" y="1322115"/>
            <a:ext cx="396490" cy="20506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78" descr="http://content.sportslogos.net/logos/33/800/full/2580.gif">
            <a:extLst>
              <a:ext uri="{FF2B5EF4-FFF2-40B4-BE49-F238E27FC236}">
                <a16:creationId xmlns:a16="http://schemas.microsoft.com/office/drawing/2014/main" id="{510E0992-5E70-6466-0F13-2D40C212577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51846" y="1287823"/>
            <a:ext cx="365760" cy="32743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7" name="Table 66">
            <a:extLst>
              <a:ext uri="{FF2B5EF4-FFF2-40B4-BE49-F238E27FC236}">
                <a16:creationId xmlns:a16="http://schemas.microsoft.com/office/drawing/2014/main" id="{C7ACC221-DD79-742E-72E3-4C7C6675338A}"/>
              </a:ext>
            </a:extLst>
          </p:cNvPr>
          <p:cNvGraphicFramePr>
            <a:graphicFrameLocks noGrp="1"/>
          </p:cNvGraphicFramePr>
          <p:nvPr/>
        </p:nvGraphicFramePr>
        <p:xfrm>
          <a:off x="1316954" y="2161134"/>
          <a:ext cx="10058400" cy="274320"/>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1217471073"/>
                    </a:ext>
                  </a:extLst>
                </a:gridCol>
                <a:gridCol w="402336">
                  <a:extLst>
                    <a:ext uri="{9D8B030D-6E8A-4147-A177-3AD203B41FA5}">
                      <a16:colId xmlns:a16="http://schemas.microsoft.com/office/drawing/2014/main" val="3721799941"/>
                    </a:ext>
                  </a:extLst>
                </a:gridCol>
                <a:gridCol w="402336">
                  <a:extLst>
                    <a:ext uri="{9D8B030D-6E8A-4147-A177-3AD203B41FA5}">
                      <a16:colId xmlns:a16="http://schemas.microsoft.com/office/drawing/2014/main" val="3963487280"/>
                    </a:ext>
                  </a:extLst>
                </a:gridCol>
                <a:gridCol w="402336">
                  <a:extLst>
                    <a:ext uri="{9D8B030D-6E8A-4147-A177-3AD203B41FA5}">
                      <a16:colId xmlns:a16="http://schemas.microsoft.com/office/drawing/2014/main" val="3273303342"/>
                    </a:ext>
                  </a:extLst>
                </a:gridCol>
                <a:gridCol w="402336">
                  <a:extLst>
                    <a:ext uri="{9D8B030D-6E8A-4147-A177-3AD203B41FA5}">
                      <a16:colId xmlns:a16="http://schemas.microsoft.com/office/drawing/2014/main" val="655990254"/>
                    </a:ext>
                  </a:extLst>
                </a:gridCol>
                <a:gridCol w="402336">
                  <a:extLst>
                    <a:ext uri="{9D8B030D-6E8A-4147-A177-3AD203B41FA5}">
                      <a16:colId xmlns:a16="http://schemas.microsoft.com/office/drawing/2014/main" val="1126211103"/>
                    </a:ext>
                  </a:extLst>
                </a:gridCol>
                <a:gridCol w="402336">
                  <a:extLst>
                    <a:ext uri="{9D8B030D-6E8A-4147-A177-3AD203B41FA5}">
                      <a16:colId xmlns:a16="http://schemas.microsoft.com/office/drawing/2014/main" val="3106119493"/>
                    </a:ext>
                  </a:extLst>
                </a:gridCol>
                <a:gridCol w="402336">
                  <a:extLst>
                    <a:ext uri="{9D8B030D-6E8A-4147-A177-3AD203B41FA5}">
                      <a16:colId xmlns:a16="http://schemas.microsoft.com/office/drawing/2014/main" val="3191713148"/>
                    </a:ext>
                  </a:extLst>
                </a:gridCol>
                <a:gridCol w="402336">
                  <a:extLst>
                    <a:ext uri="{9D8B030D-6E8A-4147-A177-3AD203B41FA5}">
                      <a16:colId xmlns:a16="http://schemas.microsoft.com/office/drawing/2014/main" val="2418067580"/>
                    </a:ext>
                  </a:extLst>
                </a:gridCol>
                <a:gridCol w="402336">
                  <a:extLst>
                    <a:ext uri="{9D8B030D-6E8A-4147-A177-3AD203B41FA5}">
                      <a16:colId xmlns:a16="http://schemas.microsoft.com/office/drawing/2014/main" val="3137580327"/>
                    </a:ext>
                  </a:extLst>
                </a:gridCol>
                <a:gridCol w="402336">
                  <a:extLst>
                    <a:ext uri="{9D8B030D-6E8A-4147-A177-3AD203B41FA5}">
                      <a16:colId xmlns:a16="http://schemas.microsoft.com/office/drawing/2014/main" val="73105574"/>
                    </a:ext>
                  </a:extLst>
                </a:gridCol>
                <a:gridCol w="402336">
                  <a:extLst>
                    <a:ext uri="{9D8B030D-6E8A-4147-A177-3AD203B41FA5}">
                      <a16:colId xmlns:a16="http://schemas.microsoft.com/office/drawing/2014/main" val="1504946575"/>
                    </a:ext>
                  </a:extLst>
                </a:gridCol>
                <a:gridCol w="402336">
                  <a:extLst>
                    <a:ext uri="{9D8B030D-6E8A-4147-A177-3AD203B41FA5}">
                      <a16:colId xmlns:a16="http://schemas.microsoft.com/office/drawing/2014/main" val="3371090021"/>
                    </a:ext>
                  </a:extLst>
                </a:gridCol>
                <a:gridCol w="402336">
                  <a:extLst>
                    <a:ext uri="{9D8B030D-6E8A-4147-A177-3AD203B41FA5}">
                      <a16:colId xmlns:a16="http://schemas.microsoft.com/office/drawing/2014/main" val="2641895684"/>
                    </a:ext>
                  </a:extLst>
                </a:gridCol>
                <a:gridCol w="402336">
                  <a:extLst>
                    <a:ext uri="{9D8B030D-6E8A-4147-A177-3AD203B41FA5}">
                      <a16:colId xmlns:a16="http://schemas.microsoft.com/office/drawing/2014/main" val="3354512810"/>
                    </a:ext>
                  </a:extLst>
                </a:gridCol>
                <a:gridCol w="402336">
                  <a:extLst>
                    <a:ext uri="{9D8B030D-6E8A-4147-A177-3AD203B41FA5}">
                      <a16:colId xmlns:a16="http://schemas.microsoft.com/office/drawing/2014/main" val="2093702538"/>
                    </a:ext>
                  </a:extLst>
                </a:gridCol>
                <a:gridCol w="402336">
                  <a:extLst>
                    <a:ext uri="{9D8B030D-6E8A-4147-A177-3AD203B41FA5}">
                      <a16:colId xmlns:a16="http://schemas.microsoft.com/office/drawing/2014/main" val="2656000854"/>
                    </a:ext>
                  </a:extLst>
                </a:gridCol>
                <a:gridCol w="402336">
                  <a:extLst>
                    <a:ext uri="{9D8B030D-6E8A-4147-A177-3AD203B41FA5}">
                      <a16:colId xmlns:a16="http://schemas.microsoft.com/office/drawing/2014/main" val="995811764"/>
                    </a:ext>
                  </a:extLst>
                </a:gridCol>
                <a:gridCol w="402336">
                  <a:extLst>
                    <a:ext uri="{9D8B030D-6E8A-4147-A177-3AD203B41FA5}">
                      <a16:colId xmlns:a16="http://schemas.microsoft.com/office/drawing/2014/main" val="2382333075"/>
                    </a:ext>
                  </a:extLst>
                </a:gridCol>
                <a:gridCol w="402336">
                  <a:extLst>
                    <a:ext uri="{9D8B030D-6E8A-4147-A177-3AD203B41FA5}">
                      <a16:colId xmlns:a16="http://schemas.microsoft.com/office/drawing/2014/main" val="3188520021"/>
                    </a:ext>
                  </a:extLst>
                </a:gridCol>
                <a:gridCol w="402336">
                  <a:extLst>
                    <a:ext uri="{9D8B030D-6E8A-4147-A177-3AD203B41FA5}">
                      <a16:colId xmlns:a16="http://schemas.microsoft.com/office/drawing/2014/main" val="1816065508"/>
                    </a:ext>
                  </a:extLst>
                </a:gridCol>
                <a:gridCol w="402336">
                  <a:extLst>
                    <a:ext uri="{9D8B030D-6E8A-4147-A177-3AD203B41FA5}">
                      <a16:colId xmlns:a16="http://schemas.microsoft.com/office/drawing/2014/main" val="2858969405"/>
                    </a:ext>
                  </a:extLst>
                </a:gridCol>
                <a:gridCol w="402336">
                  <a:extLst>
                    <a:ext uri="{9D8B030D-6E8A-4147-A177-3AD203B41FA5}">
                      <a16:colId xmlns:a16="http://schemas.microsoft.com/office/drawing/2014/main" val="795978337"/>
                    </a:ext>
                  </a:extLst>
                </a:gridCol>
                <a:gridCol w="402336">
                  <a:extLst>
                    <a:ext uri="{9D8B030D-6E8A-4147-A177-3AD203B41FA5}">
                      <a16:colId xmlns:a16="http://schemas.microsoft.com/office/drawing/2014/main" val="3466575170"/>
                    </a:ext>
                  </a:extLst>
                </a:gridCol>
                <a:gridCol w="402336">
                  <a:extLst>
                    <a:ext uri="{9D8B030D-6E8A-4147-A177-3AD203B41FA5}">
                      <a16:colId xmlns:a16="http://schemas.microsoft.com/office/drawing/2014/main" val="546262350"/>
                    </a:ext>
                  </a:extLst>
                </a:gridCol>
              </a:tblGrid>
              <a:tr h="274320">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$53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$22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$33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$41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$38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00"/>
                          </a:solidFill>
                          <a:latin typeface="Arial"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889487310"/>
                  </a:ext>
                </a:extLst>
              </a:tr>
            </a:tbl>
          </a:graphicData>
        </a:graphic>
      </p:graphicFrame>
      <p:graphicFrame>
        <p:nvGraphicFramePr>
          <p:cNvPr id="68" name="Table 67">
            <a:extLst>
              <a:ext uri="{FF2B5EF4-FFF2-40B4-BE49-F238E27FC236}">
                <a16:creationId xmlns:a16="http://schemas.microsoft.com/office/drawing/2014/main" id="{162F1CFA-B7FC-A6E8-C0EC-3172B38BE85F}"/>
              </a:ext>
            </a:extLst>
          </p:cNvPr>
          <p:cNvGraphicFramePr>
            <a:graphicFrameLocks noGrp="1"/>
          </p:cNvGraphicFramePr>
          <p:nvPr/>
        </p:nvGraphicFramePr>
        <p:xfrm>
          <a:off x="440100" y="3247231"/>
          <a:ext cx="914400" cy="41148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Arial" panose="020B0604020202020204" pitchFamily="34" charset="0"/>
                          <a:cs typeface="Arial" panose="020B0604020202020204" pitchFamily="34" charset="0"/>
                        </a:rPr>
                        <a:t>Hiring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69" name="Table 68">
            <a:extLst>
              <a:ext uri="{FF2B5EF4-FFF2-40B4-BE49-F238E27FC236}">
                <a16:creationId xmlns:a16="http://schemas.microsoft.com/office/drawing/2014/main" id="{F49B9D2F-86D0-36BB-BA82-29E198F15B3C}"/>
              </a:ext>
            </a:extLst>
          </p:cNvPr>
          <p:cNvGraphicFramePr>
            <a:graphicFrameLocks noGrp="1"/>
          </p:cNvGraphicFramePr>
          <p:nvPr/>
        </p:nvGraphicFramePr>
        <p:xfrm>
          <a:off x="440100" y="3851040"/>
          <a:ext cx="914400" cy="41148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Arial" panose="020B0604020202020204" pitchFamily="34" charset="0"/>
                          <a:cs typeface="Arial" panose="020B0604020202020204" pitchFamily="34" charset="0"/>
                        </a:rPr>
                        <a:t>Salary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0" name="Table 69">
            <a:extLst>
              <a:ext uri="{FF2B5EF4-FFF2-40B4-BE49-F238E27FC236}">
                <a16:creationId xmlns:a16="http://schemas.microsoft.com/office/drawing/2014/main" id="{F6A63DB6-944C-6C59-6DC7-45A2F0434C86}"/>
              </a:ext>
            </a:extLst>
          </p:cNvPr>
          <p:cNvGraphicFramePr>
            <a:graphicFrameLocks noGrp="1"/>
          </p:cNvGraphicFramePr>
          <p:nvPr/>
        </p:nvGraphicFramePr>
        <p:xfrm>
          <a:off x="444683" y="4495805"/>
          <a:ext cx="914400" cy="41148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Arial" panose="020B0604020202020204" pitchFamily="34" charset="0"/>
                          <a:cs typeface="Arial" panose="020B0604020202020204" pitchFamily="34" charset="0"/>
                        </a:rPr>
                        <a:t>Budget Reductions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1" name="Table 70">
            <a:extLst>
              <a:ext uri="{FF2B5EF4-FFF2-40B4-BE49-F238E27FC236}">
                <a16:creationId xmlns:a16="http://schemas.microsoft.com/office/drawing/2014/main" id="{9FE9AE9D-35D0-6391-CA25-0BEA4F9BB833}"/>
              </a:ext>
            </a:extLst>
          </p:cNvPr>
          <p:cNvGraphicFramePr>
            <a:graphicFrameLocks noGrp="1"/>
          </p:cNvGraphicFramePr>
          <p:nvPr/>
        </p:nvGraphicFramePr>
        <p:xfrm>
          <a:off x="444683" y="5126062"/>
          <a:ext cx="914400" cy="41148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err="1">
                          <a:solidFill>
                            <a:schemeClr val="bg1"/>
                          </a:solidFill>
                          <a:latin typeface="Arial" panose="020B0604020202020204" pitchFamily="34" charset="0"/>
                          <a:cs typeface="Arial" panose="020B0604020202020204" pitchFamily="34" charset="0"/>
                        </a:rPr>
                        <a:t>CapEx</a:t>
                      </a:r>
                      <a:r>
                        <a:rPr lang="en-US" sz="1050" b="1" dirty="0">
                          <a:solidFill>
                            <a:schemeClr val="bg1"/>
                          </a:solidFill>
                          <a:latin typeface="Arial" panose="020B0604020202020204" pitchFamily="34" charset="0"/>
                          <a:cs typeface="Arial" panose="020B0604020202020204" pitchFamily="34" charset="0"/>
                        </a:rPr>
                        <a:t>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2" name="Table 71">
            <a:extLst>
              <a:ext uri="{FF2B5EF4-FFF2-40B4-BE49-F238E27FC236}">
                <a16:creationId xmlns:a16="http://schemas.microsoft.com/office/drawing/2014/main" id="{61D8FB36-A093-054E-25D4-1E730A9E9850}"/>
              </a:ext>
            </a:extLst>
          </p:cNvPr>
          <p:cNvGraphicFramePr>
            <a:graphicFrameLocks noGrp="1"/>
          </p:cNvGraphicFramePr>
          <p:nvPr/>
        </p:nvGraphicFramePr>
        <p:xfrm>
          <a:off x="435083" y="5739542"/>
          <a:ext cx="914400" cy="57150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Arial" panose="020B0604020202020204" pitchFamily="34" charset="0"/>
                          <a:cs typeface="Arial" panose="020B0604020202020204" pitchFamily="34" charset="0"/>
                        </a:rPr>
                        <a:t>Graduate Program Impacts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3" name="Table 72">
            <a:extLst>
              <a:ext uri="{FF2B5EF4-FFF2-40B4-BE49-F238E27FC236}">
                <a16:creationId xmlns:a16="http://schemas.microsoft.com/office/drawing/2014/main" id="{B16AB196-D41C-72E2-0332-FB1457568AF4}"/>
              </a:ext>
            </a:extLst>
          </p:cNvPr>
          <p:cNvGraphicFramePr>
            <a:graphicFrameLocks noGrp="1"/>
          </p:cNvGraphicFramePr>
          <p:nvPr/>
        </p:nvGraphicFramePr>
        <p:xfrm>
          <a:off x="1316954" y="1786508"/>
          <a:ext cx="10058400" cy="274320"/>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3366727930"/>
                    </a:ext>
                  </a:extLst>
                </a:gridCol>
                <a:gridCol w="402336">
                  <a:extLst>
                    <a:ext uri="{9D8B030D-6E8A-4147-A177-3AD203B41FA5}">
                      <a16:colId xmlns:a16="http://schemas.microsoft.com/office/drawing/2014/main" val="2098882434"/>
                    </a:ext>
                  </a:extLst>
                </a:gridCol>
                <a:gridCol w="402336">
                  <a:extLst>
                    <a:ext uri="{9D8B030D-6E8A-4147-A177-3AD203B41FA5}">
                      <a16:colId xmlns:a16="http://schemas.microsoft.com/office/drawing/2014/main" val="2577283830"/>
                    </a:ext>
                  </a:extLst>
                </a:gridCol>
                <a:gridCol w="402336">
                  <a:extLst>
                    <a:ext uri="{9D8B030D-6E8A-4147-A177-3AD203B41FA5}">
                      <a16:colId xmlns:a16="http://schemas.microsoft.com/office/drawing/2014/main" val="1698402314"/>
                    </a:ext>
                  </a:extLst>
                </a:gridCol>
                <a:gridCol w="402336">
                  <a:extLst>
                    <a:ext uri="{9D8B030D-6E8A-4147-A177-3AD203B41FA5}">
                      <a16:colId xmlns:a16="http://schemas.microsoft.com/office/drawing/2014/main" val="1150464436"/>
                    </a:ext>
                  </a:extLst>
                </a:gridCol>
                <a:gridCol w="402336">
                  <a:extLst>
                    <a:ext uri="{9D8B030D-6E8A-4147-A177-3AD203B41FA5}">
                      <a16:colId xmlns:a16="http://schemas.microsoft.com/office/drawing/2014/main" val="357585251"/>
                    </a:ext>
                  </a:extLst>
                </a:gridCol>
                <a:gridCol w="402336">
                  <a:extLst>
                    <a:ext uri="{9D8B030D-6E8A-4147-A177-3AD203B41FA5}">
                      <a16:colId xmlns:a16="http://schemas.microsoft.com/office/drawing/2014/main" val="3436109549"/>
                    </a:ext>
                  </a:extLst>
                </a:gridCol>
                <a:gridCol w="402336">
                  <a:extLst>
                    <a:ext uri="{9D8B030D-6E8A-4147-A177-3AD203B41FA5}">
                      <a16:colId xmlns:a16="http://schemas.microsoft.com/office/drawing/2014/main" val="3059888493"/>
                    </a:ext>
                  </a:extLst>
                </a:gridCol>
                <a:gridCol w="402336">
                  <a:extLst>
                    <a:ext uri="{9D8B030D-6E8A-4147-A177-3AD203B41FA5}">
                      <a16:colId xmlns:a16="http://schemas.microsoft.com/office/drawing/2014/main" val="231828248"/>
                    </a:ext>
                  </a:extLst>
                </a:gridCol>
                <a:gridCol w="402336">
                  <a:extLst>
                    <a:ext uri="{9D8B030D-6E8A-4147-A177-3AD203B41FA5}">
                      <a16:colId xmlns:a16="http://schemas.microsoft.com/office/drawing/2014/main" val="1442598195"/>
                    </a:ext>
                  </a:extLst>
                </a:gridCol>
                <a:gridCol w="402336">
                  <a:extLst>
                    <a:ext uri="{9D8B030D-6E8A-4147-A177-3AD203B41FA5}">
                      <a16:colId xmlns:a16="http://schemas.microsoft.com/office/drawing/2014/main" val="2218046626"/>
                    </a:ext>
                  </a:extLst>
                </a:gridCol>
                <a:gridCol w="402336">
                  <a:extLst>
                    <a:ext uri="{9D8B030D-6E8A-4147-A177-3AD203B41FA5}">
                      <a16:colId xmlns:a16="http://schemas.microsoft.com/office/drawing/2014/main" val="3942148956"/>
                    </a:ext>
                  </a:extLst>
                </a:gridCol>
                <a:gridCol w="402336">
                  <a:extLst>
                    <a:ext uri="{9D8B030D-6E8A-4147-A177-3AD203B41FA5}">
                      <a16:colId xmlns:a16="http://schemas.microsoft.com/office/drawing/2014/main" val="2368816920"/>
                    </a:ext>
                  </a:extLst>
                </a:gridCol>
                <a:gridCol w="402336">
                  <a:extLst>
                    <a:ext uri="{9D8B030D-6E8A-4147-A177-3AD203B41FA5}">
                      <a16:colId xmlns:a16="http://schemas.microsoft.com/office/drawing/2014/main" val="1195966348"/>
                    </a:ext>
                  </a:extLst>
                </a:gridCol>
                <a:gridCol w="402336">
                  <a:extLst>
                    <a:ext uri="{9D8B030D-6E8A-4147-A177-3AD203B41FA5}">
                      <a16:colId xmlns:a16="http://schemas.microsoft.com/office/drawing/2014/main" val="1404368841"/>
                    </a:ext>
                  </a:extLst>
                </a:gridCol>
                <a:gridCol w="402336">
                  <a:extLst>
                    <a:ext uri="{9D8B030D-6E8A-4147-A177-3AD203B41FA5}">
                      <a16:colId xmlns:a16="http://schemas.microsoft.com/office/drawing/2014/main" val="27775497"/>
                    </a:ext>
                  </a:extLst>
                </a:gridCol>
                <a:gridCol w="402336">
                  <a:extLst>
                    <a:ext uri="{9D8B030D-6E8A-4147-A177-3AD203B41FA5}">
                      <a16:colId xmlns:a16="http://schemas.microsoft.com/office/drawing/2014/main" val="1604726318"/>
                    </a:ext>
                  </a:extLst>
                </a:gridCol>
                <a:gridCol w="402336">
                  <a:extLst>
                    <a:ext uri="{9D8B030D-6E8A-4147-A177-3AD203B41FA5}">
                      <a16:colId xmlns:a16="http://schemas.microsoft.com/office/drawing/2014/main" val="4124560193"/>
                    </a:ext>
                  </a:extLst>
                </a:gridCol>
                <a:gridCol w="402336">
                  <a:extLst>
                    <a:ext uri="{9D8B030D-6E8A-4147-A177-3AD203B41FA5}">
                      <a16:colId xmlns:a16="http://schemas.microsoft.com/office/drawing/2014/main" val="697317155"/>
                    </a:ext>
                  </a:extLst>
                </a:gridCol>
                <a:gridCol w="402336">
                  <a:extLst>
                    <a:ext uri="{9D8B030D-6E8A-4147-A177-3AD203B41FA5}">
                      <a16:colId xmlns:a16="http://schemas.microsoft.com/office/drawing/2014/main" val="2448743457"/>
                    </a:ext>
                  </a:extLst>
                </a:gridCol>
                <a:gridCol w="402336">
                  <a:extLst>
                    <a:ext uri="{9D8B030D-6E8A-4147-A177-3AD203B41FA5}">
                      <a16:colId xmlns:a16="http://schemas.microsoft.com/office/drawing/2014/main" val="2052985718"/>
                    </a:ext>
                  </a:extLst>
                </a:gridCol>
                <a:gridCol w="402336">
                  <a:extLst>
                    <a:ext uri="{9D8B030D-6E8A-4147-A177-3AD203B41FA5}">
                      <a16:colId xmlns:a16="http://schemas.microsoft.com/office/drawing/2014/main" val="3462503137"/>
                    </a:ext>
                  </a:extLst>
                </a:gridCol>
                <a:gridCol w="402336">
                  <a:extLst>
                    <a:ext uri="{9D8B030D-6E8A-4147-A177-3AD203B41FA5}">
                      <a16:colId xmlns:a16="http://schemas.microsoft.com/office/drawing/2014/main" val="2622585511"/>
                    </a:ext>
                  </a:extLst>
                </a:gridCol>
                <a:gridCol w="402336">
                  <a:extLst>
                    <a:ext uri="{9D8B030D-6E8A-4147-A177-3AD203B41FA5}">
                      <a16:colId xmlns:a16="http://schemas.microsoft.com/office/drawing/2014/main" val="4077840197"/>
                    </a:ext>
                  </a:extLst>
                </a:gridCol>
                <a:gridCol w="402336">
                  <a:extLst>
                    <a:ext uri="{9D8B030D-6E8A-4147-A177-3AD203B41FA5}">
                      <a16:colId xmlns:a16="http://schemas.microsoft.com/office/drawing/2014/main" val="979228763"/>
                    </a:ext>
                  </a:extLst>
                </a:gridCol>
              </a:tblGrid>
              <a:tr h="274320">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$404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$691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$139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$470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$103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$692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$858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$580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$488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$356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$28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$646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$567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$613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$112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$732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$269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$37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$19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$62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Arial" panose="020B0604020202020204" pitchFamily="34" charset="0"/>
                          <a:ea typeface="+mn-ea"/>
                          <a:cs typeface="Arial" panose="020B0604020202020204" pitchFamily="34" charset="0"/>
                        </a:rPr>
                        <a:t>$127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263575597"/>
                  </a:ext>
                </a:extLst>
              </a:tr>
            </a:tbl>
          </a:graphicData>
        </a:graphic>
      </p:graphicFrame>
      <p:graphicFrame>
        <p:nvGraphicFramePr>
          <p:cNvPr id="74" name="Table 73">
            <a:extLst>
              <a:ext uri="{FF2B5EF4-FFF2-40B4-BE49-F238E27FC236}">
                <a16:creationId xmlns:a16="http://schemas.microsoft.com/office/drawing/2014/main" id="{4ABA5ACF-AA1C-8FC6-E877-C05DF27AC4C9}"/>
              </a:ext>
            </a:extLst>
          </p:cNvPr>
          <p:cNvGraphicFramePr>
            <a:graphicFrameLocks noGrp="1"/>
          </p:cNvGraphicFramePr>
          <p:nvPr/>
        </p:nvGraphicFramePr>
        <p:xfrm>
          <a:off x="440100" y="1785207"/>
          <a:ext cx="876854" cy="278445"/>
        </p:xfrm>
        <a:graphic>
          <a:graphicData uri="http://schemas.openxmlformats.org/drawingml/2006/table">
            <a:tbl>
              <a:tblPr firstRow="1" bandRow="1">
                <a:tableStyleId>{5C22544A-7EE6-4342-B048-85BDC9FD1C3A}</a:tableStyleId>
              </a:tblPr>
              <a:tblGrid>
                <a:gridCol w="876854">
                  <a:extLst>
                    <a:ext uri="{9D8B030D-6E8A-4147-A177-3AD203B41FA5}">
                      <a16:colId xmlns:a16="http://schemas.microsoft.com/office/drawing/2014/main" val="2886319902"/>
                    </a:ext>
                  </a:extLst>
                </a:gridCol>
              </a:tblGrid>
              <a:tr h="278445">
                <a:tc>
                  <a:txBody>
                    <a:bodyPr/>
                    <a:lstStyle/>
                    <a:p>
                      <a:pPr algn="ctr"/>
                      <a:r>
                        <a:rPr lang="en-US" sz="700" b="1" i="1" kern="1200" dirty="0">
                          <a:solidFill>
                            <a:schemeClr val="bg1"/>
                          </a:solidFill>
                          <a:latin typeface="Arial" panose="020B0604020202020204" pitchFamily="34" charset="0"/>
                          <a:ea typeface="+mn-ea"/>
                          <a:cs typeface="Arial" panose="020B0604020202020204" pitchFamily="34" charset="0"/>
                        </a:rPr>
                        <a:t>NIH Funding (‘24)</a:t>
                      </a:r>
                    </a:p>
                  </a:txBody>
                  <a:tcPr marL="45720" marR="4572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graphicFrame>
        <p:nvGraphicFramePr>
          <p:cNvPr id="75" name="Table 74">
            <a:extLst>
              <a:ext uri="{FF2B5EF4-FFF2-40B4-BE49-F238E27FC236}">
                <a16:creationId xmlns:a16="http://schemas.microsoft.com/office/drawing/2014/main" id="{F0FA1C2C-18AA-6C5C-8D51-622FDEEE2FA7}"/>
              </a:ext>
            </a:extLst>
          </p:cNvPr>
          <p:cNvGraphicFramePr>
            <a:graphicFrameLocks noGrp="1"/>
          </p:cNvGraphicFramePr>
          <p:nvPr/>
        </p:nvGraphicFramePr>
        <p:xfrm>
          <a:off x="435082" y="2161097"/>
          <a:ext cx="914399" cy="274320"/>
        </p:xfrm>
        <a:graphic>
          <a:graphicData uri="http://schemas.openxmlformats.org/drawingml/2006/table">
            <a:tbl>
              <a:tblPr firstRow="1" bandRow="1">
                <a:tableStyleId>{5C22544A-7EE6-4342-B048-85BDC9FD1C3A}</a:tableStyleId>
              </a:tblPr>
              <a:tblGrid>
                <a:gridCol w="914399">
                  <a:extLst>
                    <a:ext uri="{9D8B030D-6E8A-4147-A177-3AD203B41FA5}">
                      <a16:colId xmlns:a16="http://schemas.microsoft.com/office/drawing/2014/main" val="2886319902"/>
                    </a:ext>
                  </a:extLst>
                </a:gridCol>
              </a:tblGrid>
              <a:tr h="274320">
                <a:tc>
                  <a:txBody>
                    <a:bodyPr/>
                    <a:lstStyle/>
                    <a:p>
                      <a:pPr algn="ctr"/>
                      <a:r>
                        <a:rPr lang="en-US" sz="1000" b="1" i="1" kern="1200" dirty="0">
                          <a:solidFill>
                            <a:srgbClr val="FFFF00"/>
                          </a:solidFill>
                          <a:latin typeface="Arial" panose="020B0604020202020204" pitchFamily="34" charset="0"/>
                          <a:ea typeface="+mn-ea"/>
                          <a:cs typeface="Arial" panose="020B0604020202020204" pitchFamily="34" charset="0"/>
                        </a:rPr>
                        <a:t>Endowment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sp>
        <p:nvSpPr>
          <p:cNvPr id="77" name="TextBox 76">
            <a:extLst>
              <a:ext uri="{FF2B5EF4-FFF2-40B4-BE49-F238E27FC236}">
                <a16:creationId xmlns:a16="http://schemas.microsoft.com/office/drawing/2014/main" id="{5A06EFFF-BE2E-A4EB-62AC-6D8186EE9D09}"/>
              </a:ext>
            </a:extLst>
          </p:cNvPr>
          <p:cNvSpPr txBox="1"/>
          <p:nvPr/>
        </p:nvSpPr>
        <p:spPr>
          <a:xfrm>
            <a:off x="386005" y="2016034"/>
            <a:ext cx="603515" cy="18466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million</a:t>
            </a:r>
          </a:p>
        </p:txBody>
      </p:sp>
      <p:sp>
        <p:nvSpPr>
          <p:cNvPr id="78" name="TextBox 77">
            <a:extLst>
              <a:ext uri="{FF2B5EF4-FFF2-40B4-BE49-F238E27FC236}">
                <a16:creationId xmlns:a16="http://schemas.microsoft.com/office/drawing/2014/main" id="{8D7E73F0-5C63-2EF1-A943-25C094A89151}"/>
              </a:ext>
            </a:extLst>
          </p:cNvPr>
          <p:cNvSpPr txBox="1"/>
          <p:nvPr/>
        </p:nvSpPr>
        <p:spPr>
          <a:xfrm>
            <a:off x="386004" y="2406427"/>
            <a:ext cx="603515" cy="18466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FF00"/>
                </a:solidFill>
                <a:effectLst/>
                <a:uLnTx/>
                <a:uFillTx/>
                <a:latin typeface="Arial" panose="020B0604020202020204" pitchFamily="34" charset="0"/>
                <a:ea typeface="+mn-ea"/>
                <a:cs typeface="Arial" panose="020B0604020202020204" pitchFamily="34" charset="0"/>
              </a:rPr>
              <a:t>$ billion</a:t>
            </a:r>
          </a:p>
        </p:txBody>
      </p:sp>
      <p:sp>
        <p:nvSpPr>
          <p:cNvPr id="261" name="Oval 260">
            <a:extLst>
              <a:ext uri="{FF2B5EF4-FFF2-40B4-BE49-F238E27FC236}">
                <a16:creationId xmlns:a16="http://schemas.microsoft.com/office/drawing/2014/main" id="{806436F4-E73D-7988-37B5-0F57DD209C1B}"/>
              </a:ext>
            </a:extLst>
          </p:cNvPr>
          <p:cNvSpPr/>
          <p:nvPr/>
        </p:nvSpPr>
        <p:spPr>
          <a:xfrm>
            <a:off x="10235677"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62" name="Oval 261">
            <a:extLst>
              <a:ext uri="{FF2B5EF4-FFF2-40B4-BE49-F238E27FC236}">
                <a16:creationId xmlns:a16="http://schemas.microsoft.com/office/drawing/2014/main" id="{DCC56065-655F-F172-FC09-7E5997DC30B4}"/>
              </a:ext>
            </a:extLst>
          </p:cNvPr>
          <p:cNvSpPr/>
          <p:nvPr/>
        </p:nvSpPr>
        <p:spPr>
          <a:xfrm>
            <a:off x="10235677"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63" name="Oval 262">
            <a:extLst>
              <a:ext uri="{FF2B5EF4-FFF2-40B4-BE49-F238E27FC236}">
                <a16:creationId xmlns:a16="http://schemas.microsoft.com/office/drawing/2014/main" id="{D2BCDCF3-71B6-E96A-6922-4B60749C1702}"/>
              </a:ext>
            </a:extLst>
          </p:cNvPr>
          <p:cNvSpPr/>
          <p:nvPr/>
        </p:nvSpPr>
        <p:spPr>
          <a:xfrm>
            <a:off x="10235677"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64" name="Oval 263">
            <a:extLst>
              <a:ext uri="{FF2B5EF4-FFF2-40B4-BE49-F238E27FC236}">
                <a16:creationId xmlns:a16="http://schemas.microsoft.com/office/drawing/2014/main" id="{46951409-63E2-008B-0B97-87F59D9C8F20}"/>
              </a:ext>
            </a:extLst>
          </p:cNvPr>
          <p:cNvSpPr/>
          <p:nvPr/>
        </p:nvSpPr>
        <p:spPr>
          <a:xfrm>
            <a:off x="10235677" y="329281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65" name="Oval 264">
            <a:extLst>
              <a:ext uri="{FF2B5EF4-FFF2-40B4-BE49-F238E27FC236}">
                <a16:creationId xmlns:a16="http://schemas.microsoft.com/office/drawing/2014/main" id="{438B68B4-7C64-C675-4A73-6CCD2E91CEB8}"/>
              </a:ext>
            </a:extLst>
          </p:cNvPr>
          <p:cNvSpPr/>
          <p:nvPr/>
        </p:nvSpPr>
        <p:spPr>
          <a:xfrm>
            <a:off x="10235677" y="4565657"/>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248" name="Straight Connector 247">
            <a:extLst>
              <a:ext uri="{FF2B5EF4-FFF2-40B4-BE49-F238E27FC236}">
                <a16:creationId xmlns:a16="http://schemas.microsoft.com/office/drawing/2014/main" id="{DBE7CB18-6DAB-D978-4A8B-6A526AE4039F}"/>
              </a:ext>
            </a:extLst>
          </p:cNvPr>
          <p:cNvCxnSpPr>
            <a:cxnSpLocks/>
          </p:cNvCxnSpPr>
          <p:nvPr/>
        </p:nvCxnSpPr>
        <p:spPr>
          <a:xfrm flipH="1">
            <a:off x="10767457" y="3040316"/>
            <a:ext cx="10811"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7A61D202-6AEE-EA41-D47F-9F005FD432B4}"/>
              </a:ext>
            </a:extLst>
          </p:cNvPr>
          <p:cNvSpPr/>
          <p:nvPr/>
        </p:nvSpPr>
        <p:spPr>
          <a:xfrm>
            <a:off x="10639039"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0" name="Oval 249">
            <a:extLst>
              <a:ext uri="{FF2B5EF4-FFF2-40B4-BE49-F238E27FC236}">
                <a16:creationId xmlns:a16="http://schemas.microsoft.com/office/drawing/2014/main" id="{3F928196-0B7C-3DD1-D1B7-22829294FF5A}"/>
              </a:ext>
            </a:extLst>
          </p:cNvPr>
          <p:cNvSpPr/>
          <p:nvPr/>
        </p:nvSpPr>
        <p:spPr>
          <a:xfrm>
            <a:off x="10639039"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1" name="Oval 250">
            <a:extLst>
              <a:ext uri="{FF2B5EF4-FFF2-40B4-BE49-F238E27FC236}">
                <a16:creationId xmlns:a16="http://schemas.microsoft.com/office/drawing/2014/main" id="{3EA91CAF-BE87-BD03-FD2A-336BB74B6559}"/>
              </a:ext>
            </a:extLst>
          </p:cNvPr>
          <p:cNvSpPr/>
          <p:nvPr/>
        </p:nvSpPr>
        <p:spPr>
          <a:xfrm>
            <a:off x="10639039"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2" name="Oval 251">
            <a:extLst>
              <a:ext uri="{FF2B5EF4-FFF2-40B4-BE49-F238E27FC236}">
                <a16:creationId xmlns:a16="http://schemas.microsoft.com/office/drawing/2014/main" id="{45B7BC11-E955-3F05-DF7C-4180B233FEA5}"/>
              </a:ext>
            </a:extLst>
          </p:cNvPr>
          <p:cNvSpPr/>
          <p:nvPr/>
        </p:nvSpPr>
        <p:spPr>
          <a:xfrm>
            <a:off x="10235677" y="2772668"/>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3" name="Oval 252">
            <a:extLst>
              <a:ext uri="{FF2B5EF4-FFF2-40B4-BE49-F238E27FC236}">
                <a16:creationId xmlns:a16="http://schemas.microsoft.com/office/drawing/2014/main" id="{46A4064E-1219-26AB-79FA-33D613738961}"/>
              </a:ext>
            </a:extLst>
          </p:cNvPr>
          <p:cNvSpPr/>
          <p:nvPr/>
        </p:nvSpPr>
        <p:spPr>
          <a:xfrm>
            <a:off x="10639039" y="4565657"/>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44" name="Oval 243">
            <a:extLst>
              <a:ext uri="{FF2B5EF4-FFF2-40B4-BE49-F238E27FC236}">
                <a16:creationId xmlns:a16="http://schemas.microsoft.com/office/drawing/2014/main" id="{1DE07E14-5FBC-9DB0-B114-5F85305461FF}"/>
              </a:ext>
            </a:extLst>
          </p:cNvPr>
          <p:cNvSpPr/>
          <p:nvPr/>
        </p:nvSpPr>
        <p:spPr>
          <a:xfrm>
            <a:off x="9832531"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45" name="Oval 244">
            <a:extLst>
              <a:ext uri="{FF2B5EF4-FFF2-40B4-BE49-F238E27FC236}">
                <a16:creationId xmlns:a16="http://schemas.microsoft.com/office/drawing/2014/main" id="{927F8A39-C25D-0114-B9A3-C8468E31183C}"/>
              </a:ext>
            </a:extLst>
          </p:cNvPr>
          <p:cNvSpPr/>
          <p:nvPr/>
        </p:nvSpPr>
        <p:spPr>
          <a:xfrm>
            <a:off x="9832531"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46" name="Oval 245">
            <a:extLst>
              <a:ext uri="{FF2B5EF4-FFF2-40B4-BE49-F238E27FC236}">
                <a16:creationId xmlns:a16="http://schemas.microsoft.com/office/drawing/2014/main" id="{CDCA74F0-1DC3-DFED-6FC2-EBAED541E349}"/>
              </a:ext>
            </a:extLst>
          </p:cNvPr>
          <p:cNvSpPr/>
          <p:nvPr/>
        </p:nvSpPr>
        <p:spPr>
          <a:xfrm>
            <a:off x="9832531" y="3292815"/>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47" name="Oval 246">
            <a:extLst>
              <a:ext uri="{FF2B5EF4-FFF2-40B4-BE49-F238E27FC236}">
                <a16:creationId xmlns:a16="http://schemas.microsoft.com/office/drawing/2014/main" id="{6ECBC468-8313-D6EB-FC1A-067C5E184DF7}"/>
              </a:ext>
            </a:extLst>
          </p:cNvPr>
          <p:cNvSpPr/>
          <p:nvPr/>
        </p:nvSpPr>
        <p:spPr>
          <a:xfrm>
            <a:off x="9832531" y="4565657"/>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230" name="Straight Connector 229">
            <a:extLst>
              <a:ext uri="{FF2B5EF4-FFF2-40B4-BE49-F238E27FC236}">
                <a16:creationId xmlns:a16="http://schemas.microsoft.com/office/drawing/2014/main" id="{13F116ED-38AA-35C0-85A8-BE73C7BC7DBD}"/>
              </a:ext>
            </a:extLst>
          </p:cNvPr>
          <p:cNvCxnSpPr>
            <a:cxnSpLocks/>
          </p:cNvCxnSpPr>
          <p:nvPr/>
        </p:nvCxnSpPr>
        <p:spPr>
          <a:xfrm>
            <a:off x="3144932" y="3040316"/>
            <a:ext cx="17935"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31" name="Oval 230">
            <a:extLst>
              <a:ext uri="{FF2B5EF4-FFF2-40B4-BE49-F238E27FC236}">
                <a16:creationId xmlns:a16="http://schemas.microsoft.com/office/drawing/2014/main" id="{3DCA81F3-1290-9EC8-2061-1929A0A68DE6}"/>
              </a:ext>
            </a:extLst>
          </p:cNvPr>
          <p:cNvSpPr/>
          <p:nvPr/>
        </p:nvSpPr>
        <p:spPr>
          <a:xfrm>
            <a:off x="3022667"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32" name="Oval 231">
            <a:extLst>
              <a:ext uri="{FF2B5EF4-FFF2-40B4-BE49-F238E27FC236}">
                <a16:creationId xmlns:a16="http://schemas.microsoft.com/office/drawing/2014/main" id="{EA6A0883-DB94-8B2C-5213-1263855D9AF6}"/>
              </a:ext>
            </a:extLst>
          </p:cNvPr>
          <p:cNvSpPr/>
          <p:nvPr/>
        </p:nvSpPr>
        <p:spPr>
          <a:xfrm>
            <a:off x="3023796"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33" name="Oval 232">
            <a:extLst>
              <a:ext uri="{FF2B5EF4-FFF2-40B4-BE49-F238E27FC236}">
                <a16:creationId xmlns:a16="http://schemas.microsoft.com/office/drawing/2014/main" id="{4A8D2929-E27A-BD35-1721-2C4999D2A179}"/>
              </a:ext>
            </a:extLst>
          </p:cNvPr>
          <p:cNvSpPr/>
          <p:nvPr/>
        </p:nvSpPr>
        <p:spPr>
          <a:xfrm>
            <a:off x="3016171"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34" name="Oval 233">
            <a:extLst>
              <a:ext uri="{FF2B5EF4-FFF2-40B4-BE49-F238E27FC236}">
                <a16:creationId xmlns:a16="http://schemas.microsoft.com/office/drawing/2014/main" id="{D5721286-554E-1EA7-688B-4A4634494BA5}"/>
              </a:ext>
            </a:extLst>
          </p:cNvPr>
          <p:cNvSpPr/>
          <p:nvPr/>
        </p:nvSpPr>
        <p:spPr>
          <a:xfrm>
            <a:off x="3016172" y="3292815"/>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5" name="Oval 234">
            <a:extLst>
              <a:ext uri="{FF2B5EF4-FFF2-40B4-BE49-F238E27FC236}">
                <a16:creationId xmlns:a16="http://schemas.microsoft.com/office/drawing/2014/main" id="{C4BA16FE-6384-07F2-6C9B-3FB8496658E8}"/>
              </a:ext>
            </a:extLst>
          </p:cNvPr>
          <p:cNvSpPr/>
          <p:nvPr/>
        </p:nvSpPr>
        <p:spPr>
          <a:xfrm>
            <a:off x="3022665" y="4565657"/>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grpSp>
        <p:nvGrpSpPr>
          <p:cNvPr id="94" name="Group 93">
            <a:extLst>
              <a:ext uri="{FF2B5EF4-FFF2-40B4-BE49-F238E27FC236}">
                <a16:creationId xmlns:a16="http://schemas.microsoft.com/office/drawing/2014/main" id="{EAF6A3F0-BF93-2370-4B58-D9BB2CBBFAA7}"/>
              </a:ext>
            </a:extLst>
          </p:cNvPr>
          <p:cNvGrpSpPr/>
          <p:nvPr/>
        </p:nvGrpSpPr>
        <p:grpSpPr>
          <a:xfrm>
            <a:off x="4599893" y="2906492"/>
            <a:ext cx="276029" cy="3268101"/>
            <a:chOff x="3950753" y="2986542"/>
            <a:chExt cx="276029" cy="3268101"/>
          </a:xfrm>
        </p:grpSpPr>
        <p:cxnSp>
          <p:nvCxnSpPr>
            <p:cNvPr id="218" name="Straight Connector 217">
              <a:extLst>
                <a:ext uri="{FF2B5EF4-FFF2-40B4-BE49-F238E27FC236}">
                  <a16:creationId xmlns:a16="http://schemas.microsoft.com/office/drawing/2014/main" id="{755ED8D4-3850-E559-B152-2937C59C2112}"/>
                </a:ext>
              </a:extLst>
            </p:cNvPr>
            <p:cNvCxnSpPr>
              <a:cxnSpLocks/>
            </p:cNvCxnSpPr>
            <p:nvPr/>
          </p:nvCxnSpPr>
          <p:spPr>
            <a:xfrm>
              <a:off x="4084040" y="2986542"/>
              <a:ext cx="11477"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6" name="Oval 355">
              <a:extLst>
                <a:ext uri="{FF2B5EF4-FFF2-40B4-BE49-F238E27FC236}">
                  <a16:creationId xmlns:a16="http://schemas.microsoft.com/office/drawing/2014/main" id="{98776BBB-B240-C518-1BC7-21FA4E96659A}"/>
                </a:ext>
              </a:extLst>
            </p:cNvPr>
            <p:cNvSpPr/>
            <p:nvPr/>
          </p:nvSpPr>
          <p:spPr>
            <a:xfrm>
              <a:off x="3950753" y="3986161"/>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20" name="Oval 219">
              <a:extLst>
                <a:ext uri="{FF2B5EF4-FFF2-40B4-BE49-F238E27FC236}">
                  <a16:creationId xmlns:a16="http://schemas.microsoft.com/office/drawing/2014/main" id="{25CEA483-862C-7600-77FE-4EAF2CBE9C11}"/>
                </a:ext>
              </a:extLst>
            </p:cNvPr>
            <p:cNvSpPr/>
            <p:nvPr/>
          </p:nvSpPr>
          <p:spPr>
            <a:xfrm>
              <a:off x="3959135" y="5272633"/>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22" name="Oval 221">
              <a:extLst>
                <a:ext uri="{FF2B5EF4-FFF2-40B4-BE49-F238E27FC236}">
                  <a16:creationId xmlns:a16="http://schemas.microsoft.com/office/drawing/2014/main" id="{8771B4D8-33E4-4A52-AE00-83B84F0AD1C0}"/>
                </a:ext>
              </a:extLst>
            </p:cNvPr>
            <p:cNvSpPr/>
            <p:nvPr/>
          </p:nvSpPr>
          <p:spPr>
            <a:xfrm>
              <a:off x="3951511" y="337286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23" name="Oval 222">
              <a:extLst>
                <a:ext uri="{FF2B5EF4-FFF2-40B4-BE49-F238E27FC236}">
                  <a16:creationId xmlns:a16="http://schemas.microsoft.com/office/drawing/2014/main" id="{02B03122-1C64-F937-C196-544C712DBDCA}"/>
                </a:ext>
              </a:extLst>
            </p:cNvPr>
            <p:cNvSpPr/>
            <p:nvPr/>
          </p:nvSpPr>
          <p:spPr>
            <a:xfrm>
              <a:off x="3958004" y="4645707"/>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7" name="Oval 356">
              <a:extLst>
                <a:ext uri="{FF2B5EF4-FFF2-40B4-BE49-F238E27FC236}">
                  <a16:creationId xmlns:a16="http://schemas.microsoft.com/office/drawing/2014/main" id="{26947FBF-B50E-BBF8-14AA-35B46C2D4C2D}"/>
                </a:ext>
              </a:extLst>
            </p:cNvPr>
            <p:cNvSpPr/>
            <p:nvPr/>
          </p:nvSpPr>
          <p:spPr>
            <a:xfrm>
              <a:off x="3956369" y="598699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grpSp>
      <p:grpSp>
        <p:nvGrpSpPr>
          <p:cNvPr id="95" name="Group 94">
            <a:extLst>
              <a:ext uri="{FF2B5EF4-FFF2-40B4-BE49-F238E27FC236}">
                <a16:creationId xmlns:a16="http://schemas.microsoft.com/office/drawing/2014/main" id="{90A01761-DB99-CBAB-12E0-E4AEC9CE86E6}"/>
              </a:ext>
            </a:extLst>
          </p:cNvPr>
          <p:cNvGrpSpPr/>
          <p:nvPr/>
        </p:nvGrpSpPr>
        <p:grpSpPr>
          <a:xfrm>
            <a:off x="5002469" y="2906492"/>
            <a:ext cx="276031" cy="3272296"/>
            <a:chOff x="4350965" y="2986542"/>
            <a:chExt cx="276031" cy="3272296"/>
          </a:xfrm>
        </p:grpSpPr>
        <p:cxnSp>
          <p:nvCxnSpPr>
            <p:cNvPr id="212" name="Straight Connector 211">
              <a:extLst>
                <a:ext uri="{FF2B5EF4-FFF2-40B4-BE49-F238E27FC236}">
                  <a16:creationId xmlns:a16="http://schemas.microsoft.com/office/drawing/2014/main" id="{78854B8B-1D74-C732-CF02-43769684AA4E}"/>
                </a:ext>
              </a:extLst>
            </p:cNvPr>
            <p:cNvCxnSpPr>
              <a:cxnSpLocks/>
            </p:cNvCxnSpPr>
            <p:nvPr/>
          </p:nvCxnSpPr>
          <p:spPr>
            <a:xfrm>
              <a:off x="4478147" y="2986542"/>
              <a:ext cx="1758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8" name="Oval 357">
              <a:extLst>
                <a:ext uri="{FF2B5EF4-FFF2-40B4-BE49-F238E27FC236}">
                  <a16:creationId xmlns:a16="http://schemas.microsoft.com/office/drawing/2014/main" id="{D870C0A4-9DA0-DFEA-2BED-46646104AE35}"/>
                </a:ext>
              </a:extLst>
            </p:cNvPr>
            <p:cNvSpPr/>
            <p:nvPr/>
          </p:nvSpPr>
          <p:spPr>
            <a:xfrm>
              <a:off x="4350967" y="3986161"/>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9" name="Oval 358">
              <a:extLst>
                <a:ext uri="{FF2B5EF4-FFF2-40B4-BE49-F238E27FC236}">
                  <a16:creationId xmlns:a16="http://schemas.microsoft.com/office/drawing/2014/main" id="{D0D312D3-0675-87DA-A20C-B65B7D0AE37A}"/>
                </a:ext>
              </a:extLst>
            </p:cNvPr>
            <p:cNvSpPr/>
            <p:nvPr/>
          </p:nvSpPr>
          <p:spPr>
            <a:xfrm>
              <a:off x="4350965" y="464151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14" name="Oval 213">
              <a:extLst>
                <a:ext uri="{FF2B5EF4-FFF2-40B4-BE49-F238E27FC236}">
                  <a16:creationId xmlns:a16="http://schemas.microsoft.com/office/drawing/2014/main" id="{0EFC3F60-F59B-37AF-593C-7ED29F8DC9BC}"/>
                </a:ext>
              </a:extLst>
            </p:cNvPr>
            <p:cNvSpPr/>
            <p:nvPr/>
          </p:nvSpPr>
          <p:spPr>
            <a:xfrm>
              <a:off x="4359349"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15" name="Oval 214">
              <a:extLst>
                <a:ext uri="{FF2B5EF4-FFF2-40B4-BE49-F238E27FC236}">
                  <a16:creationId xmlns:a16="http://schemas.microsoft.com/office/drawing/2014/main" id="{706E6FE2-622A-8772-4AF2-E5A309CC8EB6}"/>
                </a:ext>
              </a:extLst>
            </p:cNvPr>
            <p:cNvSpPr/>
            <p:nvPr/>
          </p:nvSpPr>
          <p:spPr>
            <a:xfrm>
              <a:off x="4351724"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16" name="Oval 215">
              <a:extLst>
                <a:ext uri="{FF2B5EF4-FFF2-40B4-BE49-F238E27FC236}">
                  <a16:creationId xmlns:a16="http://schemas.microsoft.com/office/drawing/2014/main" id="{1C0DADCD-8679-FA30-BEDB-7F84A7A1E0C1}"/>
                </a:ext>
              </a:extLst>
            </p:cNvPr>
            <p:cNvSpPr/>
            <p:nvPr/>
          </p:nvSpPr>
          <p:spPr>
            <a:xfrm>
              <a:off x="4351725" y="337286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grpSp>
      <p:grpSp>
        <p:nvGrpSpPr>
          <p:cNvPr id="96" name="Group 95">
            <a:extLst>
              <a:ext uri="{FF2B5EF4-FFF2-40B4-BE49-F238E27FC236}">
                <a16:creationId xmlns:a16="http://schemas.microsoft.com/office/drawing/2014/main" id="{875DC5EB-564F-7DE3-49EF-AE29AAF42769}"/>
              </a:ext>
            </a:extLst>
          </p:cNvPr>
          <p:cNvGrpSpPr/>
          <p:nvPr/>
        </p:nvGrpSpPr>
        <p:grpSpPr>
          <a:xfrm>
            <a:off x="7820641" y="3040316"/>
            <a:ext cx="276031" cy="3138472"/>
            <a:chOff x="4751179" y="3120366"/>
            <a:chExt cx="276031" cy="3138472"/>
          </a:xfrm>
        </p:grpSpPr>
        <p:cxnSp>
          <p:nvCxnSpPr>
            <p:cNvPr id="206" name="Straight Connector 205">
              <a:extLst>
                <a:ext uri="{FF2B5EF4-FFF2-40B4-BE49-F238E27FC236}">
                  <a16:creationId xmlns:a16="http://schemas.microsoft.com/office/drawing/2014/main" id="{44BF1F38-A207-4A2C-7A7F-58D72AD40832}"/>
                </a:ext>
              </a:extLst>
            </p:cNvPr>
            <p:cNvCxnSpPr>
              <a:cxnSpLocks/>
            </p:cNvCxnSpPr>
            <p:nvPr/>
          </p:nvCxnSpPr>
          <p:spPr>
            <a:xfrm flipH="1">
              <a:off x="4885059" y="3120366"/>
              <a:ext cx="1990"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60" name="Oval 359">
              <a:extLst>
                <a:ext uri="{FF2B5EF4-FFF2-40B4-BE49-F238E27FC236}">
                  <a16:creationId xmlns:a16="http://schemas.microsoft.com/office/drawing/2014/main" id="{0971E5F1-E609-283F-EBCE-B79F96EA9C1E}"/>
                </a:ext>
              </a:extLst>
            </p:cNvPr>
            <p:cNvSpPr/>
            <p:nvPr/>
          </p:nvSpPr>
          <p:spPr>
            <a:xfrm>
              <a:off x="4751179" y="464151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07" name="Oval 206">
              <a:extLst>
                <a:ext uri="{FF2B5EF4-FFF2-40B4-BE49-F238E27FC236}">
                  <a16:creationId xmlns:a16="http://schemas.microsoft.com/office/drawing/2014/main" id="{B009C981-1247-28E9-BF9C-6A08542ECC9D}"/>
                </a:ext>
              </a:extLst>
            </p:cNvPr>
            <p:cNvSpPr/>
            <p:nvPr/>
          </p:nvSpPr>
          <p:spPr>
            <a:xfrm>
              <a:off x="4758434"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08" name="Oval 207">
              <a:extLst>
                <a:ext uri="{FF2B5EF4-FFF2-40B4-BE49-F238E27FC236}">
                  <a16:creationId xmlns:a16="http://schemas.microsoft.com/office/drawing/2014/main" id="{B9C4CB1C-34FD-925D-059F-55DF83E26FD5}"/>
                </a:ext>
              </a:extLst>
            </p:cNvPr>
            <p:cNvSpPr/>
            <p:nvPr/>
          </p:nvSpPr>
          <p:spPr>
            <a:xfrm>
              <a:off x="4759563"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09" name="Oval 208">
              <a:extLst>
                <a:ext uri="{FF2B5EF4-FFF2-40B4-BE49-F238E27FC236}">
                  <a16:creationId xmlns:a16="http://schemas.microsoft.com/office/drawing/2014/main" id="{5BB6019C-15DF-3008-B18D-0C84D45316EC}"/>
                </a:ext>
              </a:extLst>
            </p:cNvPr>
            <p:cNvSpPr/>
            <p:nvPr/>
          </p:nvSpPr>
          <p:spPr>
            <a:xfrm>
              <a:off x="4757381"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10" name="Oval 209">
              <a:extLst>
                <a:ext uri="{FF2B5EF4-FFF2-40B4-BE49-F238E27FC236}">
                  <a16:creationId xmlns:a16="http://schemas.microsoft.com/office/drawing/2014/main" id="{57ABEBFA-853F-80EF-9280-66E254361F81}"/>
                </a:ext>
              </a:extLst>
            </p:cNvPr>
            <p:cNvSpPr/>
            <p:nvPr/>
          </p:nvSpPr>
          <p:spPr>
            <a:xfrm>
              <a:off x="4751939" y="337286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grpSp>
      <p:cxnSp>
        <p:nvCxnSpPr>
          <p:cNvPr id="194" name="Straight Connector 193">
            <a:extLst>
              <a:ext uri="{FF2B5EF4-FFF2-40B4-BE49-F238E27FC236}">
                <a16:creationId xmlns:a16="http://schemas.microsoft.com/office/drawing/2014/main" id="{A2F58F54-F2D3-F111-B847-5C304E9EFA24}"/>
              </a:ext>
            </a:extLst>
          </p:cNvPr>
          <p:cNvCxnSpPr>
            <a:cxnSpLocks/>
          </p:cNvCxnSpPr>
          <p:nvPr/>
        </p:nvCxnSpPr>
        <p:spPr>
          <a:xfrm>
            <a:off x="4328288" y="3040316"/>
            <a:ext cx="255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95" name="Oval 194">
            <a:extLst>
              <a:ext uri="{FF2B5EF4-FFF2-40B4-BE49-F238E27FC236}">
                <a16:creationId xmlns:a16="http://schemas.microsoft.com/office/drawing/2014/main" id="{3B91B974-6BF4-1AB6-EA36-C85F406EC8C1}"/>
              </a:ext>
            </a:extLst>
          </p:cNvPr>
          <p:cNvSpPr/>
          <p:nvPr/>
        </p:nvSpPr>
        <p:spPr>
          <a:xfrm>
            <a:off x="4195744" y="391030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6" name="Oval 195">
            <a:extLst>
              <a:ext uri="{FF2B5EF4-FFF2-40B4-BE49-F238E27FC236}">
                <a16:creationId xmlns:a16="http://schemas.microsoft.com/office/drawing/2014/main" id="{DF5D73E3-7F3E-984A-6327-89494D5D681B}"/>
              </a:ext>
            </a:extLst>
          </p:cNvPr>
          <p:cNvSpPr/>
          <p:nvPr/>
        </p:nvSpPr>
        <p:spPr>
          <a:xfrm>
            <a:off x="4195744" y="5192583"/>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7" name="Oval 196">
            <a:extLst>
              <a:ext uri="{FF2B5EF4-FFF2-40B4-BE49-F238E27FC236}">
                <a16:creationId xmlns:a16="http://schemas.microsoft.com/office/drawing/2014/main" id="{C9953085-4EBC-A37E-AFEE-F84E92EB293C}"/>
              </a:ext>
            </a:extLst>
          </p:cNvPr>
          <p:cNvSpPr/>
          <p:nvPr/>
        </p:nvSpPr>
        <p:spPr>
          <a:xfrm>
            <a:off x="4195744"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8" name="Oval 197">
            <a:extLst>
              <a:ext uri="{FF2B5EF4-FFF2-40B4-BE49-F238E27FC236}">
                <a16:creationId xmlns:a16="http://schemas.microsoft.com/office/drawing/2014/main" id="{C0303A26-6B6A-0B03-8D43-EA933E7F257A}"/>
              </a:ext>
            </a:extLst>
          </p:cNvPr>
          <p:cNvSpPr/>
          <p:nvPr/>
        </p:nvSpPr>
        <p:spPr>
          <a:xfrm>
            <a:off x="4195744"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9" name="Oval 198">
            <a:extLst>
              <a:ext uri="{FF2B5EF4-FFF2-40B4-BE49-F238E27FC236}">
                <a16:creationId xmlns:a16="http://schemas.microsoft.com/office/drawing/2014/main" id="{57105D1D-53EF-3BDB-5F22-522358C35E05}"/>
              </a:ext>
            </a:extLst>
          </p:cNvPr>
          <p:cNvSpPr/>
          <p:nvPr/>
        </p:nvSpPr>
        <p:spPr>
          <a:xfrm>
            <a:off x="4195744" y="4565657"/>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3" name="Oval 362">
            <a:extLst>
              <a:ext uri="{FF2B5EF4-FFF2-40B4-BE49-F238E27FC236}">
                <a16:creationId xmlns:a16="http://schemas.microsoft.com/office/drawing/2014/main" id="{9D2113B9-3AE7-B80A-2190-ECFFE6C6DA45}"/>
              </a:ext>
            </a:extLst>
          </p:cNvPr>
          <p:cNvSpPr/>
          <p:nvPr/>
        </p:nvSpPr>
        <p:spPr>
          <a:xfrm>
            <a:off x="4195744"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88" name="Straight Connector 187">
            <a:extLst>
              <a:ext uri="{FF2B5EF4-FFF2-40B4-BE49-F238E27FC236}">
                <a16:creationId xmlns:a16="http://schemas.microsoft.com/office/drawing/2014/main" id="{13AC8604-CA81-B2BB-EFE5-23FAC3BB2557}"/>
              </a:ext>
            </a:extLst>
          </p:cNvPr>
          <p:cNvCxnSpPr>
            <a:cxnSpLocks/>
          </p:cNvCxnSpPr>
          <p:nvPr/>
        </p:nvCxnSpPr>
        <p:spPr>
          <a:xfrm flipH="1">
            <a:off x="7574572" y="3040316"/>
            <a:ext cx="15799"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89" name="Oval 188">
            <a:extLst>
              <a:ext uri="{FF2B5EF4-FFF2-40B4-BE49-F238E27FC236}">
                <a16:creationId xmlns:a16="http://schemas.microsoft.com/office/drawing/2014/main" id="{4F064854-3C10-CCD5-E443-8B9982DFDD3F}"/>
              </a:ext>
            </a:extLst>
          </p:cNvPr>
          <p:cNvSpPr/>
          <p:nvPr/>
        </p:nvSpPr>
        <p:spPr>
          <a:xfrm>
            <a:off x="7447947"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0" name="Oval 189">
            <a:extLst>
              <a:ext uri="{FF2B5EF4-FFF2-40B4-BE49-F238E27FC236}">
                <a16:creationId xmlns:a16="http://schemas.microsoft.com/office/drawing/2014/main" id="{3443D3BA-01AF-0607-AF9B-931FA43FABBF}"/>
              </a:ext>
            </a:extLst>
          </p:cNvPr>
          <p:cNvSpPr/>
          <p:nvPr/>
        </p:nvSpPr>
        <p:spPr>
          <a:xfrm>
            <a:off x="7449076" y="5192583"/>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1" name="Oval 190">
            <a:extLst>
              <a:ext uri="{FF2B5EF4-FFF2-40B4-BE49-F238E27FC236}">
                <a16:creationId xmlns:a16="http://schemas.microsoft.com/office/drawing/2014/main" id="{AA340C87-7C28-5004-9683-5B54AD7CC1FA}"/>
              </a:ext>
            </a:extLst>
          </p:cNvPr>
          <p:cNvSpPr/>
          <p:nvPr/>
        </p:nvSpPr>
        <p:spPr>
          <a:xfrm>
            <a:off x="7441451" y="5911141"/>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2" name="Oval 191">
            <a:extLst>
              <a:ext uri="{FF2B5EF4-FFF2-40B4-BE49-F238E27FC236}">
                <a16:creationId xmlns:a16="http://schemas.microsoft.com/office/drawing/2014/main" id="{5AA605C2-C5C3-8501-F77F-175413D23400}"/>
              </a:ext>
            </a:extLst>
          </p:cNvPr>
          <p:cNvSpPr/>
          <p:nvPr/>
        </p:nvSpPr>
        <p:spPr>
          <a:xfrm>
            <a:off x="7441452"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93" name="Oval 192">
            <a:extLst>
              <a:ext uri="{FF2B5EF4-FFF2-40B4-BE49-F238E27FC236}">
                <a16:creationId xmlns:a16="http://schemas.microsoft.com/office/drawing/2014/main" id="{73A3BA45-CA1F-F6E0-8CF1-40B101941F88}"/>
              </a:ext>
            </a:extLst>
          </p:cNvPr>
          <p:cNvSpPr/>
          <p:nvPr/>
        </p:nvSpPr>
        <p:spPr>
          <a:xfrm>
            <a:off x="7447945" y="456565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4" name="Oval 363">
            <a:extLst>
              <a:ext uri="{FF2B5EF4-FFF2-40B4-BE49-F238E27FC236}">
                <a16:creationId xmlns:a16="http://schemas.microsoft.com/office/drawing/2014/main" id="{79FD145C-6E61-7F0C-2EBE-B415AFD0721C}"/>
              </a:ext>
            </a:extLst>
          </p:cNvPr>
          <p:cNvSpPr/>
          <p:nvPr/>
        </p:nvSpPr>
        <p:spPr>
          <a:xfrm>
            <a:off x="6642073" y="590694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83" name="Oval 182">
            <a:extLst>
              <a:ext uri="{FF2B5EF4-FFF2-40B4-BE49-F238E27FC236}">
                <a16:creationId xmlns:a16="http://schemas.microsoft.com/office/drawing/2014/main" id="{13226D1C-9123-DC15-5243-176D74B25EC6}"/>
              </a:ext>
            </a:extLst>
          </p:cNvPr>
          <p:cNvSpPr/>
          <p:nvPr/>
        </p:nvSpPr>
        <p:spPr>
          <a:xfrm>
            <a:off x="6643710" y="3910306"/>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84" name="Oval 183">
            <a:extLst>
              <a:ext uri="{FF2B5EF4-FFF2-40B4-BE49-F238E27FC236}">
                <a16:creationId xmlns:a16="http://schemas.microsoft.com/office/drawing/2014/main" id="{88B13397-9A34-1F87-2F5F-D6DF414F0DDC}"/>
              </a:ext>
            </a:extLst>
          </p:cNvPr>
          <p:cNvSpPr/>
          <p:nvPr/>
        </p:nvSpPr>
        <p:spPr>
          <a:xfrm>
            <a:off x="6644839"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86" name="Oval 185">
            <a:extLst>
              <a:ext uri="{FF2B5EF4-FFF2-40B4-BE49-F238E27FC236}">
                <a16:creationId xmlns:a16="http://schemas.microsoft.com/office/drawing/2014/main" id="{9B680FD7-70C4-183E-6622-038B6F98B09F}"/>
              </a:ext>
            </a:extLst>
          </p:cNvPr>
          <p:cNvSpPr/>
          <p:nvPr/>
        </p:nvSpPr>
        <p:spPr>
          <a:xfrm>
            <a:off x="6637215"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87" name="Oval 186">
            <a:extLst>
              <a:ext uri="{FF2B5EF4-FFF2-40B4-BE49-F238E27FC236}">
                <a16:creationId xmlns:a16="http://schemas.microsoft.com/office/drawing/2014/main" id="{94B10E27-43D0-B26B-5E6E-DE190CDFBBF1}"/>
              </a:ext>
            </a:extLst>
          </p:cNvPr>
          <p:cNvSpPr/>
          <p:nvPr/>
        </p:nvSpPr>
        <p:spPr>
          <a:xfrm>
            <a:off x="6643708" y="456565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7" name="Oval 176">
            <a:extLst>
              <a:ext uri="{FF2B5EF4-FFF2-40B4-BE49-F238E27FC236}">
                <a16:creationId xmlns:a16="http://schemas.microsoft.com/office/drawing/2014/main" id="{4E6E90DF-22F1-77CB-FC84-CF33E30AB043}"/>
              </a:ext>
            </a:extLst>
          </p:cNvPr>
          <p:cNvSpPr/>
          <p:nvPr/>
        </p:nvSpPr>
        <p:spPr>
          <a:xfrm>
            <a:off x="2590328" y="391030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8" name="Oval 177">
            <a:extLst>
              <a:ext uri="{FF2B5EF4-FFF2-40B4-BE49-F238E27FC236}">
                <a16:creationId xmlns:a16="http://schemas.microsoft.com/office/drawing/2014/main" id="{55A945B1-7FA7-0570-949A-2EA8E6682A54}"/>
              </a:ext>
            </a:extLst>
          </p:cNvPr>
          <p:cNvSpPr/>
          <p:nvPr/>
        </p:nvSpPr>
        <p:spPr>
          <a:xfrm>
            <a:off x="2591457"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9" name="Oval 178">
            <a:extLst>
              <a:ext uri="{FF2B5EF4-FFF2-40B4-BE49-F238E27FC236}">
                <a16:creationId xmlns:a16="http://schemas.microsoft.com/office/drawing/2014/main" id="{C3228C05-E5C4-B65C-0379-9D9ED54634B9}"/>
              </a:ext>
            </a:extLst>
          </p:cNvPr>
          <p:cNvSpPr/>
          <p:nvPr/>
        </p:nvSpPr>
        <p:spPr>
          <a:xfrm>
            <a:off x="2583832"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80" name="Oval 179">
            <a:extLst>
              <a:ext uri="{FF2B5EF4-FFF2-40B4-BE49-F238E27FC236}">
                <a16:creationId xmlns:a16="http://schemas.microsoft.com/office/drawing/2014/main" id="{F2065D84-AD92-0434-D70D-E85CA2F13D6E}"/>
              </a:ext>
            </a:extLst>
          </p:cNvPr>
          <p:cNvSpPr/>
          <p:nvPr/>
        </p:nvSpPr>
        <p:spPr>
          <a:xfrm>
            <a:off x="2583833"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81" name="Oval 180">
            <a:extLst>
              <a:ext uri="{FF2B5EF4-FFF2-40B4-BE49-F238E27FC236}">
                <a16:creationId xmlns:a16="http://schemas.microsoft.com/office/drawing/2014/main" id="{11348BBB-BF4A-FD77-819E-EAE11FDB9952}"/>
              </a:ext>
            </a:extLst>
          </p:cNvPr>
          <p:cNvSpPr/>
          <p:nvPr/>
        </p:nvSpPr>
        <p:spPr>
          <a:xfrm>
            <a:off x="2590326" y="456565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70" name="Straight Connector 169">
            <a:extLst>
              <a:ext uri="{FF2B5EF4-FFF2-40B4-BE49-F238E27FC236}">
                <a16:creationId xmlns:a16="http://schemas.microsoft.com/office/drawing/2014/main" id="{3B2499C5-452C-4CBE-44D5-51F4DEF43440}"/>
              </a:ext>
            </a:extLst>
          </p:cNvPr>
          <p:cNvCxnSpPr>
            <a:cxnSpLocks/>
          </p:cNvCxnSpPr>
          <p:nvPr/>
        </p:nvCxnSpPr>
        <p:spPr>
          <a:xfrm>
            <a:off x="4503003" y="2462425"/>
            <a:ext cx="13883" cy="3812282"/>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37861D98-0972-A982-456D-F87F6D35EA44}"/>
              </a:ext>
            </a:extLst>
          </p:cNvPr>
          <p:cNvSpPr/>
          <p:nvPr/>
        </p:nvSpPr>
        <p:spPr>
          <a:xfrm>
            <a:off x="3804286" y="3910306"/>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2" name="Oval 171">
            <a:extLst>
              <a:ext uri="{FF2B5EF4-FFF2-40B4-BE49-F238E27FC236}">
                <a16:creationId xmlns:a16="http://schemas.microsoft.com/office/drawing/2014/main" id="{63EE6941-AE53-ADE6-FCD3-0D33CF606A6F}"/>
              </a:ext>
            </a:extLst>
          </p:cNvPr>
          <p:cNvSpPr/>
          <p:nvPr/>
        </p:nvSpPr>
        <p:spPr>
          <a:xfrm>
            <a:off x="3804286" y="5192583"/>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3" name="Oval 172">
            <a:extLst>
              <a:ext uri="{FF2B5EF4-FFF2-40B4-BE49-F238E27FC236}">
                <a16:creationId xmlns:a16="http://schemas.microsoft.com/office/drawing/2014/main" id="{FA2F4E0F-B667-CC4E-4416-20F960ED68BC}"/>
              </a:ext>
            </a:extLst>
          </p:cNvPr>
          <p:cNvSpPr/>
          <p:nvPr/>
        </p:nvSpPr>
        <p:spPr>
          <a:xfrm>
            <a:off x="3804286"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4" name="Oval 173">
            <a:extLst>
              <a:ext uri="{FF2B5EF4-FFF2-40B4-BE49-F238E27FC236}">
                <a16:creationId xmlns:a16="http://schemas.microsoft.com/office/drawing/2014/main" id="{A32A8EC4-91B5-D7DB-819A-29785F587406}"/>
              </a:ext>
            </a:extLst>
          </p:cNvPr>
          <p:cNvSpPr/>
          <p:nvPr/>
        </p:nvSpPr>
        <p:spPr>
          <a:xfrm>
            <a:off x="3804286"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75" name="Oval 174">
            <a:extLst>
              <a:ext uri="{FF2B5EF4-FFF2-40B4-BE49-F238E27FC236}">
                <a16:creationId xmlns:a16="http://schemas.microsoft.com/office/drawing/2014/main" id="{0C8633F0-37AA-5F8E-33D9-91260FFE3C86}"/>
              </a:ext>
            </a:extLst>
          </p:cNvPr>
          <p:cNvSpPr/>
          <p:nvPr/>
        </p:nvSpPr>
        <p:spPr>
          <a:xfrm>
            <a:off x="3804286" y="4565657"/>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5" name="Oval 364">
            <a:extLst>
              <a:ext uri="{FF2B5EF4-FFF2-40B4-BE49-F238E27FC236}">
                <a16:creationId xmlns:a16="http://schemas.microsoft.com/office/drawing/2014/main" id="{7FA2C10C-8A86-1DAA-413D-0FAA38DACD8F}"/>
              </a:ext>
            </a:extLst>
          </p:cNvPr>
          <p:cNvSpPr/>
          <p:nvPr/>
        </p:nvSpPr>
        <p:spPr>
          <a:xfrm>
            <a:off x="3804286"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5" name="Oval 164">
            <a:extLst>
              <a:ext uri="{FF2B5EF4-FFF2-40B4-BE49-F238E27FC236}">
                <a16:creationId xmlns:a16="http://schemas.microsoft.com/office/drawing/2014/main" id="{615AD3A2-583E-A5A3-C0B3-DB7B5AD175F2}"/>
              </a:ext>
            </a:extLst>
          </p:cNvPr>
          <p:cNvSpPr/>
          <p:nvPr/>
        </p:nvSpPr>
        <p:spPr>
          <a:xfrm>
            <a:off x="8642413"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6" name="Oval 165">
            <a:extLst>
              <a:ext uri="{FF2B5EF4-FFF2-40B4-BE49-F238E27FC236}">
                <a16:creationId xmlns:a16="http://schemas.microsoft.com/office/drawing/2014/main" id="{82C9B682-527C-BCBE-C835-F7507D8358C1}"/>
              </a:ext>
            </a:extLst>
          </p:cNvPr>
          <p:cNvSpPr/>
          <p:nvPr/>
        </p:nvSpPr>
        <p:spPr>
          <a:xfrm>
            <a:off x="8642413"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7" name="Oval 166">
            <a:extLst>
              <a:ext uri="{FF2B5EF4-FFF2-40B4-BE49-F238E27FC236}">
                <a16:creationId xmlns:a16="http://schemas.microsoft.com/office/drawing/2014/main" id="{F7F109ED-730B-E279-2108-908F5DF78B03}"/>
              </a:ext>
            </a:extLst>
          </p:cNvPr>
          <p:cNvSpPr/>
          <p:nvPr/>
        </p:nvSpPr>
        <p:spPr>
          <a:xfrm>
            <a:off x="8642413"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8" name="Oval 167">
            <a:extLst>
              <a:ext uri="{FF2B5EF4-FFF2-40B4-BE49-F238E27FC236}">
                <a16:creationId xmlns:a16="http://schemas.microsoft.com/office/drawing/2014/main" id="{134EB7F7-8834-1B90-EA10-747A8AAE6B23}"/>
              </a:ext>
            </a:extLst>
          </p:cNvPr>
          <p:cNvSpPr/>
          <p:nvPr/>
        </p:nvSpPr>
        <p:spPr>
          <a:xfrm>
            <a:off x="8642413" y="3292815"/>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9" name="Oval 168">
            <a:extLst>
              <a:ext uri="{FF2B5EF4-FFF2-40B4-BE49-F238E27FC236}">
                <a16:creationId xmlns:a16="http://schemas.microsoft.com/office/drawing/2014/main" id="{B5A78787-DB17-147C-3B28-80116C041156}"/>
              </a:ext>
            </a:extLst>
          </p:cNvPr>
          <p:cNvSpPr/>
          <p:nvPr/>
        </p:nvSpPr>
        <p:spPr>
          <a:xfrm>
            <a:off x="8642413" y="4565657"/>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58" name="Straight Connector 157">
            <a:extLst>
              <a:ext uri="{FF2B5EF4-FFF2-40B4-BE49-F238E27FC236}">
                <a16:creationId xmlns:a16="http://schemas.microsoft.com/office/drawing/2014/main" id="{A5D255BD-166C-3174-C090-9CD1A631B3E7}"/>
              </a:ext>
            </a:extLst>
          </p:cNvPr>
          <p:cNvCxnSpPr>
            <a:cxnSpLocks/>
          </p:cNvCxnSpPr>
          <p:nvPr/>
        </p:nvCxnSpPr>
        <p:spPr>
          <a:xfrm>
            <a:off x="7170684" y="3040316"/>
            <a:ext cx="26346"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AA9710E7-017A-61D9-876C-A6AC0B08A532}"/>
              </a:ext>
            </a:extLst>
          </p:cNvPr>
          <p:cNvSpPr/>
          <p:nvPr/>
        </p:nvSpPr>
        <p:spPr>
          <a:xfrm>
            <a:off x="7050034"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0" name="Oval 159">
            <a:extLst>
              <a:ext uri="{FF2B5EF4-FFF2-40B4-BE49-F238E27FC236}">
                <a16:creationId xmlns:a16="http://schemas.microsoft.com/office/drawing/2014/main" id="{6C3709D3-EECC-B942-6A41-EB76D3F2F3D8}"/>
              </a:ext>
            </a:extLst>
          </p:cNvPr>
          <p:cNvSpPr/>
          <p:nvPr/>
        </p:nvSpPr>
        <p:spPr>
          <a:xfrm>
            <a:off x="7050034"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1" name="Oval 160">
            <a:extLst>
              <a:ext uri="{FF2B5EF4-FFF2-40B4-BE49-F238E27FC236}">
                <a16:creationId xmlns:a16="http://schemas.microsoft.com/office/drawing/2014/main" id="{D32E27E9-F142-ED94-BEE1-2022DFC2661F}"/>
              </a:ext>
            </a:extLst>
          </p:cNvPr>
          <p:cNvSpPr/>
          <p:nvPr/>
        </p:nvSpPr>
        <p:spPr>
          <a:xfrm>
            <a:off x="7050034"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2" name="Oval 161">
            <a:extLst>
              <a:ext uri="{FF2B5EF4-FFF2-40B4-BE49-F238E27FC236}">
                <a16:creationId xmlns:a16="http://schemas.microsoft.com/office/drawing/2014/main" id="{FC4A9212-4DA1-C21F-F9C7-236C08656328}"/>
              </a:ext>
            </a:extLst>
          </p:cNvPr>
          <p:cNvSpPr/>
          <p:nvPr/>
        </p:nvSpPr>
        <p:spPr>
          <a:xfrm>
            <a:off x="7050034"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63" name="Oval 162">
            <a:extLst>
              <a:ext uri="{FF2B5EF4-FFF2-40B4-BE49-F238E27FC236}">
                <a16:creationId xmlns:a16="http://schemas.microsoft.com/office/drawing/2014/main" id="{78BE8AAD-8227-EA25-9FB3-ADBD3CF79127}"/>
              </a:ext>
            </a:extLst>
          </p:cNvPr>
          <p:cNvSpPr/>
          <p:nvPr/>
        </p:nvSpPr>
        <p:spPr>
          <a:xfrm>
            <a:off x="7050034" y="4565657"/>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6" name="Oval 365">
            <a:extLst>
              <a:ext uri="{FF2B5EF4-FFF2-40B4-BE49-F238E27FC236}">
                <a16:creationId xmlns:a16="http://schemas.microsoft.com/office/drawing/2014/main" id="{9DD21BFB-0AF7-81BE-96C4-5F3D257A360D}"/>
              </a:ext>
            </a:extLst>
          </p:cNvPr>
          <p:cNvSpPr/>
          <p:nvPr/>
        </p:nvSpPr>
        <p:spPr>
          <a:xfrm>
            <a:off x="7050034"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grpSp>
        <p:nvGrpSpPr>
          <p:cNvPr id="105" name="Group 104">
            <a:extLst>
              <a:ext uri="{FF2B5EF4-FFF2-40B4-BE49-F238E27FC236}">
                <a16:creationId xmlns:a16="http://schemas.microsoft.com/office/drawing/2014/main" id="{C1D896C1-EED6-417D-AD6C-386CC72B131D}"/>
              </a:ext>
            </a:extLst>
          </p:cNvPr>
          <p:cNvGrpSpPr/>
          <p:nvPr/>
        </p:nvGrpSpPr>
        <p:grpSpPr>
          <a:xfrm>
            <a:off x="9036460" y="3016388"/>
            <a:ext cx="275272" cy="3162400"/>
            <a:chOff x="8353864" y="3096438"/>
            <a:chExt cx="275272" cy="3162400"/>
          </a:xfrm>
        </p:grpSpPr>
        <p:cxnSp>
          <p:nvCxnSpPr>
            <p:cNvPr id="152" name="Straight Connector 151">
              <a:extLst>
                <a:ext uri="{FF2B5EF4-FFF2-40B4-BE49-F238E27FC236}">
                  <a16:creationId xmlns:a16="http://schemas.microsoft.com/office/drawing/2014/main" id="{ED33D3D0-90A4-441B-382F-A8CCF60553BD}"/>
                </a:ext>
              </a:extLst>
            </p:cNvPr>
            <p:cNvCxnSpPr>
              <a:cxnSpLocks/>
            </p:cNvCxnSpPr>
            <p:nvPr/>
          </p:nvCxnSpPr>
          <p:spPr>
            <a:xfrm>
              <a:off x="8481937" y="3096438"/>
              <a:ext cx="13864"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194996D3-65AE-56E0-B3BE-0F13393D6B41}"/>
                </a:ext>
              </a:extLst>
            </p:cNvPr>
            <p:cNvSpPr/>
            <p:nvPr/>
          </p:nvSpPr>
          <p:spPr>
            <a:xfrm>
              <a:off x="8360360"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54" name="Oval 153">
              <a:extLst>
                <a:ext uri="{FF2B5EF4-FFF2-40B4-BE49-F238E27FC236}">
                  <a16:creationId xmlns:a16="http://schemas.microsoft.com/office/drawing/2014/main" id="{11AF7398-4839-4778-B4A0-38DFCCDCE7A4}"/>
                </a:ext>
              </a:extLst>
            </p:cNvPr>
            <p:cNvSpPr/>
            <p:nvPr/>
          </p:nvSpPr>
          <p:spPr>
            <a:xfrm>
              <a:off x="8361489" y="5272633"/>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55" name="Oval 154">
              <a:extLst>
                <a:ext uri="{FF2B5EF4-FFF2-40B4-BE49-F238E27FC236}">
                  <a16:creationId xmlns:a16="http://schemas.microsoft.com/office/drawing/2014/main" id="{93C90815-0F77-84D3-2505-C179CBD6212C}"/>
                </a:ext>
              </a:extLst>
            </p:cNvPr>
            <p:cNvSpPr/>
            <p:nvPr/>
          </p:nvSpPr>
          <p:spPr>
            <a:xfrm>
              <a:off x="8353864" y="5991191"/>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56" name="Oval 155">
              <a:extLst>
                <a:ext uri="{FF2B5EF4-FFF2-40B4-BE49-F238E27FC236}">
                  <a16:creationId xmlns:a16="http://schemas.microsoft.com/office/drawing/2014/main" id="{18124BAE-20B3-9CB9-C65A-BB888CDBDC11}"/>
                </a:ext>
              </a:extLst>
            </p:cNvPr>
            <p:cNvSpPr/>
            <p:nvPr/>
          </p:nvSpPr>
          <p:spPr>
            <a:xfrm>
              <a:off x="8353865" y="3372865"/>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57" name="Oval 156">
              <a:extLst>
                <a:ext uri="{FF2B5EF4-FFF2-40B4-BE49-F238E27FC236}">
                  <a16:creationId xmlns:a16="http://schemas.microsoft.com/office/drawing/2014/main" id="{7696FB2E-8CAA-55F3-3821-DB5D33E062B7}"/>
                </a:ext>
              </a:extLst>
            </p:cNvPr>
            <p:cNvSpPr/>
            <p:nvPr/>
          </p:nvSpPr>
          <p:spPr>
            <a:xfrm>
              <a:off x="8360358" y="4645707"/>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grpSp>
      <p:sp>
        <p:nvSpPr>
          <p:cNvPr id="367" name="Oval 366">
            <a:extLst>
              <a:ext uri="{FF2B5EF4-FFF2-40B4-BE49-F238E27FC236}">
                <a16:creationId xmlns:a16="http://schemas.microsoft.com/office/drawing/2014/main" id="{413E54BB-5A9F-8C37-41F7-9C6FEE45D9C2}"/>
              </a:ext>
            </a:extLst>
          </p:cNvPr>
          <p:cNvSpPr/>
          <p:nvPr/>
        </p:nvSpPr>
        <p:spPr>
          <a:xfrm>
            <a:off x="5803767" y="5188388"/>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8" name="Oval 367">
            <a:extLst>
              <a:ext uri="{FF2B5EF4-FFF2-40B4-BE49-F238E27FC236}">
                <a16:creationId xmlns:a16="http://schemas.microsoft.com/office/drawing/2014/main" id="{A205B6C8-1CB0-D1FC-D642-E46F0868565C}"/>
              </a:ext>
            </a:extLst>
          </p:cNvPr>
          <p:cNvSpPr/>
          <p:nvPr/>
        </p:nvSpPr>
        <p:spPr>
          <a:xfrm>
            <a:off x="5803767"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47" name="Oval 146">
            <a:extLst>
              <a:ext uri="{FF2B5EF4-FFF2-40B4-BE49-F238E27FC236}">
                <a16:creationId xmlns:a16="http://schemas.microsoft.com/office/drawing/2014/main" id="{77AF2AF8-6392-9833-CE36-46D2657846A6}"/>
              </a:ext>
            </a:extLst>
          </p:cNvPr>
          <p:cNvSpPr/>
          <p:nvPr/>
        </p:nvSpPr>
        <p:spPr>
          <a:xfrm>
            <a:off x="5803767"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49" name="Oval 148">
            <a:extLst>
              <a:ext uri="{FF2B5EF4-FFF2-40B4-BE49-F238E27FC236}">
                <a16:creationId xmlns:a16="http://schemas.microsoft.com/office/drawing/2014/main" id="{ADE5C13F-95B7-45F2-FCAB-DD6D06768EB5}"/>
              </a:ext>
            </a:extLst>
          </p:cNvPr>
          <p:cNvSpPr/>
          <p:nvPr/>
        </p:nvSpPr>
        <p:spPr>
          <a:xfrm>
            <a:off x="5803767"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50" name="Oval 149">
            <a:extLst>
              <a:ext uri="{FF2B5EF4-FFF2-40B4-BE49-F238E27FC236}">
                <a16:creationId xmlns:a16="http://schemas.microsoft.com/office/drawing/2014/main" id="{60CA9834-DC50-B64B-D342-E54983DFFBA3}"/>
              </a:ext>
            </a:extLst>
          </p:cNvPr>
          <p:cNvSpPr/>
          <p:nvPr/>
        </p:nvSpPr>
        <p:spPr>
          <a:xfrm>
            <a:off x="5803767"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40" name="Straight Connector 139">
            <a:extLst>
              <a:ext uri="{FF2B5EF4-FFF2-40B4-BE49-F238E27FC236}">
                <a16:creationId xmlns:a16="http://schemas.microsoft.com/office/drawing/2014/main" id="{58AADD3C-A1F9-8D6E-F35E-48B0378EBCAC}"/>
              </a:ext>
            </a:extLst>
          </p:cNvPr>
          <p:cNvCxnSpPr>
            <a:cxnSpLocks/>
          </p:cNvCxnSpPr>
          <p:nvPr/>
        </p:nvCxnSpPr>
        <p:spPr>
          <a:xfrm>
            <a:off x="3524436" y="3040316"/>
            <a:ext cx="31746"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26BE7F0B-5BB1-3DFA-7F14-92A94AA2ECC9}"/>
              </a:ext>
            </a:extLst>
          </p:cNvPr>
          <p:cNvSpPr/>
          <p:nvPr/>
        </p:nvSpPr>
        <p:spPr>
          <a:xfrm>
            <a:off x="3403260" y="391030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42" name="Oval 141">
            <a:extLst>
              <a:ext uri="{FF2B5EF4-FFF2-40B4-BE49-F238E27FC236}">
                <a16:creationId xmlns:a16="http://schemas.microsoft.com/office/drawing/2014/main" id="{472C00F6-DB0B-E4C8-D99A-FDEFA5894DD7}"/>
              </a:ext>
            </a:extLst>
          </p:cNvPr>
          <p:cNvSpPr/>
          <p:nvPr/>
        </p:nvSpPr>
        <p:spPr>
          <a:xfrm>
            <a:off x="3415022" y="5192583"/>
            <a:ext cx="267647" cy="267647"/>
          </a:xfrm>
          <a:prstGeom prst="ellipse">
            <a:avLst/>
          </a:prstGeom>
          <a:solidFill>
            <a:srgbClr val="8E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44" name="Oval 143">
            <a:extLst>
              <a:ext uri="{FF2B5EF4-FFF2-40B4-BE49-F238E27FC236}">
                <a16:creationId xmlns:a16="http://schemas.microsoft.com/office/drawing/2014/main" id="{508DC767-0436-9973-23E8-F7EA88EAF2B1}"/>
              </a:ext>
            </a:extLst>
          </p:cNvPr>
          <p:cNvSpPr/>
          <p:nvPr/>
        </p:nvSpPr>
        <p:spPr>
          <a:xfrm>
            <a:off x="3407398"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45" name="Oval 144">
            <a:extLst>
              <a:ext uri="{FF2B5EF4-FFF2-40B4-BE49-F238E27FC236}">
                <a16:creationId xmlns:a16="http://schemas.microsoft.com/office/drawing/2014/main" id="{3DAEE947-CE33-A2FD-065E-BAD6A7740A74}"/>
              </a:ext>
            </a:extLst>
          </p:cNvPr>
          <p:cNvSpPr/>
          <p:nvPr/>
        </p:nvSpPr>
        <p:spPr>
          <a:xfrm>
            <a:off x="3413891" y="456565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9" name="Oval 368">
            <a:extLst>
              <a:ext uri="{FF2B5EF4-FFF2-40B4-BE49-F238E27FC236}">
                <a16:creationId xmlns:a16="http://schemas.microsoft.com/office/drawing/2014/main" id="{D871B817-E526-7A8B-4C36-BBA6F0846E7A}"/>
              </a:ext>
            </a:extLst>
          </p:cNvPr>
          <p:cNvSpPr/>
          <p:nvPr/>
        </p:nvSpPr>
        <p:spPr>
          <a:xfrm>
            <a:off x="3422721" y="5911140"/>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5" name="Oval 134">
            <a:extLst>
              <a:ext uri="{FF2B5EF4-FFF2-40B4-BE49-F238E27FC236}">
                <a16:creationId xmlns:a16="http://schemas.microsoft.com/office/drawing/2014/main" id="{01F78938-C9F7-285F-B0BE-3542D14E54A2}"/>
              </a:ext>
            </a:extLst>
          </p:cNvPr>
          <p:cNvSpPr/>
          <p:nvPr/>
        </p:nvSpPr>
        <p:spPr>
          <a:xfrm>
            <a:off x="5417787" y="391030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6" name="Oval 135">
            <a:extLst>
              <a:ext uri="{FF2B5EF4-FFF2-40B4-BE49-F238E27FC236}">
                <a16:creationId xmlns:a16="http://schemas.microsoft.com/office/drawing/2014/main" id="{B0FBE8C0-6F35-DA78-6589-F37C2B916D9C}"/>
              </a:ext>
            </a:extLst>
          </p:cNvPr>
          <p:cNvSpPr/>
          <p:nvPr/>
        </p:nvSpPr>
        <p:spPr>
          <a:xfrm>
            <a:off x="5418916" y="5192583"/>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7" name="Oval 136">
            <a:extLst>
              <a:ext uri="{FF2B5EF4-FFF2-40B4-BE49-F238E27FC236}">
                <a16:creationId xmlns:a16="http://schemas.microsoft.com/office/drawing/2014/main" id="{59F03C49-D457-103C-9B69-4EB783448C76}"/>
              </a:ext>
            </a:extLst>
          </p:cNvPr>
          <p:cNvSpPr/>
          <p:nvPr/>
        </p:nvSpPr>
        <p:spPr>
          <a:xfrm>
            <a:off x="5422177"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8" name="Oval 137">
            <a:extLst>
              <a:ext uri="{FF2B5EF4-FFF2-40B4-BE49-F238E27FC236}">
                <a16:creationId xmlns:a16="http://schemas.microsoft.com/office/drawing/2014/main" id="{0CC16BAE-42CD-7CF6-4C36-194C78D829D8}"/>
              </a:ext>
            </a:extLst>
          </p:cNvPr>
          <p:cNvSpPr/>
          <p:nvPr/>
        </p:nvSpPr>
        <p:spPr>
          <a:xfrm>
            <a:off x="5422178"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9" name="Oval 138">
            <a:extLst>
              <a:ext uri="{FF2B5EF4-FFF2-40B4-BE49-F238E27FC236}">
                <a16:creationId xmlns:a16="http://schemas.microsoft.com/office/drawing/2014/main" id="{F44B56F9-76C8-FF76-EAB4-7EEDA28EF472}"/>
              </a:ext>
            </a:extLst>
          </p:cNvPr>
          <p:cNvSpPr/>
          <p:nvPr/>
        </p:nvSpPr>
        <p:spPr>
          <a:xfrm>
            <a:off x="5417785" y="456565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28" name="Straight Connector 127">
            <a:extLst>
              <a:ext uri="{FF2B5EF4-FFF2-40B4-BE49-F238E27FC236}">
                <a16:creationId xmlns:a16="http://schemas.microsoft.com/office/drawing/2014/main" id="{0872768F-B742-7883-EC46-6290798B4906}"/>
              </a:ext>
            </a:extLst>
          </p:cNvPr>
          <p:cNvCxnSpPr>
            <a:cxnSpLocks/>
          </p:cNvCxnSpPr>
          <p:nvPr/>
        </p:nvCxnSpPr>
        <p:spPr>
          <a:xfrm>
            <a:off x="11195706" y="3040316"/>
            <a:ext cx="10639"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9107B9EE-D9C0-9E00-D4B7-9D31AA04F9E3}"/>
              </a:ext>
            </a:extLst>
          </p:cNvPr>
          <p:cNvSpPr/>
          <p:nvPr/>
        </p:nvSpPr>
        <p:spPr>
          <a:xfrm>
            <a:off x="11067202"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0" name="Oval 129">
            <a:extLst>
              <a:ext uri="{FF2B5EF4-FFF2-40B4-BE49-F238E27FC236}">
                <a16:creationId xmlns:a16="http://schemas.microsoft.com/office/drawing/2014/main" id="{E71C8B76-BFD0-E51F-1DAB-5EA79BDAD815}"/>
              </a:ext>
            </a:extLst>
          </p:cNvPr>
          <p:cNvSpPr/>
          <p:nvPr/>
        </p:nvSpPr>
        <p:spPr>
          <a:xfrm>
            <a:off x="11067202"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1" name="Oval 130">
            <a:extLst>
              <a:ext uri="{FF2B5EF4-FFF2-40B4-BE49-F238E27FC236}">
                <a16:creationId xmlns:a16="http://schemas.microsoft.com/office/drawing/2014/main" id="{6C3B429C-BCC2-E0D7-30DC-4220E8A99461}"/>
              </a:ext>
            </a:extLst>
          </p:cNvPr>
          <p:cNvSpPr/>
          <p:nvPr/>
        </p:nvSpPr>
        <p:spPr>
          <a:xfrm>
            <a:off x="11067202"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2" name="Oval 131">
            <a:extLst>
              <a:ext uri="{FF2B5EF4-FFF2-40B4-BE49-F238E27FC236}">
                <a16:creationId xmlns:a16="http://schemas.microsoft.com/office/drawing/2014/main" id="{53C567E2-B58A-91E6-E180-069D3DA93BE6}"/>
              </a:ext>
            </a:extLst>
          </p:cNvPr>
          <p:cNvSpPr/>
          <p:nvPr/>
        </p:nvSpPr>
        <p:spPr>
          <a:xfrm>
            <a:off x="11067202" y="3292815"/>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33" name="Oval 132">
            <a:extLst>
              <a:ext uri="{FF2B5EF4-FFF2-40B4-BE49-F238E27FC236}">
                <a16:creationId xmlns:a16="http://schemas.microsoft.com/office/drawing/2014/main" id="{BF0AF3A3-5A35-151E-6BAC-AE2F2FB79866}"/>
              </a:ext>
            </a:extLst>
          </p:cNvPr>
          <p:cNvSpPr/>
          <p:nvPr/>
        </p:nvSpPr>
        <p:spPr>
          <a:xfrm>
            <a:off x="11067202" y="4565657"/>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cxnSp>
        <p:nvCxnSpPr>
          <p:cNvPr id="122" name="Straight Connector 121">
            <a:extLst>
              <a:ext uri="{FF2B5EF4-FFF2-40B4-BE49-F238E27FC236}">
                <a16:creationId xmlns:a16="http://schemas.microsoft.com/office/drawing/2014/main" id="{6B275D0B-CC96-BECF-1186-FF85AA673419}"/>
              </a:ext>
            </a:extLst>
          </p:cNvPr>
          <p:cNvCxnSpPr>
            <a:cxnSpLocks/>
          </p:cNvCxnSpPr>
          <p:nvPr/>
        </p:nvCxnSpPr>
        <p:spPr>
          <a:xfrm>
            <a:off x="8361175" y="3040316"/>
            <a:ext cx="2558"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631A6E04-AAF7-7D0D-D36B-273C2DA3F0AF}"/>
              </a:ext>
            </a:extLst>
          </p:cNvPr>
          <p:cNvSpPr/>
          <p:nvPr/>
        </p:nvSpPr>
        <p:spPr>
          <a:xfrm>
            <a:off x="8228629" y="391030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24" name="Oval 123">
            <a:extLst>
              <a:ext uri="{FF2B5EF4-FFF2-40B4-BE49-F238E27FC236}">
                <a16:creationId xmlns:a16="http://schemas.microsoft.com/office/drawing/2014/main" id="{6C6769A0-2C3B-C1CF-DC4B-35DE9CFB5C36}"/>
              </a:ext>
            </a:extLst>
          </p:cNvPr>
          <p:cNvSpPr/>
          <p:nvPr/>
        </p:nvSpPr>
        <p:spPr>
          <a:xfrm>
            <a:off x="8228629" y="5192583"/>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25" name="Oval 124">
            <a:extLst>
              <a:ext uri="{FF2B5EF4-FFF2-40B4-BE49-F238E27FC236}">
                <a16:creationId xmlns:a16="http://schemas.microsoft.com/office/drawing/2014/main" id="{7C244ED5-C1AE-BC81-9840-A212D0165C07}"/>
              </a:ext>
            </a:extLst>
          </p:cNvPr>
          <p:cNvSpPr/>
          <p:nvPr/>
        </p:nvSpPr>
        <p:spPr>
          <a:xfrm>
            <a:off x="8228629" y="5911141"/>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26" name="Oval 125">
            <a:extLst>
              <a:ext uri="{FF2B5EF4-FFF2-40B4-BE49-F238E27FC236}">
                <a16:creationId xmlns:a16="http://schemas.microsoft.com/office/drawing/2014/main" id="{5B1070AF-C590-1479-04E4-F68C2BFD86AF}"/>
              </a:ext>
            </a:extLst>
          </p:cNvPr>
          <p:cNvSpPr/>
          <p:nvPr/>
        </p:nvSpPr>
        <p:spPr>
          <a:xfrm>
            <a:off x="8228629"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27" name="Oval 126">
            <a:extLst>
              <a:ext uri="{FF2B5EF4-FFF2-40B4-BE49-F238E27FC236}">
                <a16:creationId xmlns:a16="http://schemas.microsoft.com/office/drawing/2014/main" id="{56B739C6-6C49-D224-0D39-AD6FD2B2C605}"/>
              </a:ext>
            </a:extLst>
          </p:cNvPr>
          <p:cNvSpPr/>
          <p:nvPr/>
        </p:nvSpPr>
        <p:spPr>
          <a:xfrm>
            <a:off x="8228629" y="4565657"/>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17" name="Oval 116">
            <a:extLst>
              <a:ext uri="{FF2B5EF4-FFF2-40B4-BE49-F238E27FC236}">
                <a16:creationId xmlns:a16="http://schemas.microsoft.com/office/drawing/2014/main" id="{DBF92076-B71C-3022-6995-5A0A3A24EB41}"/>
              </a:ext>
            </a:extLst>
          </p:cNvPr>
          <p:cNvSpPr/>
          <p:nvPr/>
        </p:nvSpPr>
        <p:spPr>
          <a:xfrm>
            <a:off x="6246656" y="3910306"/>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18" name="Oval 117">
            <a:extLst>
              <a:ext uri="{FF2B5EF4-FFF2-40B4-BE49-F238E27FC236}">
                <a16:creationId xmlns:a16="http://schemas.microsoft.com/office/drawing/2014/main" id="{547200C2-E3CA-5F19-1EB9-AB1C2F4956DC}"/>
              </a:ext>
            </a:extLst>
          </p:cNvPr>
          <p:cNvSpPr/>
          <p:nvPr/>
        </p:nvSpPr>
        <p:spPr>
          <a:xfrm>
            <a:off x="6246656" y="5192583"/>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19" name="Oval 118">
            <a:extLst>
              <a:ext uri="{FF2B5EF4-FFF2-40B4-BE49-F238E27FC236}">
                <a16:creationId xmlns:a16="http://schemas.microsoft.com/office/drawing/2014/main" id="{7982CE77-6FA2-1DA1-D10B-BD78908E56ED}"/>
              </a:ext>
            </a:extLst>
          </p:cNvPr>
          <p:cNvSpPr/>
          <p:nvPr/>
        </p:nvSpPr>
        <p:spPr>
          <a:xfrm>
            <a:off x="6246656" y="591114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20" name="Oval 119">
            <a:extLst>
              <a:ext uri="{FF2B5EF4-FFF2-40B4-BE49-F238E27FC236}">
                <a16:creationId xmlns:a16="http://schemas.microsoft.com/office/drawing/2014/main" id="{1F9162B2-FD89-9AD5-D8A3-BACE8DDC1D0A}"/>
              </a:ext>
            </a:extLst>
          </p:cNvPr>
          <p:cNvSpPr/>
          <p:nvPr/>
        </p:nvSpPr>
        <p:spPr>
          <a:xfrm>
            <a:off x="6246656" y="329281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21" name="Oval 120">
            <a:extLst>
              <a:ext uri="{FF2B5EF4-FFF2-40B4-BE49-F238E27FC236}">
                <a16:creationId xmlns:a16="http://schemas.microsoft.com/office/drawing/2014/main" id="{D964E8FD-DF1F-030A-4508-C4A77C2D7060}"/>
              </a:ext>
            </a:extLst>
          </p:cNvPr>
          <p:cNvSpPr/>
          <p:nvPr/>
        </p:nvSpPr>
        <p:spPr>
          <a:xfrm>
            <a:off x="6246656" y="456565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13" name="TextBox 112">
            <a:extLst>
              <a:ext uri="{FF2B5EF4-FFF2-40B4-BE49-F238E27FC236}">
                <a16:creationId xmlns:a16="http://schemas.microsoft.com/office/drawing/2014/main" id="{5B580AE1-CBA1-E83D-BCEA-618A7BF354A2}"/>
              </a:ext>
            </a:extLst>
          </p:cNvPr>
          <p:cNvSpPr txBox="1"/>
          <p:nvPr/>
        </p:nvSpPr>
        <p:spPr>
          <a:xfrm>
            <a:off x="3472371" y="4178381"/>
            <a:ext cx="532681" cy="400110"/>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 cut + 4% (Feb 26)</a:t>
            </a:r>
          </a:p>
        </p:txBody>
      </p:sp>
      <p:sp>
        <p:nvSpPr>
          <p:cNvPr id="114" name="TextBox 113">
            <a:extLst>
              <a:ext uri="{FF2B5EF4-FFF2-40B4-BE49-F238E27FC236}">
                <a16:creationId xmlns:a16="http://schemas.microsoft.com/office/drawing/2014/main" id="{FC1D417B-F88F-FFDC-647F-479B5F6B4EED}"/>
              </a:ext>
            </a:extLst>
          </p:cNvPr>
          <p:cNvSpPr txBox="1"/>
          <p:nvPr/>
        </p:nvSpPr>
        <p:spPr>
          <a:xfrm>
            <a:off x="5869976" y="4388246"/>
            <a:ext cx="509468" cy="169277"/>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2.5% cut</a:t>
            </a:r>
          </a:p>
        </p:txBody>
      </p:sp>
      <p:pic>
        <p:nvPicPr>
          <p:cNvPr id="268" name="Notre Dame" descr="Notre Dame Fighting Irish - Wikipedia">
            <a:extLst>
              <a:ext uri="{FF2B5EF4-FFF2-40B4-BE49-F238E27FC236}">
                <a16:creationId xmlns:a16="http://schemas.microsoft.com/office/drawing/2014/main" id="{971D08EA-3631-B1FF-8151-E97A0F35DE5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800132" y="1280888"/>
            <a:ext cx="319460" cy="287514"/>
          </a:xfrm>
          <a:prstGeom prst="rect">
            <a:avLst/>
          </a:prstGeom>
          <a:noFill/>
          <a:extLst>
            <a:ext uri="{909E8E84-426E-40DD-AFC4-6F175D3DCCD1}">
              <a14:hiddenFill xmlns:a14="http://schemas.microsoft.com/office/drawing/2010/main">
                <a:solidFill>
                  <a:srgbClr val="FFFFFF"/>
                </a:solidFill>
              </a14:hiddenFill>
            </a:ext>
          </a:extLst>
        </p:spPr>
      </p:pic>
      <p:pic>
        <p:nvPicPr>
          <p:cNvPr id="269" name="Rice" descr="Image result for rice crest">
            <a:extLst>
              <a:ext uri="{FF2B5EF4-FFF2-40B4-BE49-F238E27FC236}">
                <a16:creationId xmlns:a16="http://schemas.microsoft.com/office/drawing/2014/main" id="{83E4516B-9805-46C3-80C2-70CB631B2F0C}"/>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8564392" y="1241765"/>
            <a:ext cx="457175" cy="365760"/>
          </a:xfrm>
          <a:prstGeom prst="rect">
            <a:avLst/>
          </a:prstGeom>
          <a:noFill/>
          <a:extLst>
            <a:ext uri="{909E8E84-426E-40DD-AFC4-6F175D3DCCD1}">
              <a14:hiddenFill xmlns:a14="http://schemas.microsoft.com/office/drawing/2010/main">
                <a:solidFill>
                  <a:srgbClr val="FFFFFF"/>
                </a:solidFill>
              </a14:hiddenFill>
            </a:ext>
          </a:extLst>
        </p:spPr>
      </p:pic>
      <p:grpSp>
        <p:nvGrpSpPr>
          <p:cNvPr id="281" name="Group 280">
            <a:extLst>
              <a:ext uri="{FF2B5EF4-FFF2-40B4-BE49-F238E27FC236}">
                <a16:creationId xmlns:a16="http://schemas.microsoft.com/office/drawing/2014/main" id="{90B6600A-0EC7-C79F-2927-6333BF032553}"/>
              </a:ext>
            </a:extLst>
          </p:cNvPr>
          <p:cNvGrpSpPr/>
          <p:nvPr/>
        </p:nvGrpSpPr>
        <p:grpSpPr>
          <a:xfrm>
            <a:off x="208656" y="6474425"/>
            <a:ext cx="5111088" cy="253916"/>
            <a:chOff x="246049" y="6540021"/>
            <a:chExt cx="5111088" cy="253916"/>
          </a:xfrm>
        </p:grpSpPr>
        <p:sp>
          <p:nvSpPr>
            <p:cNvPr id="282" name="Oval 281">
              <a:extLst>
                <a:ext uri="{FF2B5EF4-FFF2-40B4-BE49-F238E27FC236}">
                  <a16:creationId xmlns:a16="http://schemas.microsoft.com/office/drawing/2014/main" id="{B42548AB-1A50-1E13-F5BA-7F7DB40E715B}"/>
                </a:ext>
              </a:extLst>
            </p:cNvPr>
            <p:cNvSpPr/>
            <p:nvPr/>
          </p:nvSpPr>
          <p:spPr>
            <a:xfrm>
              <a:off x="246049" y="6570815"/>
              <a:ext cx="214840" cy="215413"/>
            </a:xfrm>
            <a:prstGeom prst="ellipse">
              <a:avLst/>
            </a:prstGeom>
            <a:solidFill>
              <a:schemeClr val="accent2">
                <a:lumMod val="60000"/>
                <a:lumOff val="4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5F3EF"/>
                </a:solidFill>
                <a:effectLst/>
                <a:uLnTx/>
                <a:uFillTx/>
                <a:latin typeface="Calibri" panose="020F0502020204030204"/>
                <a:ea typeface="+mn-ea"/>
                <a:cs typeface="+mn-cs"/>
              </a:endParaRPr>
            </a:p>
          </p:txBody>
        </p:sp>
        <p:sp>
          <p:nvSpPr>
            <p:cNvPr id="283" name="TextBox 282">
              <a:extLst>
                <a:ext uri="{FF2B5EF4-FFF2-40B4-BE49-F238E27FC236}">
                  <a16:creationId xmlns:a16="http://schemas.microsoft.com/office/drawing/2014/main" id="{BDCAC290-9582-AFD5-FBD5-DA800600C19C}"/>
                </a:ext>
              </a:extLst>
            </p:cNvPr>
            <p:cNvSpPr txBox="1"/>
            <p:nvPr/>
          </p:nvSpPr>
          <p:spPr>
            <a:xfrm>
              <a:off x="491703" y="6540021"/>
              <a:ext cx="4865434"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CFAE70"/>
                  </a:solidFill>
                  <a:effectLst/>
                  <a:uLnTx/>
                  <a:uFillTx/>
                  <a:latin typeface="Lato"/>
                  <a:ea typeface="+mn-ea"/>
                  <a:cs typeface="+mn-cs"/>
                </a:rPr>
                <a:t>Hiring “frost” / staff, layoffs expected, and/or expense reductions under review</a:t>
              </a:r>
            </a:p>
          </p:txBody>
        </p:sp>
      </p:grpSp>
      <p:grpSp>
        <p:nvGrpSpPr>
          <p:cNvPr id="284" name="Group 283">
            <a:extLst>
              <a:ext uri="{FF2B5EF4-FFF2-40B4-BE49-F238E27FC236}">
                <a16:creationId xmlns:a16="http://schemas.microsoft.com/office/drawing/2014/main" id="{7FA10906-AD22-AD6F-7F39-0FD90BFEBD30}"/>
              </a:ext>
            </a:extLst>
          </p:cNvPr>
          <p:cNvGrpSpPr/>
          <p:nvPr/>
        </p:nvGrpSpPr>
        <p:grpSpPr>
          <a:xfrm>
            <a:off x="5613132" y="6457496"/>
            <a:ext cx="4958560" cy="253916"/>
            <a:chOff x="5879459" y="6509229"/>
            <a:chExt cx="4958560" cy="253916"/>
          </a:xfrm>
        </p:grpSpPr>
        <p:sp>
          <p:nvSpPr>
            <p:cNvPr id="285" name="Oval 284">
              <a:extLst>
                <a:ext uri="{FF2B5EF4-FFF2-40B4-BE49-F238E27FC236}">
                  <a16:creationId xmlns:a16="http://schemas.microsoft.com/office/drawing/2014/main" id="{325BFC6F-3E0D-94F8-D160-EDA8A5E83627}"/>
                </a:ext>
              </a:extLst>
            </p:cNvPr>
            <p:cNvSpPr/>
            <p:nvPr/>
          </p:nvSpPr>
          <p:spPr>
            <a:xfrm>
              <a:off x="5879459" y="6540024"/>
              <a:ext cx="214840" cy="215413"/>
            </a:xfrm>
            <a:prstGeom prst="ellipse">
              <a:avLst/>
            </a:prstGeom>
            <a:solidFill>
              <a:srgbClr val="920000"/>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5F3EF"/>
                </a:solidFill>
                <a:effectLst/>
                <a:uLnTx/>
                <a:uFillTx/>
                <a:latin typeface="Calibri" panose="020F0502020204030204"/>
                <a:ea typeface="+mn-ea"/>
                <a:cs typeface="+mn-cs"/>
              </a:endParaRPr>
            </a:p>
          </p:txBody>
        </p:sp>
        <p:sp>
          <p:nvSpPr>
            <p:cNvPr id="286" name="TextBox 285">
              <a:extLst>
                <a:ext uri="{FF2B5EF4-FFF2-40B4-BE49-F238E27FC236}">
                  <a16:creationId xmlns:a16="http://schemas.microsoft.com/office/drawing/2014/main" id="{862B3777-77AF-620C-4686-9D56FD258EDE}"/>
                </a:ext>
              </a:extLst>
            </p:cNvPr>
            <p:cNvSpPr txBox="1"/>
            <p:nvPr/>
          </p:nvSpPr>
          <p:spPr>
            <a:xfrm>
              <a:off x="6134487" y="6509229"/>
              <a:ext cx="4703532"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CFAE70"/>
                  </a:solidFill>
                  <a:effectLst/>
                  <a:uLnTx/>
                  <a:uFillTx/>
                  <a:latin typeface="Lato"/>
                  <a:ea typeface="+mn-ea"/>
                  <a:cs typeface="+mn-cs"/>
                </a:rPr>
                <a:t>Hiring “freeze”, layoffs and/or expense reductions communicated/confirmed</a:t>
              </a:r>
            </a:p>
          </p:txBody>
        </p:sp>
      </p:grpSp>
      <p:sp>
        <p:nvSpPr>
          <p:cNvPr id="289" name="TextBox 288">
            <a:extLst>
              <a:ext uri="{FF2B5EF4-FFF2-40B4-BE49-F238E27FC236}">
                <a16:creationId xmlns:a16="http://schemas.microsoft.com/office/drawing/2014/main" id="{EEEA67B6-9EDF-1F4D-B1BA-4A04CF688971}"/>
              </a:ext>
            </a:extLst>
          </p:cNvPr>
          <p:cNvSpPr txBox="1"/>
          <p:nvPr/>
        </p:nvSpPr>
        <p:spPr>
          <a:xfrm>
            <a:off x="7053826" y="3322650"/>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290" name="TextBox 289">
            <a:extLst>
              <a:ext uri="{FF2B5EF4-FFF2-40B4-BE49-F238E27FC236}">
                <a16:creationId xmlns:a16="http://schemas.microsoft.com/office/drawing/2014/main" id="{46A885C6-5377-C14D-8521-3F2C0C65AEFE}"/>
              </a:ext>
            </a:extLst>
          </p:cNvPr>
          <p:cNvSpPr txBox="1"/>
          <p:nvPr/>
        </p:nvSpPr>
        <p:spPr>
          <a:xfrm>
            <a:off x="7454358" y="3323887"/>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291" name="TextBox 290">
            <a:extLst>
              <a:ext uri="{FF2B5EF4-FFF2-40B4-BE49-F238E27FC236}">
                <a16:creationId xmlns:a16="http://schemas.microsoft.com/office/drawing/2014/main" id="{ED2CEAE6-DB1C-FC4D-0004-5CE5D756D2D9}"/>
              </a:ext>
            </a:extLst>
          </p:cNvPr>
          <p:cNvSpPr txBox="1"/>
          <p:nvPr/>
        </p:nvSpPr>
        <p:spPr>
          <a:xfrm>
            <a:off x="10176072" y="3322650"/>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Arial" panose="020B0604020202020204" pitchFamily="34" charset="0"/>
                <a:ea typeface="+mn-ea"/>
                <a:cs typeface="Arial" panose="020B0604020202020204" pitchFamily="34" charset="0"/>
              </a:rPr>
              <a:t>F&amp;S</a:t>
            </a:r>
          </a:p>
        </p:txBody>
      </p:sp>
      <p:sp>
        <p:nvSpPr>
          <p:cNvPr id="294" name="TextBox 293">
            <a:extLst>
              <a:ext uri="{FF2B5EF4-FFF2-40B4-BE49-F238E27FC236}">
                <a16:creationId xmlns:a16="http://schemas.microsoft.com/office/drawing/2014/main" id="{735A9A4A-3E63-D7EE-2DBB-A20F379546B6}"/>
              </a:ext>
            </a:extLst>
          </p:cNvPr>
          <p:cNvSpPr txBox="1"/>
          <p:nvPr/>
        </p:nvSpPr>
        <p:spPr>
          <a:xfrm>
            <a:off x="2969921" y="3322650"/>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F&amp;S</a:t>
            </a:r>
          </a:p>
        </p:txBody>
      </p:sp>
      <p:sp>
        <p:nvSpPr>
          <p:cNvPr id="295" name="TextBox 294">
            <a:extLst>
              <a:ext uri="{FF2B5EF4-FFF2-40B4-BE49-F238E27FC236}">
                <a16:creationId xmlns:a16="http://schemas.microsoft.com/office/drawing/2014/main" id="{38C751B3-D817-F4C7-5B47-1CB1749FD112}"/>
              </a:ext>
            </a:extLst>
          </p:cNvPr>
          <p:cNvSpPr txBox="1"/>
          <p:nvPr/>
        </p:nvSpPr>
        <p:spPr>
          <a:xfrm>
            <a:off x="4955298" y="3328372"/>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297" name="TextBox 296">
            <a:extLst>
              <a:ext uri="{FF2B5EF4-FFF2-40B4-BE49-F238E27FC236}">
                <a16:creationId xmlns:a16="http://schemas.microsoft.com/office/drawing/2014/main" id="{FCD0F29C-43CA-1180-6EB3-85580859FED9}"/>
              </a:ext>
            </a:extLst>
          </p:cNvPr>
          <p:cNvSpPr txBox="1"/>
          <p:nvPr/>
        </p:nvSpPr>
        <p:spPr>
          <a:xfrm>
            <a:off x="2541238" y="3328972"/>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298" name="TextBox 297">
            <a:extLst>
              <a:ext uri="{FF2B5EF4-FFF2-40B4-BE49-F238E27FC236}">
                <a16:creationId xmlns:a16="http://schemas.microsoft.com/office/drawing/2014/main" id="{40954602-7B06-9A3E-1C8D-32FF57BB307C}"/>
              </a:ext>
            </a:extLst>
          </p:cNvPr>
          <p:cNvSpPr txBox="1"/>
          <p:nvPr/>
        </p:nvSpPr>
        <p:spPr>
          <a:xfrm>
            <a:off x="5807559" y="3323886"/>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299" name="TextBox 298">
            <a:extLst>
              <a:ext uri="{FF2B5EF4-FFF2-40B4-BE49-F238E27FC236}">
                <a16:creationId xmlns:a16="http://schemas.microsoft.com/office/drawing/2014/main" id="{42CEF99D-67E6-E983-1240-6528458B4CB5}"/>
              </a:ext>
            </a:extLst>
          </p:cNvPr>
          <p:cNvSpPr txBox="1"/>
          <p:nvPr/>
        </p:nvSpPr>
        <p:spPr>
          <a:xfrm>
            <a:off x="6193107" y="3328706"/>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Arial" panose="020B0604020202020204" pitchFamily="34" charset="0"/>
                <a:ea typeface="+mn-ea"/>
                <a:cs typeface="Arial" panose="020B0604020202020204" pitchFamily="34" charset="0"/>
              </a:rPr>
              <a:t>F&amp;S</a:t>
            </a:r>
          </a:p>
        </p:txBody>
      </p:sp>
      <p:sp>
        <p:nvSpPr>
          <p:cNvPr id="300" name="TextBox 299">
            <a:extLst>
              <a:ext uri="{FF2B5EF4-FFF2-40B4-BE49-F238E27FC236}">
                <a16:creationId xmlns:a16="http://schemas.microsoft.com/office/drawing/2014/main" id="{2EB41FAD-B5B7-CDEA-A540-91485DA21B87}"/>
              </a:ext>
            </a:extLst>
          </p:cNvPr>
          <p:cNvSpPr txBox="1"/>
          <p:nvPr/>
        </p:nvSpPr>
        <p:spPr>
          <a:xfrm>
            <a:off x="8237864" y="3322650"/>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S</a:t>
            </a:r>
          </a:p>
        </p:txBody>
      </p:sp>
      <p:sp>
        <p:nvSpPr>
          <p:cNvPr id="301" name="TextBox 300">
            <a:extLst>
              <a:ext uri="{FF2B5EF4-FFF2-40B4-BE49-F238E27FC236}">
                <a16:creationId xmlns:a16="http://schemas.microsoft.com/office/drawing/2014/main" id="{C5ECF79A-01BB-2609-F786-AEA775124B10}"/>
              </a:ext>
            </a:extLst>
          </p:cNvPr>
          <p:cNvSpPr txBox="1"/>
          <p:nvPr/>
        </p:nvSpPr>
        <p:spPr>
          <a:xfrm>
            <a:off x="4546043" y="3322363"/>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pic>
        <p:nvPicPr>
          <p:cNvPr id="307" name="Picture 306" descr="Branded Merchandise - USC Brand and Identity Guidelines">
            <a:extLst>
              <a:ext uri="{FF2B5EF4-FFF2-40B4-BE49-F238E27FC236}">
                <a16:creationId xmlns:a16="http://schemas.microsoft.com/office/drawing/2014/main" id="{4FA9F787-B325-0CCD-48C6-7357EFA15E28}"/>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396694" y="1321453"/>
            <a:ext cx="332499" cy="206385"/>
          </a:xfrm>
          <a:prstGeom prst="rect">
            <a:avLst/>
          </a:prstGeom>
          <a:noFill/>
          <a:extLst>
            <a:ext uri="{909E8E84-426E-40DD-AFC4-6F175D3DCCD1}">
              <a14:hiddenFill xmlns:a14="http://schemas.microsoft.com/office/drawing/2010/main">
                <a:solidFill>
                  <a:srgbClr val="FFFFFF"/>
                </a:solidFill>
              </a14:hiddenFill>
            </a:ext>
          </a:extLst>
        </p:spPr>
      </p:pic>
      <p:sp>
        <p:nvSpPr>
          <p:cNvPr id="308" name="TextBox 307">
            <a:extLst>
              <a:ext uri="{FF2B5EF4-FFF2-40B4-BE49-F238E27FC236}">
                <a16:creationId xmlns:a16="http://schemas.microsoft.com/office/drawing/2014/main" id="{B4FAE366-7268-9FB6-A556-A0634835468A}"/>
              </a:ext>
            </a:extLst>
          </p:cNvPr>
          <p:cNvSpPr txBox="1"/>
          <p:nvPr/>
        </p:nvSpPr>
        <p:spPr>
          <a:xfrm>
            <a:off x="3748285" y="3322045"/>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309" name="TextBox 308">
            <a:extLst>
              <a:ext uri="{FF2B5EF4-FFF2-40B4-BE49-F238E27FC236}">
                <a16:creationId xmlns:a16="http://schemas.microsoft.com/office/drawing/2014/main" id="{70FE8976-AF23-8ADE-D644-B59819833387}"/>
              </a:ext>
            </a:extLst>
          </p:cNvPr>
          <p:cNvSpPr txBox="1"/>
          <p:nvPr/>
        </p:nvSpPr>
        <p:spPr>
          <a:xfrm>
            <a:off x="5376407" y="3322045"/>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graphicFrame>
        <p:nvGraphicFramePr>
          <p:cNvPr id="310" name="Table 309">
            <a:extLst>
              <a:ext uri="{FF2B5EF4-FFF2-40B4-BE49-F238E27FC236}">
                <a16:creationId xmlns:a16="http://schemas.microsoft.com/office/drawing/2014/main" id="{ED46F291-746B-BD2B-960D-DC807A318F71}"/>
              </a:ext>
            </a:extLst>
          </p:cNvPr>
          <p:cNvGraphicFramePr>
            <a:graphicFrameLocks noGrp="1"/>
          </p:cNvGraphicFramePr>
          <p:nvPr/>
        </p:nvGraphicFramePr>
        <p:xfrm>
          <a:off x="437052" y="2706920"/>
          <a:ext cx="914400" cy="409308"/>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Arial" panose="020B0604020202020204" pitchFamily="34" charset="0"/>
                          <a:cs typeface="Arial" panose="020B0604020202020204" pitchFamily="34" charset="0"/>
                        </a:rPr>
                        <a:t>Layoffs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cxnSp>
        <p:nvCxnSpPr>
          <p:cNvPr id="254" name="Straight Connector 253">
            <a:extLst>
              <a:ext uri="{FF2B5EF4-FFF2-40B4-BE49-F238E27FC236}">
                <a16:creationId xmlns:a16="http://schemas.microsoft.com/office/drawing/2014/main" id="{77AD756A-88EF-C83F-F14C-ABA0F8BF2656}"/>
              </a:ext>
            </a:extLst>
          </p:cNvPr>
          <p:cNvCxnSpPr>
            <a:cxnSpLocks/>
          </p:cNvCxnSpPr>
          <p:nvPr/>
        </p:nvCxnSpPr>
        <p:spPr>
          <a:xfrm>
            <a:off x="2325821" y="2906492"/>
            <a:ext cx="10183"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55" name="Oval 254">
            <a:extLst>
              <a:ext uri="{FF2B5EF4-FFF2-40B4-BE49-F238E27FC236}">
                <a16:creationId xmlns:a16="http://schemas.microsoft.com/office/drawing/2014/main" id="{F1B2B677-287E-1D1E-ED55-764F9F7E2DB4}"/>
              </a:ext>
            </a:extLst>
          </p:cNvPr>
          <p:cNvSpPr/>
          <p:nvPr/>
        </p:nvSpPr>
        <p:spPr>
          <a:xfrm>
            <a:off x="2197089" y="391030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6" name="Oval 255">
            <a:extLst>
              <a:ext uri="{FF2B5EF4-FFF2-40B4-BE49-F238E27FC236}">
                <a16:creationId xmlns:a16="http://schemas.microsoft.com/office/drawing/2014/main" id="{06A7DC7E-2308-2885-3161-24420CD0511F}"/>
              </a:ext>
            </a:extLst>
          </p:cNvPr>
          <p:cNvSpPr/>
          <p:nvPr/>
        </p:nvSpPr>
        <p:spPr>
          <a:xfrm>
            <a:off x="2197089" y="519258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7" name="Oval 256">
            <a:extLst>
              <a:ext uri="{FF2B5EF4-FFF2-40B4-BE49-F238E27FC236}">
                <a16:creationId xmlns:a16="http://schemas.microsoft.com/office/drawing/2014/main" id="{A67D25D7-583E-5EAE-958B-54DAFAB58B97}"/>
              </a:ext>
            </a:extLst>
          </p:cNvPr>
          <p:cNvSpPr/>
          <p:nvPr/>
        </p:nvSpPr>
        <p:spPr>
          <a:xfrm>
            <a:off x="2197089" y="5911141"/>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8" name="Oval 257">
            <a:extLst>
              <a:ext uri="{FF2B5EF4-FFF2-40B4-BE49-F238E27FC236}">
                <a16:creationId xmlns:a16="http://schemas.microsoft.com/office/drawing/2014/main" id="{2717B00B-B362-547D-744B-93E0F1ECC013}"/>
              </a:ext>
            </a:extLst>
          </p:cNvPr>
          <p:cNvSpPr/>
          <p:nvPr/>
        </p:nvSpPr>
        <p:spPr>
          <a:xfrm>
            <a:off x="2197089"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59" name="Oval 258">
            <a:extLst>
              <a:ext uri="{FF2B5EF4-FFF2-40B4-BE49-F238E27FC236}">
                <a16:creationId xmlns:a16="http://schemas.microsoft.com/office/drawing/2014/main" id="{CE5341F1-44E9-6E3A-3F9A-AA2A532B8DE0}"/>
              </a:ext>
            </a:extLst>
          </p:cNvPr>
          <p:cNvSpPr/>
          <p:nvPr/>
        </p:nvSpPr>
        <p:spPr>
          <a:xfrm>
            <a:off x="2197089" y="4565657"/>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0" name="Oval 349">
            <a:extLst>
              <a:ext uri="{FF2B5EF4-FFF2-40B4-BE49-F238E27FC236}">
                <a16:creationId xmlns:a16="http://schemas.microsoft.com/office/drawing/2014/main" id="{62758392-0B8E-8D21-83BF-DCEB66E991FD}"/>
              </a:ext>
            </a:extLst>
          </p:cNvPr>
          <p:cNvSpPr/>
          <p:nvPr/>
        </p:nvSpPr>
        <p:spPr>
          <a:xfrm>
            <a:off x="2197089" y="590694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1" name="Oval 350">
            <a:extLst>
              <a:ext uri="{FF2B5EF4-FFF2-40B4-BE49-F238E27FC236}">
                <a16:creationId xmlns:a16="http://schemas.microsoft.com/office/drawing/2014/main" id="{F12FE961-42B5-40C1-979B-DD58C808D0EA}"/>
              </a:ext>
            </a:extLst>
          </p:cNvPr>
          <p:cNvSpPr/>
          <p:nvPr/>
        </p:nvSpPr>
        <p:spPr>
          <a:xfrm>
            <a:off x="2197089"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pic>
        <p:nvPicPr>
          <p:cNvPr id="275" name="Picture 12" descr="From the Editors: What Does the Brown University Seal Mean Anyway? – The  Bruin Club">
            <a:extLst>
              <a:ext uri="{FF2B5EF4-FFF2-40B4-BE49-F238E27FC236}">
                <a16:creationId xmlns:a16="http://schemas.microsoft.com/office/drawing/2014/main" id="{466D6A16-ACC9-E4FF-83A9-CE35FF44131D}"/>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2198343" y="1252141"/>
            <a:ext cx="265138" cy="365760"/>
          </a:xfrm>
          <a:prstGeom prst="rect">
            <a:avLst/>
          </a:prstGeom>
          <a:solidFill>
            <a:srgbClr val="920000"/>
          </a:solidFill>
          <a:ln>
            <a:solidFill>
              <a:schemeClr val="tx1"/>
            </a:solidFill>
          </a:ln>
        </p:spPr>
      </p:pic>
      <p:sp>
        <p:nvSpPr>
          <p:cNvPr id="292" name="TextBox 291">
            <a:extLst>
              <a:ext uri="{FF2B5EF4-FFF2-40B4-BE49-F238E27FC236}">
                <a16:creationId xmlns:a16="http://schemas.microsoft.com/office/drawing/2014/main" id="{788D656D-6648-FE07-2A6C-01479C76FDE9}"/>
              </a:ext>
            </a:extLst>
          </p:cNvPr>
          <p:cNvSpPr txBox="1"/>
          <p:nvPr/>
        </p:nvSpPr>
        <p:spPr>
          <a:xfrm>
            <a:off x="2143169" y="3328372"/>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F&amp;S</a:t>
            </a:r>
          </a:p>
        </p:txBody>
      </p:sp>
      <p:sp>
        <p:nvSpPr>
          <p:cNvPr id="311" name="Oval 310">
            <a:extLst>
              <a:ext uri="{FF2B5EF4-FFF2-40B4-BE49-F238E27FC236}">
                <a16:creationId xmlns:a16="http://schemas.microsoft.com/office/drawing/2014/main" id="{04F45A45-F76B-F283-F346-74ACDC580CDF}"/>
              </a:ext>
            </a:extLst>
          </p:cNvPr>
          <p:cNvSpPr/>
          <p:nvPr/>
        </p:nvSpPr>
        <p:spPr>
          <a:xfrm>
            <a:off x="2197089"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12" name="Oval 311">
            <a:extLst>
              <a:ext uri="{FF2B5EF4-FFF2-40B4-BE49-F238E27FC236}">
                <a16:creationId xmlns:a16="http://schemas.microsoft.com/office/drawing/2014/main" id="{262F5DF0-AFC1-232D-2AC4-90FBE52D0201}"/>
              </a:ext>
            </a:extLst>
          </p:cNvPr>
          <p:cNvSpPr/>
          <p:nvPr/>
        </p:nvSpPr>
        <p:spPr>
          <a:xfrm>
            <a:off x="10639039" y="3278173"/>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13" name="Oval 312">
            <a:extLst>
              <a:ext uri="{FF2B5EF4-FFF2-40B4-BE49-F238E27FC236}">
                <a16:creationId xmlns:a16="http://schemas.microsoft.com/office/drawing/2014/main" id="{C41E56A8-0FE8-7D45-F80A-85BACF3E01D1}"/>
              </a:ext>
            </a:extLst>
          </p:cNvPr>
          <p:cNvSpPr/>
          <p:nvPr/>
        </p:nvSpPr>
        <p:spPr>
          <a:xfrm>
            <a:off x="10639039"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14" name="Oval 313">
            <a:extLst>
              <a:ext uri="{FF2B5EF4-FFF2-40B4-BE49-F238E27FC236}">
                <a16:creationId xmlns:a16="http://schemas.microsoft.com/office/drawing/2014/main" id="{A32F1966-E5A6-BFDD-35CD-20BF1A453844}"/>
              </a:ext>
            </a:extLst>
          </p:cNvPr>
          <p:cNvSpPr/>
          <p:nvPr/>
        </p:nvSpPr>
        <p:spPr>
          <a:xfrm>
            <a:off x="9832531" y="2772669"/>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16" name="Oval 315">
            <a:extLst>
              <a:ext uri="{FF2B5EF4-FFF2-40B4-BE49-F238E27FC236}">
                <a16:creationId xmlns:a16="http://schemas.microsoft.com/office/drawing/2014/main" id="{877A33C4-68DE-D3C8-EBB8-D91143918852}"/>
              </a:ext>
            </a:extLst>
          </p:cNvPr>
          <p:cNvSpPr/>
          <p:nvPr/>
        </p:nvSpPr>
        <p:spPr>
          <a:xfrm>
            <a:off x="3008419"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17" name="Oval 316">
            <a:extLst>
              <a:ext uri="{FF2B5EF4-FFF2-40B4-BE49-F238E27FC236}">
                <a16:creationId xmlns:a16="http://schemas.microsoft.com/office/drawing/2014/main" id="{7197AFC4-4C53-BDB3-3C8A-9F37EA85446F}"/>
              </a:ext>
            </a:extLst>
          </p:cNvPr>
          <p:cNvSpPr/>
          <p:nvPr/>
        </p:nvSpPr>
        <p:spPr>
          <a:xfrm>
            <a:off x="4599357"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19" name="Oval 318">
            <a:extLst>
              <a:ext uri="{FF2B5EF4-FFF2-40B4-BE49-F238E27FC236}">
                <a16:creationId xmlns:a16="http://schemas.microsoft.com/office/drawing/2014/main" id="{3F552D0C-7FE6-F158-64B2-616D916B4480}"/>
              </a:ext>
            </a:extLst>
          </p:cNvPr>
          <p:cNvSpPr/>
          <p:nvPr/>
        </p:nvSpPr>
        <p:spPr>
          <a:xfrm>
            <a:off x="4998560"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0" name="Oval 319">
            <a:extLst>
              <a:ext uri="{FF2B5EF4-FFF2-40B4-BE49-F238E27FC236}">
                <a16:creationId xmlns:a16="http://schemas.microsoft.com/office/drawing/2014/main" id="{AF4AA077-C13C-DD40-03FE-F77E400538C7}"/>
              </a:ext>
            </a:extLst>
          </p:cNvPr>
          <p:cNvSpPr/>
          <p:nvPr/>
        </p:nvSpPr>
        <p:spPr>
          <a:xfrm>
            <a:off x="7833573"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1" name="Oval 320">
            <a:extLst>
              <a:ext uri="{FF2B5EF4-FFF2-40B4-BE49-F238E27FC236}">
                <a16:creationId xmlns:a16="http://schemas.microsoft.com/office/drawing/2014/main" id="{FB1025DE-422F-9799-1338-7190D6F88B49}"/>
              </a:ext>
            </a:extLst>
          </p:cNvPr>
          <p:cNvSpPr/>
          <p:nvPr/>
        </p:nvSpPr>
        <p:spPr>
          <a:xfrm>
            <a:off x="4195744" y="2772669"/>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23" name="Oval 322">
            <a:extLst>
              <a:ext uri="{FF2B5EF4-FFF2-40B4-BE49-F238E27FC236}">
                <a16:creationId xmlns:a16="http://schemas.microsoft.com/office/drawing/2014/main" id="{6147B0E1-4DA2-2738-E37B-123483A17015}"/>
              </a:ext>
            </a:extLst>
          </p:cNvPr>
          <p:cNvSpPr/>
          <p:nvPr/>
        </p:nvSpPr>
        <p:spPr>
          <a:xfrm>
            <a:off x="7454851"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4" name="Oval 323">
            <a:extLst>
              <a:ext uri="{FF2B5EF4-FFF2-40B4-BE49-F238E27FC236}">
                <a16:creationId xmlns:a16="http://schemas.microsoft.com/office/drawing/2014/main" id="{86DD435B-72B6-49B6-0116-A3A73E0E1849}"/>
              </a:ext>
            </a:extLst>
          </p:cNvPr>
          <p:cNvSpPr/>
          <p:nvPr/>
        </p:nvSpPr>
        <p:spPr>
          <a:xfrm>
            <a:off x="6649915"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5" name="Oval 324">
            <a:extLst>
              <a:ext uri="{FF2B5EF4-FFF2-40B4-BE49-F238E27FC236}">
                <a16:creationId xmlns:a16="http://schemas.microsoft.com/office/drawing/2014/main" id="{FE7D5CBF-E5F8-9C47-AACB-36EF274FB029}"/>
              </a:ext>
            </a:extLst>
          </p:cNvPr>
          <p:cNvSpPr/>
          <p:nvPr/>
        </p:nvSpPr>
        <p:spPr>
          <a:xfrm>
            <a:off x="3804286" y="2772669"/>
            <a:ext cx="267647" cy="267647"/>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6" name="Oval 325">
            <a:extLst>
              <a:ext uri="{FF2B5EF4-FFF2-40B4-BE49-F238E27FC236}">
                <a16:creationId xmlns:a16="http://schemas.microsoft.com/office/drawing/2014/main" id="{193EB666-B5C8-FBE4-BC93-3322BD4B7E2B}"/>
              </a:ext>
            </a:extLst>
          </p:cNvPr>
          <p:cNvSpPr/>
          <p:nvPr/>
        </p:nvSpPr>
        <p:spPr>
          <a:xfrm>
            <a:off x="2595913"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7" name="Oval 326">
            <a:extLst>
              <a:ext uri="{FF2B5EF4-FFF2-40B4-BE49-F238E27FC236}">
                <a16:creationId xmlns:a16="http://schemas.microsoft.com/office/drawing/2014/main" id="{EF4D5BA0-3E6E-B0C2-E8F1-A14E48DF423E}"/>
              </a:ext>
            </a:extLst>
          </p:cNvPr>
          <p:cNvSpPr/>
          <p:nvPr/>
        </p:nvSpPr>
        <p:spPr>
          <a:xfrm>
            <a:off x="8642413" y="2772669"/>
            <a:ext cx="267647" cy="267647"/>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8" name="Oval 327">
            <a:extLst>
              <a:ext uri="{FF2B5EF4-FFF2-40B4-BE49-F238E27FC236}">
                <a16:creationId xmlns:a16="http://schemas.microsoft.com/office/drawing/2014/main" id="{86022D0C-0DFD-A4BB-83BD-D9D7C000F448}"/>
              </a:ext>
            </a:extLst>
          </p:cNvPr>
          <p:cNvSpPr/>
          <p:nvPr/>
        </p:nvSpPr>
        <p:spPr>
          <a:xfrm>
            <a:off x="7050034" y="2772669"/>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29" name="Oval 328">
            <a:extLst>
              <a:ext uri="{FF2B5EF4-FFF2-40B4-BE49-F238E27FC236}">
                <a16:creationId xmlns:a16="http://schemas.microsoft.com/office/drawing/2014/main" id="{C9C5899F-BD2F-48BB-BB48-D753D6502E73}"/>
              </a:ext>
            </a:extLst>
          </p:cNvPr>
          <p:cNvSpPr/>
          <p:nvPr/>
        </p:nvSpPr>
        <p:spPr>
          <a:xfrm>
            <a:off x="5803767"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30" name="Oval 329">
            <a:extLst>
              <a:ext uri="{FF2B5EF4-FFF2-40B4-BE49-F238E27FC236}">
                <a16:creationId xmlns:a16="http://schemas.microsoft.com/office/drawing/2014/main" id="{A097C1AC-D9CD-95DB-E7C5-0F8E788174ED}"/>
              </a:ext>
            </a:extLst>
          </p:cNvPr>
          <p:cNvSpPr/>
          <p:nvPr/>
        </p:nvSpPr>
        <p:spPr>
          <a:xfrm>
            <a:off x="3385834"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31" name="Oval 330">
            <a:extLst>
              <a:ext uri="{FF2B5EF4-FFF2-40B4-BE49-F238E27FC236}">
                <a16:creationId xmlns:a16="http://schemas.microsoft.com/office/drawing/2014/main" id="{BC8FC4FD-32A9-6814-D42F-FE7122E9D392}"/>
              </a:ext>
            </a:extLst>
          </p:cNvPr>
          <p:cNvSpPr/>
          <p:nvPr/>
        </p:nvSpPr>
        <p:spPr>
          <a:xfrm>
            <a:off x="5413125"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32" name="Oval 331">
            <a:extLst>
              <a:ext uri="{FF2B5EF4-FFF2-40B4-BE49-F238E27FC236}">
                <a16:creationId xmlns:a16="http://schemas.microsoft.com/office/drawing/2014/main" id="{12AA6F62-9E96-8C2D-1A1D-330D03265D73}"/>
              </a:ext>
            </a:extLst>
          </p:cNvPr>
          <p:cNvSpPr/>
          <p:nvPr/>
        </p:nvSpPr>
        <p:spPr>
          <a:xfrm>
            <a:off x="11067202"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33" name="Oval 332">
            <a:extLst>
              <a:ext uri="{FF2B5EF4-FFF2-40B4-BE49-F238E27FC236}">
                <a16:creationId xmlns:a16="http://schemas.microsoft.com/office/drawing/2014/main" id="{847157D2-34FF-D592-D711-8839D7487917}"/>
              </a:ext>
            </a:extLst>
          </p:cNvPr>
          <p:cNvSpPr/>
          <p:nvPr/>
        </p:nvSpPr>
        <p:spPr>
          <a:xfrm>
            <a:off x="8228629" y="2772669"/>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34" name="Oval 333">
            <a:extLst>
              <a:ext uri="{FF2B5EF4-FFF2-40B4-BE49-F238E27FC236}">
                <a16:creationId xmlns:a16="http://schemas.microsoft.com/office/drawing/2014/main" id="{866EF242-510E-DA87-9DE5-B898B141F84A}"/>
              </a:ext>
            </a:extLst>
          </p:cNvPr>
          <p:cNvSpPr/>
          <p:nvPr/>
        </p:nvSpPr>
        <p:spPr>
          <a:xfrm>
            <a:off x="6246656" y="2772669"/>
            <a:ext cx="267647" cy="267647"/>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36" name="Oval 335">
            <a:extLst>
              <a:ext uri="{FF2B5EF4-FFF2-40B4-BE49-F238E27FC236}">
                <a16:creationId xmlns:a16="http://schemas.microsoft.com/office/drawing/2014/main" id="{70A03304-3375-350A-2DD5-68C81B6BDA74}"/>
              </a:ext>
            </a:extLst>
          </p:cNvPr>
          <p:cNvSpPr/>
          <p:nvPr/>
        </p:nvSpPr>
        <p:spPr>
          <a:xfrm>
            <a:off x="9032779" y="2772669"/>
            <a:ext cx="267647" cy="267647"/>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37" name="TextBox 336">
            <a:extLst>
              <a:ext uri="{FF2B5EF4-FFF2-40B4-BE49-F238E27FC236}">
                <a16:creationId xmlns:a16="http://schemas.microsoft.com/office/drawing/2014/main" id="{F1142A2F-9FD2-2A28-7489-735AEEF756A7}"/>
              </a:ext>
            </a:extLst>
          </p:cNvPr>
          <p:cNvSpPr txBox="1"/>
          <p:nvPr/>
        </p:nvSpPr>
        <p:spPr>
          <a:xfrm>
            <a:off x="4444313" y="2413709"/>
            <a:ext cx="728803"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599 staff buyouts; layoffs August 2025</a:t>
            </a:r>
          </a:p>
        </p:txBody>
      </p:sp>
      <p:sp>
        <p:nvSpPr>
          <p:cNvPr id="338" name="TextBox 337">
            <a:extLst>
              <a:ext uri="{FF2B5EF4-FFF2-40B4-BE49-F238E27FC236}">
                <a16:creationId xmlns:a16="http://schemas.microsoft.com/office/drawing/2014/main" id="{C9468ED4-D4FA-0F71-6030-60CD6E726A1E}"/>
              </a:ext>
            </a:extLst>
          </p:cNvPr>
          <p:cNvSpPr txBox="1"/>
          <p:nvPr/>
        </p:nvSpPr>
        <p:spPr>
          <a:xfrm>
            <a:off x="4555570" y="2809775"/>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339" name="TextBox 338">
            <a:extLst>
              <a:ext uri="{FF2B5EF4-FFF2-40B4-BE49-F238E27FC236}">
                <a16:creationId xmlns:a16="http://schemas.microsoft.com/office/drawing/2014/main" id="{35506473-01B1-E1AA-8C05-0470FF0A924E}"/>
              </a:ext>
            </a:extLst>
          </p:cNvPr>
          <p:cNvSpPr txBox="1"/>
          <p:nvPr/>
        </p:nvSpPr>
        <p:spPr>
          <a:xfrm>
            <a:off x="2457954" y="2413709"/>
            <a:ext cx="544956"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425 staff positions eliminated</a:t>
            </a:r>
          </a:p>
        </p:txBody>
      </p:sp>
      <p:sp>
        <p:nvSpPr>
          <p:cNvPr id="340" name="TextBox 339">
            <a:extLst>
              <a:ext uri="{FF2B5EF4-FFF2-40B4-BE49-F238E27FC236}">
                <a16:creationId xmlns:a16="http://schemas.microsoft.com/office/drawing/2014/main" id="{8577B6D1-F537-6425-93AA-D19E9F71E950}"/>
              </a:ext>
            </a:extLst>
          </p:cNvPr>
          <p:cNvSpPr txBox="1"/>
          <p:nvPr/>
        </p:nvSpPr>
        <p:spPr>
          <a:xfrm>
            <a:off x="1019758" y="2421703"/>
            <a:ext cx="1137956"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25% of SEAS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staff laid off</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October 2025</a:t>
            </a:r>
          </a:p>
        </p:txBody>
      </p:sp>
      <p:sp>
        <p:nvSpPr>
          <p:cNvPr id="201" name="Oval 200">
            <a:extLst>
              <a:ext uri="{FF2B5EF4-FFF2-40B4-BE49-F238E27FC236}">
                <a16:creationId xmlns:a16="http://schemas.microsoft.com/office/drawing/2014/main" id="{A7275E54-BAFD-4BEF-63F7-71A92765A238}"/>
              </a:ext>
            </a:extLst>
          </p:cNvPr>
          <p:cNvSpPr/>
          <p:nvPr/>
        </p:nvSpPr>
        <p:spPr>
          <a:xfrm>
            <a:off x="1413299" y="3910306"/>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02" name="Oval 201">
            <a:extLst>
              <a:ext uri="{FF2B5EF4-FFF2-40B4-BE49-F238E27FC236}">
                <a16:creationId xmlns:a16="http://schemas.microsoft.com/office/drawing/2014/main" id="{78814ED5-F066-4271-9D81-7800B8B016E5}"/>
              </a:ext>
            </a:extLst>
          </p:cNvPr>
          <p:cNvSpPr/>
          <p:nvPr/>
        </p:nvSpPr>
        <p:spPr>
          <a:xfrm>
            <a:off x="1413299" y="5192583"/>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03" name="Oval 202">
            <a:extLst>
              <a:ext uri="{FF2B5EF4-FFF2-40B4-BE49-F238E27FC236}">
                <a16:creationId xmlns:a16="http://schemas.microsoft.com/office/drawing/2014/main" id="{68D0287F-B77E-003D-19CF-10530802A611}"/>
              </a:ext>
            </a:extLst>
          </p:cNvPr>
          <p:cNvSpPr/>
          <p:nvPr/>
        </p:nvSpPr>
        <p:spPr>
          <a:xfrm>
            <a:off x="1413299" y="5911141"/>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04" name="Oval 203">
            <a:extLst>
              <a:ext uri="{FF2B5EF4-FFF2-40B4-BE49-F238E27FC236}">
                <a16:creationId xmlns:a16="http://schemas.microsoft.com/office/drawing/2014/main" id="{0D40D32D-D5D6-1C57-482D-FF9D0C16B5E2}"/>
              </a:ext>
            </a:extLst>
          </p:cNvPr>
          <p:cNvSpPr/>
          <p:nvPr/>
        </p:nvSpPr>
        <p:spPr>
          <a:xfrm>
            <a:off x="1413299"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05" name="Oval 204">
            <a:extLst>
              <a:ext uri="{FF2B5EF4-FFF2-40B4-BE49-F238E27FC236}">
                <a16:creationId xmlns:a16="http://schemas.microsoft.com/office/drawing/2014/main" id="{0DC04E17-3255-067A-B729-FFA5BF233333}"/>
              </a:ext>
            </a:extLst>
          </p:cNvPr>
          <p:cNvSpPr/>
          <p:nvPr/>
        </p:nvSpPr>
        <p:spPr>
          <a:xfrm>
            <a:off x="1413299" y="4565657"/>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1" name="Oval 360">
            <a:extLst>
              <a:ext uri="{FF2B5EF4-FFF2-40B4-BE49-F238E27FC236}">
                <a16:creationId xmlns:a16="http://schemas.microsoft.com/office/drawing/2014/main" id="{FC3E6F94-DF7C-5A6C-F41F-8566B11255F6}"/>
              </a:ext>
            </a:extLst>
          </p:cNvPr>
          <p:cNvSpPr/>
          <p:nvPr/>
        </p:nvSpPr>
        <p:spPr>
          <a:xfrm>
            <a:off x="1413299" y="5906946"/>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2" name="Oval 361">
            <a:extLst>
              <a:ext uri="{FF2B5EF4-FFF2-40B4-BE49-F238E27FC236}">
                <a16:creationId xmlns:a16="http://schemas.microsoft.com/office/drawing/2014/main" id="{1FF92304-30FA-8260-0132-2B19A1D13D31}"/>
              </a:ext>
            </a:extLst>
          </p:cNvPr>
          <p:cNvSpPr/>
          <p:nvPr/>
        </p:nvSpPr>
        <p:spPr>
          <a:xfrm>
            <a:off x="1413299"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96" name="TextBox 295">
            <a:extLst>
              <a:ext uri="{FF2B5EF4-FFF2-40B4-BE49-F238E27FC236}">
                <a16:creationId xmlns:a16="http://schemas.microsoft.com/office/drawing/2014/main" id="{5CCD07D1-34B3-A061-302D-6046E0AE7F35}"/>
              </a:ext>
            </a:extLst>
          </p:cNvPr>
          <p:cNvSpPr txBox="1"/>
          <p:nvPr/>
        </p:nvSpPr>
        <p:spPr>
          <a:xfrm>
            <a:off x="1360926" y="3324560"/>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322" name="Oval 321">
            <a:extLst>
              <a:ext uri="{FF2B5EF4-FFF2-40B4-BE49-F238E27FC236}">
                <a16:creationId xmlns:a16="http://schemas.microsoft.com/office/drawing/2014/main" id="{DAC6BAE3-777F-4A28-E2A5-307A670F55B1}"/>
              </a:ext>
            </a:extLst>
          </p:cNvPr>
          <p:cNvSpPr/>
          <p:nvPr/>
        </p:nvSpPr>
        <p:spPr>
          <a:xfrm>
            <a:off x="1413299"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41" name="TextBox 340">
            <a:extLst>
              <a:ext uri="{FF2B5EF4-FFF2-40B4-BE49-F238E27FC236}">
                <a16:creationId xmlns:a16="http://schemas.microsoft.com/office/drawing/2014/main" id="{2B3261E9-643D-CF1B-9CCC-74951D199F14}"/>
              </a:ext>
            </a:extLst>
          </p:cNvPr>
          <p:cNvSpPr txBox="1"/>
          <p:nvPr/>
        </p:nvSpPr>
        <p:spPr>
          <a:xfrm>
            <a:off x="1418906" y="2808810"/>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342" name="TextBox 341">
            <a:extLst>
              <a:ext uri="{FF2B5EF4-FFF2-40B4-BE49-F238E27FC236}">
                <a16:creationId xmlns:a16="http://schemas.microsoft.com/office/drawing/2014/main" id="{218EBA24-B1C9-7EF7-7CB9-6267C78A9D6D}"/>
              </a:ext>
            </a:extLst>
          </p:cNvPr>
          <p:cNvSpPr txBox="1"/>
          <p:nvPr/>
        </p:nvSpPr>
        <p:spPr>
          <a:xfrm>
            <a:off x="2761712" y="2413709"/>
            <a:ext cx="786879"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June 2025</a:t>
            </a:r>
          </a:p>
        </p:txBody>
      </p:sp>
      <p:sp>
        <p:nvSpPr>
          <p:cNvPr id="343" name="TextBox 342">
            <a:extLst>
              <a:ext uri="{FF2B5EF4-FFF2-40B4-BE49-F238E27FC236}">
                <a16:creationId xmlns:a16="http://schemas.microsoft.com/office/drawing/2014/main" id="{5878E700-D80F-3A90-4ABB-0AA43524EFE1}"/>
              </a:ext>
            </a:extLst>
          </p:cNvPr>
          <p:cNvSpPr txBox="1"/>
          <p:nvPr/>
        </p:nvSpPr>
        <p:spPr>
          <a:xfrm>
            <a:off x="7119872" y="4268012"/>
            <a:ext cx="509468" cy="3231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Budget cuts of $140M</a:t>
            </a:r>
          </a:p>
        </p:txBody>
      </p:sp>
      <p:sp>
        <p:nvSpPr>
          <p:cNvPr id="344" name="TextBox 343">
            <a:extLst>
              <a:ext uri="{FF2B5EF4-FFF2-40B4-BE49-F238E27FC236}">
                <a16:creationId xmlns:a16="http://schemas.microsoft.com/office/drawing/2014/main" id="{7B1F0E14-FCFB-69FA-D623-855ED5508EA7}"/>
              </a:ext>
            </a:extLst>
          </p:cNvPr>
          <p:cNvSpPr txBox="1"/>
          <p:nvPr/>
        </p:nvSpPr>
        <p:spPr>
          <a:xfrm>
            <a:off x="6797249" y="2413709"/>
            <a:ext cx="746869"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360+ layoffs announced August 2025</a:t>
            </a:r>
          </a:p>
        </p:txBody>
      </p:sp>
      <p:sp>
        <p:nvSpPr>
          <p:cNvPr id="345" name="TextBox 344">
            <a:extLst>
              <a:ext uri="{FF2B5EF4-FFF2-40B4-BE49-F238E27FC236}">
                <a16:creationId xmlns:a16="http://schemas.microsoft.com/office/drawing/2014/main" id="{7611F646-3322-8985-C396-094FD6EB704F}"/>
              </a:ext>
            </a:extLst>
          </p:cNvPr>
          <p:cNvSpPr txBox="1"/>
          <p:nvPr/>
        </p:nvSpPr>
        <p:spPr>
          <a:xfrm>
            <a:off x="6322828" y="3700497"/>
            <a:ext cx="579342"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Merit reduction</a:t>
            </a:r>
          </a:p>
        </p:txBody>
      </p:sp>
      <p:sp>
        <p:nvSpPr>
          <p:cNvPr id="346" name="TextBox 345">
            <a:extLst>
              <a:ext uri="{FF2B5EF4-FFF2-40B4-BE49-F238E27FC236}">
                <a16:creationId xmlns:a16="http://schemas.microsoft.com/office/drawing/2014/main" id="{75E6582F-EF21-3CE7-E445-76F23D18306A}"/>
              </a:ext>
            </a:extLst>
          </p:cNvPr>
          <p:cNvSpPr txBox="1"/>
          <p:nvPr/>
        </p:nvSpPr>
        <p:spPr>
          <a:xfrm>
            <a:off x="8800522" y="2413709"/>
            <a:ext cx="756925"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Reorganization announced, layoffs</a:t>
            </a:r>
          </a:p>
        </p:txBody>
      </p:sp>
      <p:sp>
        <p:nvSpPr>
          <p:cNvPr id="347" name="TextBox 346">
            <a:extLst>
              <a:ext uri="{FF2B5EF4-FFF2-40B4-BE49-F238E27FC236}">
                <a16:creationId xmlns:a16="http://schemas.microsoft.com/office/drawing/2014/main" id="{5FDA9C18-0FF8-B5A8-A884-F38CA5BA71F3}"/>
              </a:ext>
            </a:extLst>
          </p:cNvPr>
          <p:cNvSpPr txBox="1"/>
          <p:nvPr/>
        </p:nvSpPr>
        <p:spPr>
          <a:xfrm>
            <a:off x="5892916" y="4899658"/>
            <a:ext cx="579342" cy="3231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No new campus buildings</a:t>
            </a:r>
          </a:p>
        </p:txBody>
      </p:sp>
      <p:sp>
        <p:nvSpPr>
          <p:cNvPr id="348" name="TextBox 347">
            <a:extLst>
              <a:ext uri="{FF2B5EF4-FFF2-40B4-BE49-F238E27FC236}">
                <a16:creationId xmlns:a16="http://schemas.microsoft.com/office/drawing/2014/main" id="{3936D18C-041E-F804-6414-1FAA703E056E}"/>
              </a:ext>
            </a:extLst>
          </p:cNvPr>
          <p:cNvSpPr txBox="1"/>
          <p:nvPr/>
        </p:nvSpPr>
        <p:spPr>
          <a:xfrm>
            <a:off x="8354555" y="2413709"/>
            <a:ext cx="746869"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Voluntary Separation announced</a:t>
            </a:r>
          </a:p>
        </p:txBody>
      </p:sp>
      <p:sp>
        <p:nvSpPr>
          <p:cNvPr id="349" name="TextBox 348">
            <a:extLst>
              <a:ext uri="{FF2B5EF4-FFF2-40B4-BE49-F238E27FC236}">
                <a16:creationId xmlns:a16="http://schemas.microsoft.com/office/drawing/2014/main" id="{D7655BBD-FE76-DA56-C33D-13D51B5E8876}"/>
              </a:ext>
            </a:extLst>
          </p:cNvPr>
          <p:cNvSpPr txBox="1"/>
          <p:nvPr/>
        </p:nvSpPr>
        <p:spPr>
          <a:xfrm>
            <a:off x="4209476" y="3330481"/>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pic>
        <p:nvPicPr>
          <p:cNvPr id="12" name="Picture 11">
            <a:extLst>
              <a:ext uri="{FF2B5EF4-FFF2-40B4-BE49-F238E27FC236}">
                <a16:creationId xmlns:a16="http://schemas.microsoft.com/office/drawing/2014/main" id="{6AC5B9CD-75A4-DC63-8B1E-2E394E304F17}"/>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629791" y="1206944"/>
            <a:ext cx="310087" cy="435402"/>
          </a:xfrm>
          <a:prstGeom prst="rect">
            <a:avLst/>
          </a:prstGeom>
        </p:spPr>
      </p:pic>
      <p:pic>
        <p:nvPicPr>
          <p:cNvPr id="22" name="Picture 2" descr="http://www.ranklogos.com/wp-content/uploads/2012/06/stanford-university-500x500.gif">
            <a:extLst>
              <a:ext uri="{FF2B5EF4-FFF2-40B4-BE49-F238E27FC236}">
                <a16:creationId xmlns:a16="http://schemas.microsoft.com/office/drawing/2014/main" id="{B1AA631D-2760-6C24-EB10-F9A2FEEC9C0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001473" y="1242990"/>
            <a:ext cx="363311" cy="363311"/>
          </a:xfrm>
          <a:prstGeom prst="ellipse">
            <a:avLst/>
          </a:prstGeom>
          <a:noFill/>
          <a:extLst>
            <a:ext uri="{909E8E84-426E-40DD-AFC4-6F175D3DCCD1}">
              <a14:hiddenFill xmlns:a14="http://schemas.microsoft.com/office/drawing/2010/main">
                <a:solidFill>
                  <a:srgbClr val="FFFFFF"/>
                </a:solidFill>
              </a14:hiddenFill>
            </a:ext>
          </a:extLst>
        </p:spPr>
      </p:pic>
      <p:sp>
        <p:nvSpPr>
          <p:cNvPr id="237" name="Oval 236">
            <a:extLst>
              <a:ext uri="{FF2B5EF4-FFF2-40B4-BE49-F238E27FC236}">
                <a16:creationId xmlns:a16="http://schemas.microsoft.com/office/drawing/2014/main" id="{E755AC14-EF9D-4A70-7605-FFD8D4356FB8}"/>
              </a:ext>
            </a:extLst>
          </p:cNvPr>
          <p:cNvSpPr/>
          <p:nvPr/>
        </p:nvSpPr>
        <p:spPr>
          <a:xfrm>
            <a:off x="1808325" y="3910306"/>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9" name="Oval 238">
            <a:extLst>
              <a:ext uri="{FF2B5EF4-FFF2-40B4-BE49-F238E27FC236}">
                <a16:creationId xmlns:a16="http://schemas.microsoft.com/office/drawing/2014/main" id="{817805EB-B9BA-208A-08B2-1DFF7E098934}"/>
              </a:ext>
            </a:extLst>
          </p:cNvPr>
          <p:cNvSpPr/>
          <p:nvPr/>
        </p:nvSpPr>
        <p:spPr>
          <a:xfrm>
            <a:off x="1801829" y="5911141"/>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40" name="Oval 239">
            <a:extLst>
              <a:ext uri="{FF2B5EF4-FFF2-40B4-BE49-F238E27FC236}">
                <a16:creationId xmlns:a16="http://schemas.microsoft.com/office/drawing/2014/main" id="{051B0604-EA9A-F4A8-F128-7602E9CEC1D4}"/>
              </a:ext>
            </a:extLst>
          </p:cNvPr>
          <p:cNvSpPr/>
          <p:nvPr/>
        </p:nvSpPr>
        <p:spPr>
          <a:xfrm>
            <a:off x="1801830" y="3292815"/>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41" name="Oval 240">
            <a:extLst>
              <a:ext uri="{FF2B5EF4-FFF2-40B4-BE49-F238E27FC236}">
                <a16:creationId xmlns:a16="http://schemas.microsoft.com/office/drawing/2014/main" id="{E3800FCC-D38E-CA7D-BD3D-0061F8058458}"/>
              </a:ext>
            </a:extLst>
          </p:cNvPr>
          <p:cNvSpPr/>
          <p:nvPr/>
        </p:nvSpPr>
        <p:spPr>
          <a:xfrm>
            <a:off x="1808323" y="4565657"/>
            <a:ext cx="267647" cy="267647"/>
          </a:xfrm>
          <a:prstGeom prst="ellipse">
            <a:avLst/>
          </a:prstGeom>
          <a:solidFill>
            <a:srgbClr val="C0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4" name="Oval 353">
            <a:extLst>
              <a:ext uri="{FF2B5EF4-FFF2-40B4-BE49-F238E27FC236}">
                <a16:creationId xmlns:a16="http://schemas.microsoft.com/office/drawing/2014/main" id="{152641E0-00FB-452E-695A-84EA23BF60EE}"/>
              </a:ext>
            </a:extLst>
          </p:cNvPr>
          <p:cNvSpPr/>
          <p:nvPr/>
        </p:nvSpPr>
        <p:spPr>
          <a:xfrm>
            <a:off x="1801070" y="4561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293" name="TextBox 292">
            <a:extLst>
              <a:ext uri="{FF2B5EF4-FFF2-40B4-BE49-F238E27FC236}">
                <a16:creationId xmlns:a16="http://schemas.microsoft.com/office/drawing/2014/main" id="{F7337068-037F-D661-D543-20F938644DCF}"/>
              </a:ext>
            </a:extLst>
          </p:cNvPr>
          <p:cNvSpPr txBox="1"/>
          <p:nvPr/>
        </p:nvSpPr>
        <p:spPr>
          <a:xfrm>
            <a:off x="1751342" y="3322363"/>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315" name="Oval 314">
            <a:extLst>
              <a:ext uri="{FF2B5EF4-FFF2-40B4-BE49-F238E27FC236}">
                <a16:creationId xmlns:a16="http://schemas.microsoft.com/office/drawing/2014/main" id="{390E13A0-0431-7287-C589-837639D6A263}"/>
              </a:ext>
            </a:extLst>
          </p:cNvPr>
          <p:cNvSpPr/>
          <p:nvPr/>
        </p:nvSpPr>
        <p:spPr>
          <a:xfrm>
            <a:off x="1805262" y="2772669"/>
            <a:ext cx="267647" cy="267647"/>
          </a:xfrm>
          <a:prstGeom prst="ellipse">
            <a:avLst/>
          </a:prstGeom>
          <a:solidFill>
            <a:srgbClr val="92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52C28E39-7083-A265-EEE9-ADE8B0CBF565}"/>
              </a:ext>
            </a:extLst>
          </p:cNvPr>
          <p:cNvCxnSpPr>
            <a:cxnSpLocks/>
          </p:cNvCxnSpPr>
          <p:nvPr/>
        </p:nvCxnSpPr>
        <p:spPr>
          <a:xfrm flipH="1">
            <a:off x="9554905" y="2955532"/>
            <a:ext cx="10811"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A621FFEC-6386-3280-30F2-3A2AA46B8C5C}"/>
              </a:ext>
            </a:extLst>
          </p:cNvPr>
          <p:cNvSpPr/>
          <p:nvPr/>
        </p:nvSpPr>
        <p:spPr>
          <a:xfrm>
            <a:off x="9426487" y="3906307"/>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4" name="Oval 33">
            <a:extLst>
              <a:ext uri="{FF2B5EF4-FFF2-40B4-BE49-F238E27FC236}">
                <a16:creationId xmlns:a16="http://schemas.microsoft.com/office/drawing/2014/main" id="{530F00A8-498F-23B2-57E8-D52F254F6373}"/>
              </a:ext>
            </a:extLst>
          </p:cNvPr>
          <p:cNvSpPr/>
          <p:nvPr/>
        </p:nvSpPr>
        <p:spPr>
          <a:xfrm>
            <a:off x="9426487" y="5188585"/>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5" name="Oval 34">
            <a:extLst>
              <a:ext uri="{FF2B5EF4-FFF2-40B4-BE49-F238E27FC236}">
                <a16:creationId xmlns:a16="http://schemas.microsoft.com/office/drawing/2014/main" id="{C9C3B8B2-9271-A666-9560-5818985999D8}"/>
              </a:ext>
            </a:extLst>
          </p:cNvPr>
          <p:cNvSpPr/>
          <p:nvPr/>
        </p:nvSpPr>
        <p:spPr>
          <a:xfrm>
            <a:off x="9426487" y="5910845"/>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6" name="Oval 35">
            <a:extLst>
              <a:ext uri="{FF2B5EF4-FFF2-40B4-BE49-F238E27FC236}">
                <a16:creationId xmlns:a16="http://schemas.microsoft.com/office/drawing/2014/main" id="{EEE63959-10F3-3DCE-B4B6-573E1055E52F}"/>
              </a:ext>
            </a:extLst>
          </p:cNvPr>
          <p:cNvSpPr/>
          <p:nvPr/>
        </p:nvSpPr>
        <p:spPr>
          <a:xfrm>
            <a:off x="9426487" y="3280407"/>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8" name="Oval 37">
            <a:extLst>
              <a:ext uri="{FF2B5EF4-FFF2-40B4-BE49-F238E27FC236}">
                <a16:creationId xmlns:a16="http://schemas.microsoft.com/office/drawing/2014/main" id="{26A55160-B0E3-C5AD-A01D-8393FB88710C}"/>
              </a:ext>
            </a:extLst>
          </p:cNvPr>
          <p:cNvSpPr/>
          <p:nvPr/>
        </p:nvSpPr>
        <p:spPr>
          <a:xfrm>
            <a:off x="9426487" y="4557462"/>
            <a:ext cx="267647" cy="267647"/>
          </a:xfrm>
          <a:prstGeom prst="ellipse">
            <a:avLst/>
          </a:prstGeom>
          <a:solidFill>
            <a:srgbClr val="920000"/>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39" name="TextBox 38">
            <a:extLst>
              <a:ext uri="{FF2B5EF4-FFF2-40B4-BE49-F238E27FC236}">
                <a16:creationId xmlns:a16="http://schemas.microsoft.com/office/drawing/2014/main" id="{9834F6CB-7AC0-2673-28A2-1E69923F069A}"/>
              </a:ext>
            </a:extLst>
          </p:cNvPr>
          <p:cNvSpPr txBox="1"/>
          <p:nvPr/>
        </p:nvSpPr>
        <p:spPr>
          <a:xfrm>
            <a:off x="9521022" y="4337482"/>
            <a:ext cx="509468" cy="246221"/>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Potential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 cut</a:t>
            </a:r>
          </a:p>
        </p:txBody>
      </p:sp>
      <p:sp>
        <p:nvSpPr>
          <p:cNvPr id="40" name="TextBox 39">
            <a:extLst>
              <a:ext uri="{FF2B5EF4-FFF2-40B4-BE49-F238E27FC236}">
                <a16:creationId xmlns:a16="http://schemas.microsoft.com/office/drawing/2014/main" id="{78DFD4B6-3AFC-9FF9-D2C8-611B18EAA034}"/>
              </a:ext>
            </a:extLst>
          </p:cNvPr>
          <p:cNvSpPr txBox="1"/>
          <p:nvPr/>
        </p:nvSpPr>
        <p:spPr>
          <a:xfrm>
            <a:off x="9433270" y="3310251"/>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41" name="Oval 40">
            <a:extLst>
              <a:ext uri="{FF2B5EF4-FFF2-40B4-BE49-F238E27FC236}">
                <a16:creationId xmlns:a16="http://schemas.microsoft.com/office/drawing/2014/main" id="{71DF76D5-177E-26A3-FC0A-B6B0325603A6}"/>
              </a:ext>
            </a:extLst>
          </p:cNvPr>
          <p:cNvSpPr/>
          <p:nvPr/>
        </p:nvSpPr>
        <p:spPr>
          <a:xfrm>
            <a:off x="9426487" y="2772669"/>
            <a:ext cx="267647" cy="267647"/>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6" name="Rectangle 55">
            <a:extLst>
              <a:ext uri="{FF2B5EF4-FFF2-40B4-BE49-F238E27FC236}">
                <a16:creationId xmlns:a16="http://schemas.microsoft.com/office/drawing/2014/main" id="{C03A6AF0-812F-8FD6-25D0-4395459D7308}"/>
              </a:ext>
            </a:extLst>
          </p:cNvPr>
          <p:cNvSpPr/>
          <p:nvPr/>
        </p:nvSpPr>
        <p:spPr>
          <a:xfrm>
            <a:off x="11008572" y="1132169"/>
            <a:ext cx="386588" cy="5178873"/>
          </a:xfrm>
          <a:prstGeom prst="rect">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5F3EF"/>
              </a:solidFill>
              <a:effectLst/>
              <a:uLnTx/>
              <a:uFillTx/>
              <a:latin typeface="Calibri" panose="020F0502020204030204"/>
              <a:ea typeface="+mn-ea"/>
              <a:cs typeface="+mn-cs"/>
            </a:endParaRPr>
          </a:p>
        </p:txBody>
      </p:sp>
      <p:sp>
        <p:nvSpPr>
          <p:cNvPr id="49" name="Rectangle 48">
            <a:extLst>
              <a:ext uri="{FF2B5EF4-FFF2-40B4-BE49-F238E27FC236}">
                <a16:creationId xmlns:a16="http://schemas.microsoft.com/office/drawing/2014/main" id="{414A7421-8B7C-8F53-BDAD-6C58541C1B33}"/>
              </a:ext>
            </a:extLst>
          </p:cNvPr>
          <p:cNvSpPr/>
          <p:nvPr/>
        </p:nvSpPr>
        <p:spPr>
          <a:xfrm>
            <a:off x="1316953" y="1168736"/>
            <a:ext cx="3256919" cy="585925"/>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Lato"/>
              <a:ea typeface="+mn-ea"/>
              <a:cs typeface="+mn-cs"/>
            </a:endParaRPr>
          </a:p>
        </p:txBody>
      </p:sp>
      <p:sp>
        <p:nvSpPr>
          <p:cNvPr id="53" name="Title 1">
            <a:extLst>
              <a:ext uri="{FF2B5EF4-FFF2-40B4-BE49-F238E27FC236}">
                <a16:creationId xmlns:a16="http://schemas.microsoft.com/office/drawing/2014/main" id="{125D4B3D-C4E0-CD10-80AE-619C3ED183D3}"/>
              </a:ext>
            </a:extLst>
          </p:cNvPr>
          <p:cNvSpPr txBox="1">
            <a:spLocks/>
          </p:cNvSpPr>
          <p:nvPr/>
        </p:nvSpPr>
        <p:spPr>
          <a:xfrm>
            <a:off x="1291720" y="920030"/>
            <a:ext cx="3233185" cy="345425"/>
          </a:xfrm>
          <a:prstGeom prst="rect">
            <a:avLst/>
          </a:prstGeom>
        </p:spPr>
        <p:txBody>
          <a:bodyPr vert="horz" lIns="91440" tIns="45720" rIns="91440" bIns="45720" rtlCol="0" anchor="ctr">
            <a:normAutofit fontScale="92500" lnSpcReduction="10000"/>
          </a:bodyPr>
          <a:lstStyle>
            <a:lvl1pPr algn="l" defTabSz="914172" rtl="0" eaLnBrk="1" latinLnBrk="0" hangingPunct="1">
              <a:lnSpc>
                <a:spcPct val="90000"/>
              </a:lnSpc>
              <a:spcBef>
                <a:spcPct val="0"/>
              </a:spcBef>
              <a:buNone/>
              <a:defRPr sz="4399" b="1" i="0" kern="1200" spc="1100" baseline="0">
                <a:solidFill>
                  <a:schemeClr val="bg1"/>
                </a:solidFill>
                <a:latin typeface="Montserrat" pitchFamily="2" charset="77"/>
                <a:ea typeface="+mj-ea"/>
                <a:cs typeface="+mj-cs"/>
              </a:defRPr>
            </a:lvl1pPr>
          </a:lstStyle>
          <a:p>
            <a:pPr marL="0" marR="0" lvl="0" indent="0" algn="ctr" defTabSz="914172" rtl="0" eaLnBrk="1" fontAlgn="auto" latinLnBrk="0" hangingPunct="1">
              <a:lnSpc>
                <a:spcPct val="90000"/>
              </a:lnSpc>
              <a:spcBef>
                <a:spcPct val="0"/>
              </a:spcBef>
              <a:spcAft>
                <a:spcPts val="0"/>
              </a:spcAft>
              <a:buClrTx/>
              <a:buSzTx/>
              <a:buFontTx/>
              <a:buNone/>
              <a:tabLst/>
              <a:defRPr/>
            </a:pPr>
            <a:br>
              <a:rPr kumimoji="0" lang="en-US" sz="1100" b="0" i="1" u="none" strike="noStrike" kern="1200" cap="none" spc="0" normalizeH="0" baseline="0" noProof="0" dirty="0">
                <a:ln>
                  <a:noFill/>
                </a:ln>
                <a:solidFill>
                  <a:srgbClr val="FFFFFF"/>
                </a:solidFill>
                <a:effectLst/>
                <a:uLnTx/>
                <a:uFillTx/>
                <a:latin typeface="Montserrat" pitchFamily="2" charset="77"/>
                <a:ea typeface="+mj-ea"/>
                <a:cs typeface="+mj-cs"/>
              </a:rPr>
            </a:br>
            <a:r>
              <a:rPr kumimoji="0" lang="en-US" sz="1100" b="0" i="1" u="none" strike="noStrike" kern="1200" cap="none" spc="0" normalizeH="0" baseline="0" noProof="0" dirty="0">
                <a:ln>
                  <a:noFill/>
                </a:ln>
                <a:solidFill>
                  <a:srgbClr val="FFFFFF"/>
                </a:solidFill>
                <a:effectLst/>
                <a:uLnTx/>
                <a:uFillTx/>
                <a:latin typeface="Montserrat" pitchFamily="2" charset="77"/>
                <a:ea typeface="+mj-ea"/>
                <a:cs typeface="+mj-cs"/>
              </a:rPr>
              <a:t>Universities targeted by POTUS</a:t>
            </a:r>
          </a:p>
          <a:p>
            <a:pPr marL="0" marR="0" lvl="0" indent="0" algn="ctr" defTabSz="914172" rtl="0" eaLnBrk="1" fontAlgn="auto" latinLnBrk="0" hangingPunct="1">
              <a:lnSpc>
                <a:spcPct val="90000"/>
              </a:lnSpc>
              <a:spcBef>
                <a:spcPct val="0"/>
              </a:spcBef>
              <a:spcAft>
                <a:spcPts val="0"/>
              </a:spcAft>
              <a:buClrTx/>
              <a:buSzTx/>
              <a:buFontTx/>
              <a:buNone/>
              <a:tabLst/>
              <a:defRPr/>
            </a:pPr>
            <a:endParaRPr kumimoji="0" lang="en-US" sz="1100" b="0" i="1" u="none" strike="noStrike" kern="1200" cap="none" spc="0" normalizeH="0" baseline="0" noProof="0" dirty="0">
              <a:ln>
                <a:noFill/>
              </a:ln>
              <a:solidFill>
                <a:srgbClr val="FFFFFF"/>
              </a:solidFill>
              <a:effectLst/>
              <a:uLnTx/>
              <a:uFillTx/>
              <a:latin typeface="Montserrat" pitchFamily="2" charset="77"/>
              <a:ea typeface="+mj-ea"/>
              <a:cs typeface="+mj-cs"/>
            </a:endParaRPr>
          </a:p>
        </p:txBody>
      </p:sp>
      <p:sp>
        <p:nvSpPr>
          <p:cNvPr id="6" name="TextBox 5">
            <a:extLst>
              <a:ext uri="{FF2B5EF4-FFF2-40B4-BE49-F238E27FC236}">
                <a16:creationId xmlns:a16="http://schemas.microsoft.com/office/drawing/2014/main" id="{9D8932F6-85E0-8573-F8D3-E6F6DB414900}"/>
              </a:ext>
            </a:extLst>
          </p:cNvPr>
          <p:cNvSpPr txBox="1"/>
          <p:nvPr/>
        </p:nvSpPr>
        <p:spPr>
          <a:xfrm>
            <a:off x="10238730" y="2801373"/>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7" name="TextBox 6">
            <a:extLst>
              <a:ext uri="{FF2B5EF4-FFF2-40B4-BE49-F238E27FC236}">
                <a16:creationId xmlns:a16="http://schemas.microsoft.com/office/drawing/2014/main" id="{9FC92E06-2F74-A797-119E-25EC66B950FD}"/>
              </a:ext>
            </a:extLst>
          </p:cNvPr>
          <p:cNvSpPr txBox="1"/>
          <p:nvPr/>
        </p:nvSpPr>
        <p:spPr>
          <a:xfrm>
            <a:off x="7523009" y="4312742"/>
            <a:ext cx="509468"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cuts</a:t>
            </a:r>
          </a:p>
        </p:txBody>
      </p:sp>
      <p:sp>
        <p:nvSpPr>
          <p:cNvPr id="15" name="TextBox 14">
            <a:extLst>
              <a:ext uri="{FF2B5EF4-FFF2-40B4-BE49-F238E27FC236}">
                <a16:creationId xmlns:a16="http://schemas.microsoft.com/office/drawing/2014/main" id="{AE14CE85-2A2A-58A0-3780-5253AB73CDCC}"/>
              </a:ext>
            </a:extLst>
          </p:cNvPr>
          <p:cNvSpPr txBox="1"/>
          <p:nvPr/>
        </p:nvSpPr>
        <p:spPr>
          <a:xfrm>
            <a:off x="7519676" y="4964268"/>
            <a:ext cx="579342"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cut</a:t>
            </a:r>
          </a:p>
        </p:txBody>
      </p:sp>
      <p:sp>
        <p:nvSpPr>
          <p:cNvPr id="27" name="TextBox 26">
            <a:extLst>
              <a:ext uri="{FF2B5EF4-FFF2-40B4-BE49-F238E27FC236}">
                <a16:creationId xmlns:a16="http://schemas.microsoft.com/office/drawing/2014/main" id="{BE155939-0FD3-1DB6-BE53-B7F91785BA0A}"/>
              </a:ext>
            </a:extLst>
          </p:cNvPr>
          <p:cNvSpPr txBox="1"/>
          <p:nvPr/>
        </p:nvSpPr>
        <p:spPr>
          <a:xfrm>
            <a:off x="6732155" y="4388246"/>
            <a:ext cx="509468" cy="169277"/>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3% cut</a:t>
            </a:r>
          </a:p>
        </p:txBody>
      </p:sp>
      <p:sp>
        <p:nvSpPr>
          <p:cNvPr id="28" name="TextBox 27">
            <a:extLst>
              <a:ext uri="{FF2B5EF4-FFF2-40B4-BE49-F238E27FC236}">
                <a16:creationId xmlns:a16="http://schemas.microsoft.com/office/drawing/2014/main" id="{466DB0CF-C829-0113-D080-90B35087EC5D}"/>
              </a:ext>
            </a:extLst>
          </p:cNvPr>
          <p:cNvSpPr txBox="1"/>
          <p:nvPr/>
        </p:nvSpPr>
        <p:spPr>
          <a:xfrm>
            <a:off x="6582642" y="3322045"/>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37" name="TextBox 36">
            <a:extLst>
              <a:ext uri="{FF2B5EF4-FFF2-40B4-BE49-F238E27FC236}">
                <a16:creationId xmlns:a16="http://schemas.microsoft.com/office/drawing/2014/main" id="{5DB04805-2EE4-3AD9-E5FF-A16BDFA0475C}"/>
              </a:ext>
            </a:extLst>
          </p:cNvPr>
          <p:cNvSpPr txBox="1"/>
          <p:nvPr/>
        </p:nvSpPr>
        <p:spPr>
          <a:xfrm>
            <a:off x="2660665" y="4270596"/>
            <a:ext cx="486544" cy="323165"/>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10% cut</a:t>
            </a:r>
          </a:p>
        </p:txBody>
      </p:sp>
      <p:sp>
        <p:nvSpPr>
          <p:cNvPr id="2" name="TextBox 1">
            <a:extLst>
              <a:ext uri="{FF2B5EF4-FFF2-40B4-BE49-F238E27FC236}">
                <a16:creationId xmlns:a16="http://schemas.microsoft.com/office/drawing/2014/main" id="{EDFBB0E7-47FB-BC8B-700B-96C2CCAF8E8F}"/>
              </a:ext>
            </a:extLst>
          </p:cNvPr>
          <p:cNvSpPr txBox="1"/>
          <p:nvPr/>
        </p:nvSpPr>
        <p:spPr>
          <a:xfrm>
            <a:off x="5183731" y="2435417"/>
            <a:ext cx="728803"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1,000 layoffs  November 2025</a:t>
            </a:r>
          </a:p>
        </p:txBody>
      </p:sp>
      <p:sp>
        <p:nvSpPr>
          <p:cNvPr id="4" name="TextBox 3">
            <a:extLst>
              <a:ext uri="{FF2B5EF4-FFF2-40B4-BE49-F238E27FC236}">
                <a16:creationId xmlns:a16="http://schemas.microsoft.com/office/drawing/2014/main" id="{1CA8600B-B97C-D7AF-9E4A-B3889DBBF66A}"/>
              </a:ext>
            </a:extLst>
          </p:cNvPr>
          <p:cNvSpPr txBox="1"/>
          <p:nvPr/>
        </p:nvSpPr>
        <p:spPr>
          <a:xfrm>
            <a:off x="5483091" y="4232750"/>
            <a:ext cx="551968" cy="369332"/>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Schools: 5% cut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Support units: 10% cut</a:t>
            </a:r>
          </a:p>
        </p:txBody>
      </p:sp>
      <p:sp>
        <p:nvSpPr>
          <p:cNvPr id="19" name="TextBox 18">
            <a:extLst>
              <a:ext uri="{FF2B5EF4-FFF2-40B4-BE49-F238E27FC236}">
                <a16:creationId xmlns:a16="http://schemas.microsoft.com/office/drawing/2014/main" id="{E1985CD5-6067-FFAD-0B0E-D0C01116C820}"/>
              </a:ext>
            </a:extLst>
          </p:cNvPr>
          <p:cNvSpPr txBox="1"/>
          <p:nvPr/>
        </p:nvSpPr>
        <p:spPr>
          <a:xfrm>
            <a:off x="10000845" y="2456237"/>
            <a:ext cx="746869" cy="2769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240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July 2025</a:t>
            </a:r>
          </a:p>
        </p:txBody>
      </p:sp>
      <p:sp>
        <p:nvSpPr>
          <p:cNvPr id="50" name="TextBox 49">
            <a:extLst>
              <a:ext uri="{FF2B5EF4-FFF2-40B4-BE49-F238E27FC236}">
                <a16:creationId xmlns:a16="http://schemas.microsoft.com/office/drawing/2014/main" id="{5B8485B5-43DD-210E-8CE2-00F7BE24E997}"/>
              </a:ext>
            </a:extLst>
          </p:cNvPr>
          <p:cNvSpPr txBox="1"/>
          <p:nvPr/>
        </p:nvSpPr>
        <p:spPr>
          <a:xfrm>
            <a:off x="3883482" y="4345827"/>
            <a:ext cx="486544" cy="169277"/>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5%-10%</a:t>
            </a:r>
          </a:p>
        </p:txBody>
      </p:sp>
      <p:sp>
        <p:nvSpPr>
          <p:cNvPr id="55" name="TextBox 54">
            <a:extLst>
              <a:ext uri="{FF2B5EF4-FFF2-40B4-BE49-F238E27FC236}">
                <a16:creationId xmlns:a16="http://schemas.microsoft.com/office/drawing/2014/main" id="{272E4E3E-DC40-2CFF-BEA8-089D7953690D}"/>
              </a:ext>
            </a:extLst>
          </p:cNvPr>
          <p:cNvSpPr txBox="1"/>
          <p:nvPr/>
        </p:nvSpPr>
        <p:spPr>
          <a:xfrm>
            <a:off x="2267132" y="4375184"/>
            <a:ext cx="486544" cy="169277"/>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2.5% cut</a:t>
            </a:r>
          </a:p>
        </p:txBody>
      </p:sp>
      <p:sp>
        <p:nvSpPr>
          <p:cNvPr id="57" name="TextBox 56">
            <a:extLst>
              <a:ext uri="{FF2B5EF4-FFF2-40B4-BE49-F238E27FC236}">
                <a16:creationId xmlns:a16="http://schemas.microsoft.com/office/drawing/2014/main" id="{14DC9A8D-F0FF-B3F0-03C9-12A3E440F442}"/>
              </a:ext>
            </a:extLst>
          </p:cNvPr>
          <p:cNvSpPr txBox="1"/>
          <p:nvPr/>
        </p:nvSpPr>
        <p:spPr>
          <a:xfrm>
            <a:off x="2058627" y="2417419"/>
            <a:ext cx="541468" cy="369332"/>
          </a:xfrm>
          <a:prstGeom prst="rect">
            <a:avLst/>
          </a:prstGeom>
          <a:noFill/>
          <a:ln>
            <a:no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100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Sep 2025</a:t>
            </a:r>
          </a:p>
        </p:txBody>
      </p:sp>
      <p:sp>
        <p:nvSpPr>
          <p:cNvPr id="59" name="TextBox 58">
            <a:extLst>
              <a:ext uri="{FF2B5EF4-FFF2-40B4-BE49-F238E27FC236}">
                <a16:creationId xmlns:a16="http://schemas.microsoft.com/office/drawing/2014/main" id="{5F9B5CB6-B95A-5D06-04F7-11807AD700D0}"/>
              </a:ext>
            </a:extLst>
          </p:cNvPr>
          <p:cNvSpPr txBox="1"/>
          <p:nvPr/>
        </p:nvSpPr>
        <p:spPr>
          <a:xfrm>
            <a:off x="9786267" y="3318593"/>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F&amp;S</a:t>
            </a:r>
          </a:p>
        </p:txBody>
      </p:sp>
      <p:sp>
        <p:nvSpPr>
          <p:cNvPr id="61" name="TextBox 60">
            <a:extLst>
              <a:ext uri="{FF2B5EF4-FFF2-40B4-BE49-F238E27FC236}">
                <a16:creationId xmlns:a16="http://schemas.microsoft.com/office/drawing/2014/main" id="{6FB4B467-C4FC-6E79-3124-206B63AFC0AD}"/>
              </a:ext>
            </a:extLst>
          </p:cNvPr>
          <p:cNvSpPr txBox="1"/>
          <p:nvPr/>
        </p:nvSpPr>
        <p:spPr>
          <a:xfrm>
            <a:off x="9564671" y="2454037"/>
            <a:ext cx="756925" cy="2769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75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Oct 2025</a:t>
            </a:r>
          </a:p>
        </p:txBody>
      </p:sp>
      <p:sp>
        <p:nvSpPr>
          <p:cNvPr id="62" name="TextBox 61">
            <a:extLst>
              <a:ext uri="{FF2B5EF4-FFF2-40B4-BE49-F238E27FC236}">
                <a16:creationId xmlns:a16="http://schemas.microsoft.com/office/drawing/2014/main" id="{AA8D141C-1C72-62D2-AFFD-7D0F901C4208}"/>
              </a:ext>
            </a:extLst>
          </p:cNvPr>
          <p:cNvSpPr txBox="1"/>
          <p:nvPr/>
        </p:nvSpPr>
        <p:spPr>
          <a:xfrm>
            <a:off x="9924391" y="4270250"/>
            <a:ext cx="509468" cy="3231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Budget cuts of $33M</a:t>
            </a:r>
          </a:p>
        </p:txBody>
      </p:sp>
      <p:sp>
        <p:nvSpPr>
          <p:cNvPr id="51" name="TextBox 50">
            <a:extLst>
              <a:ext uri="{FF2B5EF4-FFF2-40B4-BE49-F238E27FC236}">
                <a16:creationId xmlns:a16="http://schemas.microsoft.com/office/drawing/2014/main" id="{4B52AFA5-F54E-C1A4-DE6C-3660D7224873}"/>
              </a:ext>
            </a:extLst>
          </p:cNvPr>
          <p:cNvSpPr txBox="1"/>
          <p:nvPr/>
        </p:nvSpPr>
        <p:spPr>
          <a:xfrm>
            <a:off x="7950052" y="2382673"/>
            <a:ext cx="728803"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316 layoffs + eliminated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~200 vacant positions</a:t>
            </a:r>
          </a:p>
        </p:txBody>
      </p:sp>
      <p:sp>
        <p:nvSpPr>
          <p:cNvPr id="52" name="TextBox 51">
            <a:extLst>
              <a:ext uri="{FF2B5EF4-FFF2-40B4-BE49-F238E27FC236}">
                <a16:creationId xmlns:a16="http://schemas.microsoft.com/office/drawing/2014/main" id="{62543348-BDE7-DFE4-8D03-14E724D81603}"/>
              </a:ext>
            </a:extLst>
          </p:cNvPr>
          <p:cNvSpPr txBox="1"/>
          <p:nvPr/>
        </p:nvSpPr>
        <p:spPr>
          <a:xfrm>
            <a:off x="9100814" y="4260964"/>
            <a:ext cx="509468" cy="3231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Reduce $100M in spending</a:t>
            </a:r>
          </a:p>
        </p:txBody>
      </p:sp>
      <p:sp>
        <p:nvSpPr>
          <p:cNvPr id="42" name="TextBox 41">
            <a:extLst>
              <a:ext uri="{FF2B5EF4-FFF2-40B4-BE49-F238E27FC236}">
                <a16:creationId xmlns:a16="http://schemas.microsoft.com/office/drawing/2014/main" id="{2391F7CD-1E91-F372-4CD5-E9921D4759A3}"/>
              </a:ext>
            </a:extLst>
          </p:cNvPr>
          <p:cNvSpPr txBox="1"/>
          <p:nvPr/>
        </p:nvSpPr>
        <p:spPr>
          <a:xfrm>
            <a:off x="6331468" y="4388246"/>
            <a:ext cx="509468" cy="169277"/>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5% cut</a:t>
            </a:r>
          </a:p>
        </p:txBody>
      </p:sp>
      <p:sp>
        <p:nvSpPr>
          <p:cNvPr id="43" name="TextBox 42">
            <a:extLst>
              <a:ext uri="{FF2B5EF4-FFF2-40B4-BE49-F238E27FC236}">
                <a16:creationId xmlns:a16="http://schemas.microsoft.com/office/drawing/2014/main" id="{E2F92C61-6711-19EC-195B-0DEC693969A9}"/>
              </a:ext>
            </a:extLst>
          </p:cNvPr>
          <p:cNvSpPr txBox="1"/>
          <p:nvPr/>
        </p:nvSpPr>
        <p:spPr>
          <a:xfrm>
            <a:off x="3490160" y="5774612"/>
            <a:ext cx="486544" cy="169277"/>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20%</a:t>
            </a:r>
          </a:p>
        </p:txBody>
      </p:sp>
      <p:sp>
        <p:nvSpPr>
          <p:cNvPr id="44" name="TextBox 43">
            <a:extLst>
              <a:ext uri="{FF2B5EF4-FFF2-40B4-BE49-F238E27FC236}">
                <a16:creationId xmlns:a16="http://schemas.microsoft.com/office/drawing/2014/main" id="{AFA71DCE-3181-0587-9B02-FA779CD6D1D0}"/>
              </a:ext>
            </a:extLst>
          </p:cNvPr>
          <p:cNvSpPr txBox="1"/>
          <p:nvPr/>
        </p:nvSpPr>
        <p:spPr>
          <a:xfrm>
            <a:off x="9841664" y="2801373"/>
            <a:ext cx="20563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5F3EF"/>
                </a:solidFill>
                <a:effectLst/>
                <a:uLnTx/>
                <a:uFillTx/>
                <a:latin typeface="Arial" panose="020B0604020202020204" pitchFamily="34" charset="0"/>
                <a:ea typeface="+mn-ea"/>
                <a:cs typeface="Arial" panose="020B0604020202020204" pitchFamily="34" charset="0"/>
              </a:rPr>
              <a:t>S</a:t>
            </a:r>
          </a:p>
        </p:txBody>
      </p:sp>
      <p:sp>
        <p:nvSpPr>
          <p:cNvPr id="45" name="TextBox 44">
            <a:extLst>
              <a:ext uri="{FF2B5EF4-FFF2-40B4-BE49-F238E27FC236}">
                <a16:creationId xmlns:a16="http://schemas.microsoft.com/office/drawing/2014/main" id="{42353673-3F19-8390-D213-1660BB0968B0}"/>
              </a:ext>
            </a:extLst>
          </p:cNvPr>
          <p:cNvSpPr txBox="1"/>
          <p:nvPr/>
        </p:nvSpPr>
        <p:spPr>
          <a:xfrm>
            <a:off x="10302195" y="4270250"/>
            <a:ext cx="509468" cy="3231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Budget cuts of $30M</a:t>
            </a:r>
          </a:p>
        </p:txBody>
      </p:sp>
      <p:sp>
        <p:nvSpPr>
          <p:cNvPr id="46" name="TextBox 45">
            <a:extLst>
              <a:ext uri="{FF2B5EF4-FFF2-40B4-BE49-F238E27FC236}">
                <a16:creationId xmlns:a16="http://schemas.microsoft.com/office/drawing/2014/main" id="{624E36B1-D047-CDF4-12C9-17D81C804B2B}"/>
              </a:ext>
            </a:extLst>
          </p:cNvPr>
          <p:cNvSpPr txBox="1"/>
          <p:nvPr/>
        </p:nvSpPr>
        <p:spPr>
          <a:xfrm>
            <a:off x="6024169" y="2413709"/>
            <a:ext cx="746869"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Layoff potential announced December 2025</a:t>
            </a:r>
          </a:p>
        </p:txBody>
      </p:sp>
      <p:sp>
        <p:nvSpPr>
          <p:cNvPr id="54" name="TextBox 53">
            <a:extLst>
              <a:ext uri="{FF2B5EF4-FFF2-40B4-BE49-F238E27FC236}">
                <a16:creationId xmlns:a16="http://schemas.microsoft.com/office/drawing/2014/main" id="{B6447103-6839-D0E2-E6B5-8FEC98B2B59B}"/>
              </a:ext>
            </a:extLst>
          </p:cNvPr>
          <p:cNvSpPr txBox="1"/>
          <p:nvPr/>
        </p:nvSpPr>
        <p:spPr>
          <a:xfrm>
            <a:off x="3359967" y="3322650"/>
            <a:ext cx="423192" cy="20005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F&amp;S</a:t>
            </a:r>
          </a:p>
        </p:txBody>
      </p:sp>
      <p:sp>
        <p:nvSpPr>
          <p:cNvPr id="63" name="TextBox 62">
            <a:extLst>
              <a:ext uri="{FF2B5EF4-FFF2-40B4-BE49-F238E27FC236}">
                <a16:creationId xmlns:a16="http://schemas.microsoft.com/office/drawing/2014/main" id="{23C69328-C277-1318-1F25-CE9EEEFA0F97}"/>
              </a:ext>
            </a:extLst>
          </p:cNvPr>
          <p:cNvSpPr txBox="1"/>
          <p:nvPr/>
        </p:nvSpPr>
        <p:spPr>
          <a:xfrm>
            <a:off x="1679680" y="2485898"/>
            <a:ext cx="544956" cy="2769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180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staff</a:t>
            </a:r>
          </a:p>
        </p:txBody>
      </p:sp>
      <p:sp>
        <p:nvSpPr>
          <p:cNvPr id="64" name="TextBox 63">
            <a:extLst>
              <a:ext uri="{FF2B5EF4-FFF2-40B4-BE49-F238E27FC236}">
                <a16:creationId xmlns:a16="http://schemas.microsoft.com/office/drawing/2014/main" id="{B8168C10-1698-CF3E-70BB-35292C1D43B7}"/>
              </a:ext>
            </a:extLst>
          </p:cNvPr>
          <p:cNvSpPr txBox="1"/>
          <p:nvPr/>
        </p:nvSpPr>
        <p:spPr>
          <a:xfrm>
            <a:off x="3188498" y="2413709"/>
            <a:ext cx="786879"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Dec 2025</a:t>
            </a:r>
          </a:p>
        </p:txBody>
      </p:sp>
      <p:sp>
        <p:nvSpPr>
          <p:cNvPr id="65" name="TextBox 64">
            <a:extLst>
              <a:ext uri="{FF2B5EF4-FFF2-40B4-BE49-F238E27FC236}">
                <a16:creationId xmlns:a16="http://schemas.microsoft.com/office/drawing/2014/main" id="{784E3E1C-22EE-6569-012B-E8D9BB4666B6}"/>
              </a:ext>
            </a:extLst>
          </p:cNvPr>
          <p:cNvSpPr txBox="1"/>
          <p:nvPr/>
        </p:nvSpPr>
        <p:spPr>
          <a:xfrm>
            <a:off x="3894743" y="2413709"/>
            <a:ext cx="786879"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2,000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Mar 2025</a:t>
            </a:r>
          </a:p>
        </p:txBody>
      </p:sp>
      <p:pic>
        <p:nvPicPr>
          <p:cNvPr id="66" name="Picture 2">
            <a:extLst>
              <a:ext uri="{FF2B5EF4-FFF2-40B4-BE49-F238E27FC236}">
                <a16:creationId xmlns:a16="http://schemas.microsoft.com/office/drawing/2014/main" id="{461D9C70-8725-DF64-DF6C-F69C0782752A}"/>
              </a:ext>
            </a:extLst>
          </p:cNvPr>
          <p:cNvPicPr>
            <a:picLocks noChangeAspect="1" noChangeArrowheads="1"/>
          </p:cNvPicPr>
          <p:nvPr/>
        </p:nvPicPr>
        <p:blipFill>
          <a:blip r:embed="rId10" cstate="email">
            <a:extLst>
              <a:ext uri="{28A0092B-C50C-407E-A947-70E740481C1C}">
                <a14:useLocalDpi xmlns:a14="http://schemas.microsoft.com/office/drawing/2010/main" val="0"/>
              </a:ext>
            </a:extLst>
          </a:blip>
          <a:srcRect/>
          <a:stretch>
            <a:fillRect/>
          </a:stretch>
        </p:blipFill>
        <p:spPr bwMode="auto">
          <a:xfrm>
            <a:off x="2947706" y="1282150"/>
            <a:ext cx="351303" cy="351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orthwestern University Logo, symbol, meaning, history, PNG, brand">
            <a:extLst>
              <a:ext uri="{FF2B5EF4-FFF2-40B4-BE49-F238E27FC236}">
                <a16:creationId xmlns:a16="http://schemas.microsoft.com/office/drawing/2014/main" id="{FF87622C-B0A2-4FB6-D5C6-C923E89C4F84}"/>
              </a:ext>
            </a:extLst>
          </p:cNvPr>
          <p:cNvPicPr>
            <a:picLocks noChangeAspect="1" noChangeArrowheads="1"/>
          </p:cNvPicPr>
          <p:nvPr/>
        </p:nvPicPr>
        <p:blipFill>
          <a:blip r:embed="rId11" cstate="email">
            <a:extLst>
              <a:ext uri="{28A0092B-C50C-407E-A947-70E740481C1C}">
                <a14:useLocalDpi xmlns:a14="http://schemas.microsoft.com/office/drawing/2010/main" val="0"/>
              </a:ext>
            </a:extLst>
          </a:blip>
          <a:srcRect/>
          <a:stretch>
            <a:fillRect/>
          </a:stretch>
        </p:blipFill>
        <p:spPr bwMode="auto">
          <a:xfrm>
            <a:off x="2396591" y="1272862"/>
            <a:ext cx="642127" cy="361196"/>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descr="The Harvard Veritas shield next to the adorned shield (with wreath).">
            <a:extLst>
              <a:ext uri="{FF2B5EF4-FFF2-40B4-BE49-F238E27FC236}">
                <a16:creationId xmlns:a16="http://schemas.microsoft.com/office/drawing/2014/main" id="{FB8D9A65-7D62-A8AA-958B-63CB4FE486D4}"/>
              </a:ext>
            </a:extLst>
          </p:cNvPr>
          <p:cNvPicPr>
            <a:picLocks noChangeAspect="1" noChangeArrowheads="1"/>
          </p:cNvPicPr>
          <p:nvPr/>
        </p:nvPicPr>
        <p:blipFill rotWithShape="1">
          <a:blip r:embed="rId12" cstate="email">
            <a:extLst>
              <a:ext uri="{28A0092B-C50C-407E-A947-70E740481C1C}">
                <a14:useLocalDpi xmlns:a14="http://schemas.microsoft.com/office/drawing/2010/main" val="0"/>
              </a:ext>
            </a:extLst>
          </a:blip>
          <a:srcRect r="58594"/>
          <a:stretch>
            <a:fillRect/>
          </a:stretch>
        </p:blipFill>
        <p:spPr bwMode="auto">
          <a:xfrm>
            <a:off x="1314259" y="1099763"/>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uke University Logo and symbol, meaning, history, PNG, brand">
            <a:extLst>
              <a:ext uri="{FF2B5EF4-FFF2-40B4-BE49-F238E27FC236}">
                <a16:creationId xmlns:a16="http://schemas.microsoft.com/office/drawing/2014/main" id="{D68510D6-93DC-DD09-1246-4486A6DE65AB}"/>
              </a:ext>
            </a:extLst>
          </p:cNvPr>
          <p:cNvPicPr>
            <a:picLocks noChangeAspect="1" noChangeArrowheads="1"/>
          </p:cNvPicPr>
          <p:nvPr/>
        </p:nvPicPr>
        <p:blipFill rotWithShape="1">
          <a:blip r:embed="rId13" cstate="email">
            <a:extLst>
              <a:ext uri="{28A0092B-C50C-407E-A947-70E740481C1C}">
                <a14:useLocalDpi xmlns:a14="http://schemas.microsoft.com/office/drawing/2010/main" val="0"/>
              </a:ext>
            </a:extLst>
          </a:blip>
          <a:srcRect r="54199"/>
          <a:stretch>
            <a:fillRect/>
          </a:stretch>
        </p:blipFill>
        <p:spPr bwMode="auto">
          <a:xfrm>
            <a:off x="4603717" y="1262051"/>
            <a:ext cx="322729" cy="396359"/>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18">
            <a:extLst>
              <a:ext uri="{FF2B5EF4-FFF2-40B4-BE49-F238E27FC236}">
                <a16:creationId xmlns:a16="http://schemas.microsoft.com/office/drawing/2014/main" id="{32BBD04A-E793-4815-7FA8-9DB7AF4677F5}"/>
              </a:ext>
            </a:extLst>
          </p:cNvPr>
          <p:cNvPicPr>
            <a:picLocks noChangeAspect="1" noChangeArrowheads="1"/>
          </p:cNvPicPr>
          <p:nvPr/>
        </p:nvPicPr>
        <p:blipFill>
          <a:blip r:embed="rId14" cstate="email">
            <a:extLst>
              <a:ext uri="{28A0092B-C50C-407E-A947-70E740481C1C}">
                <a14:useLocalDpi xmlns:a14="http://schemas.microsoft.com/office/drawing/2010/main" val="0"/>
              </a:ext>
            </a:extLst>
          </a:blip>
          <a:srcRect/>
          <a:stretch>
            <a:fillRect/>
          </a:stretch>
        </p:blipFill>
        <p:spPr bwMode="auto">
          <a:xfrm>
            <a:off x="1722391" y="1271802"/>
            <a:ext cx="411350" cy="327434"/>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hield of Princeton University">
            <a:extLst>
              <a:ext uri="{FF2B5EF4-FFF2-40B4-BE49-F238E27FC236}">
                <a16:creationId xmlns:a16="http://schemas.microsoft.com/office/drawing/2014/main" id="{33F71AF2-02A0-CF02-477C-A4261F655CA2}"/>
              </a:ext>
            </a:extLst>
          </p:cNvPr>
          <p:cNvPicPr>
            <a:picLocks noChangeAspect="1" noChangeArrowheads="1"/>
          </p:cNvPicPr>
          <p:nvPr/>
        </p:nvPicPr>
        <p:blipFill>
          <a:blip r:embed="rId15" cstate="email">
            <a:extLst>
              <a:ext uri="{28A0092B-C50C-407E-A947-70E740481C1C}">
                <a14:useLocalDpi xmlns:a14="http://schemas.microsoft.com/office/drawing/2010/main" val="0"/>
              </a:ext>
            </a:extLst>
          </a:blip>
          <a:srcRect/>
          <a:stretch>
            <a:fillRect/>
          </a:stretch>
        </p:blipFill>
        <p:spPr bwMode="auto">
          <a:xfrm>
            <a:off x="3765266" y="1231889"/>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32DDF7A-463A-9F76-6EF7-9EB409956B47}"/>
              </a:ext>
            </a:extLst>
          </p:cNvPr>
          <p:cNvPicPr>
            <a:picLocks noChangeAspect="1" noChangeArrowheads="1"/>
          </p:cNvPicPr>
          <p:nvPr/>
        </p:nvPicPr>
        <p:blipFill>
          <a:blip r:embed="rId16" cstate="email">
            <a:extLst>
              <a:ext uri="{28A0092B-C50C-407E-A947-70E740481C1C}">
                <a14:useLocalDpi xmlns:a14="http://schemas.microsoft.com/office/drawing/2010/main" val="0"/>
              </a:ext>
            </a:extLst>
          </a:blip>
          <a:srcRect/>
          <a:stretch>
            <a:fillRect/>
          </a:stretch>
        </p:blipFill>
        <p:spPr bwMode="auto">
          <a:xfrm>
            <a:off x="8204387" y="1228931"/>
            <a:ext cx="391428" cy="391428"/>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The coat of arms of the University of Chicago">
            <a:extLst>
              <a:ext uri="{FF2B5EF4-FFF2-40B4-BE49-F238E27FC236}">
                <a16:creationId xmlns:a16="http://schemas.microsoft.com/office/drawing/2014/main" id="{E7811294-1AB8-BF57-A88C-C3A7F4577E0F}"/>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9047069" y="1236019"/>
            <a:ext cx="297517" cy="377251"/>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B268D083-735A-8696-A017-0B5D4F0CC2B6}"/>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737467" y="1203315"/>
            <a:ext cx="442366" cy="442366"/>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0">
            <a:extLst>
              <a:ext uri="{FF2B5EF4-FFF2-40B4-BE49-F238E27FC236}">
                <a16:creationId xmlns:a16="http://schemas.microsoft.com/office/drawing/2014/main" id="{F49281B9-90FA-8A95-0042-35212EBB4845}"/>
              </a:ext>
            </a:extLst>
          </p:cNvPr>
          <p:cNvPicPr>
            <a:picLocks noChangeAspect="1" noChangeArrowheads="1"/>
          </p:cNvPicPr>
          <p:nvPr/>
        </p:nvPicPr>
        <p:blipFill>
          <a:blip r:embed="rId19" cstate="email">
            <a:extLst>
              <a:ext uri="{28A0092B-C50C-407E-A947-70E740481C1C}">
                <a14:useLocalDpi xmlns:a14="http://schemas.microsoft.com/office/drawing/2010/main" val="0"/>
              </a:ext>
            </a:extLst>
          </a:blip>
          <a:srcRect/>
          <a:stretch>
            <a:fillRect/>
          </a:stretch>
        </p:blipFill>
        <p:spPr bwMode="auto">
          <a:xfrm>
            <a:off x="4147060" y="1225251"/>
            <a:ext cx="344526" cy="461665"/>
          </a:xfrm>
          <a:prstGeom prst="rect">
            <a:avLst/>
          </a:prstGeom>
          <a:noFill/>
          <a:extLst>
            <a:ext uri="{909E8E84-426E-40DD-AFC4-6F175D3DCCD1}">
              <a14:hiddenFill xmlns:a14="http://schemas.microsoft.com/office/drawing/2010/main">
                <a:solidFill>
                  <a:srgbClr val="FFFFFF"/>
                </a:solidFill>
              </a14:hiddenFill>
            </a:ext>
          </a:extLst>
        </p:spPr>
      </p:pic>
      <p:pic>
        <p:nvPicPr>
          <p:cNvPr id="2072" name="Picture 24">
            <a:extLst>
              <a:ext uri="{FF2B5EF4-FFF2-40B4-BE49-F238E27FC236}">
                <a16:creationId xmlns:a16="http://schemas.microsoft.com/office/drawing/2014/main" id="{B8179F76-8C98-0198-1923-2B80D96E8EAB}"/>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0190852" y="1228608"/>
            <a:ext cx="396490" cy="396490"/>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a:extLst>
              <a:ext uri="{FF2B5EF4-FFF2-40B4-BE49-F238E27FC236}">
                <a16:creationId xmlns:a16="http://schemas.microsoft.com/office/drawing/2014/main" id="{90D56BDF-EB30-C783-6A88-B5DE0942B4F7}"/>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10639039" y="1239048"/>
            <a:ext cx="357105" cy="357105"/>
          </a:xfrm>
          <a:prstGeom prst="rect">
            <a:avLst/>
          </a:prstGeom>
          <a:noFill/>
          <a:extLst>
            <a:ext uri="{909E8E84-426E-40DD-AFC4-6F175D3DCCD1}">
              <a14:hiddenFill xmlns:a14="http://schemas.microsoft.com/office/drawing/2010/main">
                <a:solidFill>
                  <a:srgbClr val="FFFFFF"/>
                </a:solidFill>
              </a14:hiddenFill>
            </a:ext>
          </a:extLst>
        </p:spPr>
      </p:pic>
      <p:pic>
        <p:nvPicPr>
          <p:cNvPr id="2076" name="Picture 28">
            <a:extLst>
              <a:ext uri="{FF2B5EF4-FFF2-40B4-BE49-F238E27FC236}">
                <a16:creationId xmlns:a16="http://schemas.microsoft.com/office/drawing/2014/main" id="{0F5E4B34-1904-B4B8-12B5-5558E5272C8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6201183" y="1219766"/>
            <a:ext cx="351474" cy="369751"/>
          </a:xfrm>
          <a:prstGeom prst="rect">
            <a:avLst/>
          </a:prstGeom>
          <a:noFill/>
          <a:extLst>
            <a:ext uri="{909E8E84-426E-40DD-AFC4-6F175D3DCCD1}">
              <a14:hiddenFill xmlns:a14="http://schemas.microsoft.com/office/drawing/2010/main">
                <a:solidFill>
                  <a:srgbClr val="FFFFFF"/>
                </a:solidFill>
              </a14:hiddenFill>
            </a:ext>
          </a:extLst>
        </p:spPr>
      </p:pic>
      <p:pic>
        <p:nvPicPr>
          <p:cNvPr id="2082" name="Picture 34" descr="Emory University Office of Admission | Atlanta GA">
            <a:extLst>
              <a:ext uri="{FF2B5EF4-FFF2-40B4-BE49-F238E27FC236}">
                <a16:creationId xmlns:a16="http://schemas.microsoft.com/office/drawing/2014/main" id="{A48641CB-7A84-DD6A-3BB2-0D7F4064EDE0}"/>
              </a:ext>
            </a:extLst>
          </p:cNvPr>
          <p:cNvPicPr>
            <a:picLocks noChangeAspect="1" noChangeArrowheads="1"/>
          </p:cNvPicPr>
          <p:nvPr/>
        </p:nvPicPr>
        <p:blipFill>
          <a:blip r:embed="rId23"/>
          <a:srcRect/>
          <a:stretch/>
        </p:blipFill>
        <p:spPr bwMode="auto">
          <a:xfrm>
            <a:off x="4981705" y="1041372"/>
            <a:ext cx="429535" cy="767026"/>
          </a:xfrm>
          <a:prstGeom prst="rect">
            <a:avLst/>
          </a:prstGeom>
          <a:noFill/>
          <a:extLst>
            <a:ext uri="{909E8E84-426E-40DD-AFC4-6F175D3DCCD1}">
              <a14:hiddenFill xmlns:a14="http://schemas.microsoft.com/office/drawing/2010/main">
                <a:solidFill>
                  <a:srgbClr val="FFFFFF"/>
                </a:solidFill>
              </a14:hiddenFill>
            </a:ext>
          </a:extLst>
        </p:spPr>
      </p:pic>
      <p:pic>
        <p:nvPicPr>
          <p:cNvPr id="2088" name="Picture 40">
            <a:extLst>
              <a:ext uri="{FF2B5EF4-FFF2-40B4-BE49-F238E27FC236}">
                <a16:creationId xmlns:a16="http://schemas.microsoft.com/office/drawing/2014/main" id="{0D9F527B-1820-3C94-5A4B-C3561F197ED2}"/>
              </a:ext>
            </a:extLst>
          </p:cNvPr>
          <p:cNvPicPr>
            <a:picLocks noChangeAspect="1" noChangeArrowheads="1"/>
          </p:cNvPicPr>
          <p:nvPr/>
        </p:nvPicPr>
        <p:blipFill>
          <a:blip r:embed="rId24" cstate="email">
            <a:extLst>
              <a:ext uri="{28A0092B-C50C-407E-A947-70E740481C1C}">
                <a14:useLocalDpi xmlns:a14="http://schemas.microsoft.com/office/drawing/2010/main" val="0"/>
              </a:ext>
            </a:extLst>
          </a:blip>
          <a:srcRect/>
          <a:stretch>
            <a:fillRect/>
          </a:stretch>
        </p:blipFill>
        <p:spPr bwMode="auto">
          <a:xfrm>
            <a:off x="11003580" y="1285473"/>
            <a:ext cx="398669" cy="287329"/>
          </a:xfrm>
          <a:prstGeom prst="rect">
            <a:avLst/>
          </a:prstGeom>
          <a:noFill/>
          <a:extLst>
            <a:ext uri="{909E8E84-426E-40DD-AFC4-6F175D3DCCD1}">
              <a14:hiddenFill xmlns:a14="http://schemas.microsoft.com/office/drawing/2010/main">
                <a:solidFill>
                  <a:srgbClr val="FFFFFF"/>
                </a:solidFill>
              </a14:hiddenFill>
            </a:ext>
          </a:extLst>
        </p:spPr>
      </p:pic>
      <p:pic>
        <p:nvPicPr>
          <p:cNvPr id="2092" name="Picture 44" descr="Visual Identity - Georgetown University">
            <a:extLst>
              <a:ext uri="{FF2B5EF4-FFF2-40B4-BE49-F238E27FC236}">
                <a16:creationId xmlns:a16="http://schemas.microsoft.com/office/drawing/2014/main" id="{BE24DB14-4EF0-E7CB-0D23-5A9C6A745197}"/>
              </a:ext>
            </a:extLst>
          </p:cNvPr>
          <p:cNvPicPr>
            <a:picLocks noChangeAspect="1" noChangeArrowheads="1"/>
          </p:cNvPicPr>
          <p:nvPr/>
        </p:nvPicPr>
        <p:blipFill>
          <a:blip r:embed="rId25" cstate="email">
            <a:extLst>
              <a:ext uri="{28A0092B-C50C-407E-A947-70E740481C1C}">
                <a14:useLocalDpi xmlns:a14="http://schemas.microsoft.com/office/drawing/2010/main" val="0"/>
              </a:ext>
            </a:extLst>
          </a:blip>
          <a:srcRect/>
          <a:stretch>
            <a:fillRect/>
          </a:stretch>
        </p:blipFill>
        <p:spPr bwMode="auto">
          <a:xfrm>
            <a:off x="7859269" y="1256987"/>
            <a:ext cx="289648" cy="340762"/>
          </a:xfrm>
          <a:prstGeom prst="rect">
            <a:avLst/>
          </a:prstGeom>
          <a:noFill/>
          <a:extLst>
            <a:ext uri="{909E8E84-426E-40DD-AFC4-6F175D3DCCD1}">
              <a14:hiddenFill xmlns:a14="http://schemas.microsoft.com/office/drawing/2010/main">
                <a:solidFill>
                  <a:srgbClr val="FFFFFF"/>
                </a:solidFill>
              </a14:hiddenFill>
            </a:ext>
          </a:extLst>
        </p:spPr>
      </p:pic>
      <p:pic>
        <p:nvPicPr>
          <p:cNvPr id="2096" name="Picture 48" descr="Dartmouth College shield transparent PNG - StickPNG">
            <a:extLst>
              <a:ext uri="{FF2B5EF4-FFF2-40B4-BE49-F238E27FC236}">
                <a16:creationId xmlns:a16="http://schemas.microsoft.com/office/drawing/2014/main" id="{E6D7E769-0483-CA34-BD84-70293E495D31}"/>
              </a:ext>
            </a:extLst>
          </p:cNvPr>
          <p:cNvPicPr>
            <a:picLocks noChangeAspect="1" noChangeArrowheads="1"/>
          </p:cNvPicPr>
          <p:nvPr/>
        </p:nvPicPr>
        <p:blipFill>
          <a:blip r:embed="rId26" cstate="email">
            <a:extLst>
              <a:ext uri="{28A0092B-C50C-407E-A947-70E740481C1C}">
                <a14:useLocalDpi xmlns:a14="http://schemas.microsoft.com/office/drawing/2010/main" val="0"/>
              </a:ext>
            </a:extLst>
          </a:blip>
          <a:srcRect/>
          <a:stretch>
            <a:fillRect/>
          </a:stretch>
        </p:blipFill>
        <p:spPr bwMode="auto">
          <a:xfrm>
            <a:off x="9383529" y="1242997"/>
            <a:ext cx="345160" cy="3690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3871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0" y="566928"/>
            <a:ext cx="484632" cy="0"/>
          </a:xfrm>
          <a:prstGeom prst="line">
            <a:avLst/>
          </a:prstGeom>
          <a:ln w="15875">
            <a:solidFill>
              <a:srgbClr val="C8102E"/>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8096" y="164592"/>
            <a:ext cx="10698480" cy="731520"/>
          </a:xfrm>
          <a:prstGeom prst="rect">
            <a:avLst/>
          </a:prstGeom>
          <a:noFill/>
        </p:spPr>
        <p:txBody>
          <a:bodyPr wrap="square" lIns="0" tIns="0" rIns="0" bIns="0" anchor="ctr">
            <a:sp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768096"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sp>
        <p:nvSpPr>
          <p:cNvPr id="5" name="TextBox 4"/>
          <p:cNvSpPr txBox="1"/>
          <p:nvPr/>
        </p:nvSpPr>
        <p:spPr>
          <a:xfrm>
            <a:off x="768096" y="6053328"/>
            <a:ext cx="9692640" cy="182880"/>
          </a:xfrm>
          <a:prstGeom prst="rect">
            <a:avLst/>
          </a:prstGeom>
          <a:noFill/>
        </p:spPr>
        <p:txBody>
          <a:bodyPr wrap="square" lIns="0" tIns="0" rIns="0" bIns="0" anchor="t">
            <a:spAutoFit/>
          </a:bodyPr>
          <a:lstStyle/>
          <a:p>
            <a:pPr algn="l"/>
            <a:r>
              <a:rPr sz="900" b="0" i="0">
                <a:solidFill>
                  <a:srgbClr val="6B6B70"/>
                </a:solidFill>
                <a:latin typeface="Lato"/>
              </a:rPr>
              <a:t>Note: Johns Hopkins includes the Applied Physics Laboratory ($2.55B of $4.13B). Total higher-ed R&amp;D in FY 2024 was $117.7B across 925 institutions.</a:t>
            </a:r>
          </a:p>
        </p:txBody>
      </p:sp>
      <p:sp>
        <p:nvSpPr>
          <p:cNvPr id="6" name="TextBox 5"/>
          <p:cNvSpPr txBox="1"/>
          <p:nvPr/>
        </p:nvSpPr>
        <p:spPr>
          <a:xfrm>
            <a:off x="768096" y="6272784"/>
            <a:ext cx="9692640" cy="201168"/>
          </a:xfrm>
          <a:prstGeom prst="rect">
            <a:avLst/>
          </a:prstGeom>
          <a:noFill/>
        </p:spPr>
        <p:txBody>
          <a:bodyPr wrap="square" lIns="0" tIns="0" rIns="0" bIns="0" anchor="t">
            <a:spAutoFit/>
          </a:bodyPr>
          <a:lstStyle/>
          <a:p>
            <a:pPr algn="l"/>
            <a:r>
              <a:rPr sz="900" b="0" i="0">
                <a:solidFill>
                  <a:srgbClr val="6B6B70"/>
                </a:solidFill>
                <a:latin typeface="Lato"/>
              </a:rPr>
              <a:t>Source: NSF NCSES, Higher Education Research and Development (HERD) Survey, FY 2024 (NSF 26-304).</a:t>
            </a:r>
          </a:p>
        </p:txBody>
      </p:sp>
      <p:sp>
        <p:nvSpPr>
          <p:cNvPr id="7" name="TextBox 6"/>
          <p:cNvSpPr txBox="1"/>
          <p:nvPr/>
        </p:nvSpPr>
        <p:spPr>
          <a:xfrm>
            <a:off x="274320" y="6473952"/>
            <a:ext cx="365760" cy="182880"/>
          </a:xfrm>
          <a:prstGeom prst="rect">
            <a:avLst/>
          </a:prstGeom>
          <a:noFill/>
        </p:spPr>
        <p:txBody>
          <a:bodyPr wrap="square" lIns="0" tIns="0" rIns="0" bIns="0" anchor="t">
            <a:spAutoFit/>
          </a:bodyPr>
          <a:lstStyle/>
          <a:p>
            <a:pPr algn="l"/>
            <a:r>
              <a:rPr sz="900" b="0" i="0">
                <a:solidFill>
                  <a:srgbClr val="6B6B70"/>
                </a:solidFill>
                <a:latin typeface="Lato"/>
              </a:rPr>
              <a:t>2</a:t>
            </a:r>
          </a:p>
        </p:txBody>
      </p:sp>
      <p:pic>
        <p:nvPicPr>
          <p:cNvPr id="8" name="Picture 7" descr="nwater.png"/>
          <p:cNvPicPr>
            <a:picLocks noChangeAspect="1"/>
          </p:cNvPicPr>
          <p:nvPr/>
        </p:nvPicPr>
        <p:blipFill>
          <a:blip r:embed="rId3">
            <a:alphaModFix amt="8000"/>
          </a:blip>
          <a:stretch>
            <a:fillRect/>
          </a:stretch>
        </p:blipFill>
        <p:spPr>
          <a:xfrm>
            <a:off x="10863072" y="5806440"/>
            <a:ext cx="1115568" cy="859536"/>
          </a:xfrm>
          <a:prstGeom prst="rect">
            <a:avLst/>
          </a:prstGeom>
        </p:spPr>
      </p:pic>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sp>
        <p:nvSpPr>
          <p:cNvPr id="23" name="TextBox 22"/>
          <p:cNvSpPr txBox="1"/>
          <p:nvPr/>
        </p:nvSpPr>
        <p:spPr>
          <a:xfrm>
            <a:off x="4658592" y="3157829"/>
            <a:ext cx="3154680" cy="954107"/>
          </a:xfrm>
          <a:prstGeom prst="rect">
            <a:avLst/>
          </a:prstGeom>
          <a:noFill/>
        </p:spPr>
        <p:txBody>
          <a:bodyPr wrap="square" lIns="0" tIns="0" rIns="0" bIns="0" anchor="t">
            <a:spAutoFit/>
          </a:bodyPr>
          <a:lstStyle/>
          <a:p>
            <a:pPr algn="r"/>
            <a:r>
              <a:rPr sz="1500" b="1" i="0" dirty="0">
                <a:solidFill>
                  <a:srgbClr val="000000"/>
                </a:solidFill>
                <a:latin typeface="Lato"/>
              </a:rPr>
              <a:t>Northeastern University</a:t>
            </a:r>
          </a:p>
          <a:p>
            <a:pPr algn="r"/>
            <a:r>
              <a:rPr sz="3400" b="1" i="0" dirty="0">
                <a:solidFill>
                  <a:srgbClr val="C8102E"/>
                </a:solidFill>
                <a:latin typeface="Lato"/>
              </a:rPr>
              <a:t>$34</a:t>
            </a:r>
            <a:r>
              <a:rPr lang="en-US" sz="3400" b="1" i="0" dirty="0">
                <a:solidFill>
                  <a:srgbClr val="C8102E"/>
                </a:solidFill>
                <a:latin typeface="Lato"/>
              </a:rPr>
              <a:t>7</a:t>
            </a:r>
            <a:r>
              <a:rPr sz="3400" b="1" i="0" dirty="0">
                <a:solidFill>
                  <a:srgbClr val="C8102E"/>
                </a:solidFill>
                <a:latin typeface="Lato"/>
              </a:rPr>
              <a:t>M</a:t>
            </a:r>
          </a:p>
          <a:p>
            <a:pPr algn="r"/>
            <a:r>
              <a:rPr sz="1300" b="0" i="0" dirty="0">
                <a:solidFill>
                  <a:srgbClr val="2B2B2B"/>
                </a:solidFill>
                <a:latin typeface="Lato"/>
              </a:rPr>
              <a:t>Rank #99 of 925</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0" y="566928"/>
            <a:ext cx="484632" cy="0"/>
          </a:xfrm>
          <a:prstGeom prst="line">
            <a:avLst/>
          </a:prstGeom>
          <a:ln w="15875">
            <a:solidFill>
              <a:srgbClr val="C8102E"/>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8096" y="164592"/>
            <a:ext cx="10698480" cy="731520"/>
          </a:xfrm>
          <a:prstGeom prst="rect">
            <a:avLst/>
          </a:prstGeom>
          <a:noFill/>
        </p:spPr>
        <p:txBody>
          <a:bodyPr wrap="square" lIns="0" tIns="0" rIns="0" bIns="0" anchor="ctr">
            <a:sp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768096"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sp>
        <p:nvSpPr>
          <p:cNvPr id="5" name="TextBox 4"/>
          <p:cNvSpPr txBox="1"/>
          <p:nvPr/>
        </p:nvSpPr>
        <p:spPr>
          <a:xfrm>
            <a:off x="768096" y="6053328"/>
            <a:ext cx="9692640" cy="182880"/>
          </a:xfrm>
          <a:prstGeom prst="rect">
            <a:avLst/>
          </a:prstGeom>
          <a:noFill/>
        </p:spPr>
        <p:txBody>
          <a:bodyPr wrap="square" lIns="0" tIns="0" rIns="0" bIns="0" anchor="t">
            <a:spAutoFit/>
          </a:bodyPr>
          <a:lstStyle/>
          <a:p>
            <a:pPr algn="l"/>
            <a:r>
              <a:rPr sz="900" b="0" i="0">
                <a:solidFill>
                  <a:srgbClr val="6B6B70"/>
                </a:solidFill>
                <a:latin typeface="Lato"/>
              </a:rPr>
              <a:t>Note: Johns Hopkins includes the Applied Physics Laboratory ($2.55B of $4.13B).</a:t>
            </a:r>
          </a:p>
        </p:txBody>
      </p:sp>
      <p:sp>
        <p:nvSpPr>
          <p:cNvPr id="6" name="TextBox 5"/>
          <p:cNvSpPr txBox="1"/>
          <p:nvPr/>
        </p:nvSpPr>
        <p:spPr>
          <a:xfrm>
            <a:off x="768096" y="6272784"/>
            <a:ext cx="9692640" cy="201168"/>
          </a:xfrm>
          <a:prstGeom prst="rect">
            <a:avLst/>
          </a:prstGeom>
          <a:noFill/>
        </p:spPr>
        <p:txBody>
          <a:bodyPr wrap="square" lIns="0" tIns="0" rIns="0" bIns="0" anchor="t">
            <a:spAutoFit/>
          </a:bodyPr>
          <a:lstStyle/>
          <a:p>
            <a:pPr algn="l"/>
            <a:r>
              <a:rPr sz="900" b="0" i="0">
                <a:solidFill>
                  <a:srgbClr val="6B6B70"/>
                </a:solidFill>
                <a:latin typeface="Lato"/>
              </a:rPr>
              <a:t>Source: NSF NCSES, Higher Education Research and Development (HERD) Survey, FY 2024 (NSF 26-304).</a:t>
            </a:r>
          </a:p>
        </p:txBody>
      </p:sp>
      <p:sp>
        <p:nvSpPr>
          <p:cNvPr id="7" name="TextBox 6"/>
          <p:cNvSpPr txBox="1"/>
          <p:nvPr/>
        </p:nvSpPr>
        <p:spPr>
          <a:xfrm>
            <a:off x="274320" y="6473952"/>
            <a:ext cx="365760" cy="182880"/>
          </a:xfrm>
          <a:prstGeom prst="rect">
            <a:avLst/>
          </a:prstGeom>
          <a:noFill/>
        </p:spPr>
        <p:txBody>
          <a:bodyPr wrap="square" lIns="0" tIns="0" rIns="0" bIns="0" anchor="t">
            <a:spAutoFit/>
          </a:bodyPr>
          <a:lstStyle/>
          <a:p>
            <a:pPr algn="l"/>
            <a:r>
              <a:rPr sz="900" b="0" i="0">
                <a:solidFill>
                  <a:srgbClr val="6B6B70"/>
                </a:solidFill>
                <a:latin typeface="Lato"/>
              </a:rPr>
              <a:t>3</a:t>
            </a:r>
          </a:p>
        </p:txBody>
      </p:sp>
      <p:pic>
        <p:nvPicPr>
          <p:cNvPr id="8" name="Picture 7" descr="nwater.png"/>
          <p:cNvPicPr>
            <a:picLocks noChangeAspect="1"/>
          </p:cNvPicPr>
          <p:nvPr/>
        </p:nvPicPr>
        <p:blipFill>
          <a:blip r:embed="rId3">
            <a:alphaModFix amt="8000"/>
          </a:blip>
          <a:stretch>
            <a:fillRect/>
          </a:stretch>
        </p:blipFill>
        <p:spPr>
          <a:xfrm>
            <a:off x="10863072" y="5806440"/>
            <a:ext cx="1115568" cy="859536"/>
          </a:xfrm>
          <a:prstGeom prst="rect">
            <a:avLst/>
          </a:prstGeom>
        </p:spPr>
      </p:pic>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3035145" y="2025091"/>
            <a:ext cx="4709160" cy="954107"/>
          </a:xfrm>
          <a:prstGeom prst="rect">
            <a:avLst/>
          </a:prstGeom>
          <a:noFill/>
        </p:spPr>
        <p:txBody>
          <a:bodyPr wrap="square" lIns="0" tIns="0" rIns="0" bIns="0" anchor="t">
            <a:spAutoFit/>
          </a:bodyPr>
          <a:lstStyle/>
          <a:p>
            <a:pPr algn="r"/>
            <a:r>
              <a:rPr sz="1500" b="1" i="0" dirty="0">
                <a:solidFill>
                  <a:srgbClr val="000000"/>
                </a:solidFill>
                <a:latin typeface="Lato"/>
              </a:rPr>
              <a:t>Northeastern University</a:t>
            </a:r>
          </a:p>
          <a:p>
            <a:pPr algn="r"/>
            <a:r>
              <a:rPr sz="3400" b="1" i="0" dirty="0">
                <a:solidFill>
                  <a:srgbClr val="C8102E"/>
                </a:solidFill>
                <a:latin typeface="Lato"/>
              </a:rPr>
              <a:t>$34</a:t>
            </a:r>
            <a:r>
              <a:rPr lang="en-US" sz="3400" b="1" i="0" dirty="0">
                <a:solidFill>
                  <a:srgbClr val="C8102E"/>
                </a:solidFill>
                <a:latin typeface="Lato"/>
              </a:rPr>
              <a:t>7</a:t>
            </a:r>
            <a:r>
              <a:rPr sz="3400" b="1" i="0" dirty="0">
                <a:solidFill>
                  <a:srgbClr val="C8102E"/>
                </a:solidFill>
                <a:latin typeface="Lato"/>
              </a:rPr>
              <a:t>M</a:t>
            </a:r>
          </a:p>
          <a:p>
            <a:pPr algn="r"/>
            <a:r>
              <a:rPr sz="1300" b="0" i="0" dirty="0">
                <a:solidFill>
                  <a:srgbClr val="2B2B2B"/>
                </a:solidFill>
                <a:latin typeface="Lato"/>
              </a:rPr>
              <a:t>#33 private · up from #36 ($28</a:t>
            </a:r>
            <a:r>
              <a:rPr lang="en-US" sz="1300" b="0" i="0" dirty="0">
                <a:solidFill>
                  <a:srgbClr val="2B2B2B"/>
                </a:solidFill>
                <a:latin typeface="Lato"/>
              </a:rPr>
              <a:t>9</a:t>
            </a:r>
            <a:r>
              <a:rPr sz="1300" b="0" i="0" dirty="0">
                <a:solidFill>
                  <a:srgbClr val="2B2B2B"/>
                </a:solidFill>
                <a:latin typeface="Lato"/>
              </a:rPr>
              <a:t>M) in FY 2023</a:t>
            </a:r>
          </a:p>
        </p:txBody>
      </p:sp>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0" y="566928"/>
            <a:ext cx="484632" cy="0"/>
          </a:xfrm>
          <a:prstGeom prst="line">
            <a:avLst/>
          </a:prstGeom>
          <a:ln w="15875">
            <a:solidFill>
              <a:srgbClr val="C8102E"/>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8096" y="164592"/>
            <a:ext cx="10698480" cy="731520"/>
          </a:xfrm>
          <a:prstGeom prst="rect">
            <a:avLst/>
          </a:prstGeom>
          <a:noFill/>
        </p:spPr>
        <p:txBody>
          <a:bodyPr wrap="square" lIns="0" tIns="0" rIns="0" bIns="0" anchor="ctr">
            <a:spAutoFit/>
          </a:bodyPr>
          <a:lstStyle/>
          <a:p>
            <a:pPr algn="l"/>
            <a:r>
              <a:rPr sz="2400" b="1" i="0">
                <a:solidFill>
                  <a:srgbClr val="000000"/>
                </a:solidFill>
                <a:latin typeface="Lato"/>
              </a:rPr>
              <a:t>Over the past five years, Northeastern's R&amp;D grew 13.5% per year, 1.9x the rate of all institutions</a:t>
            </a:r>
          </a:p>
        </p:txBody>
      </p:sp>
      <p:sp>
        <p:nvSpPr>
          <p:cNvPr id="4" name="TextBox 3"/>
          <p:cNvSpPr txBox="1"/>
          <p:nvPr/>
        </p:nvSpPr>
        <p:spPr>
          <a:xfrm>
            <a:off x="768096" y="6199632"/>
            <a:ext cx="9692640" cy="201168"/>
          </a:xfrm>
          <a:prstGeom prst="rect">
            <a:avLst/>
          </a:prstGeom>
          <a:noFill/>
        </p:spPr>
        <p:txBody>
          <a:bodyPr wrap="square" lIns="0" tIns="0" rIns="0" bIns="0" anchor="t">
            <a:spAutoFit/>
          </a:bodyPr>
          <a:lstStyle/>
          <a:p>
            <a:pPr algn="l"/>
            <a:r>
              <a:rPr sz="900" b="0" i="0">
                <a:solidFill>
                  <a:srgbClr val="6B6B70"/>
                </a:solidFill>
                <a:latin typeface="Lato"/>
              </a:rPr>
              <a:t>Source: NSF NCSES, Higher Education Research and Development (HERD) Survey, FY 2024 (NSF 26-304).</a:t>
            </a:r>
          </a:p>
        </p:txBody>
      </p:sp>
      <p:sp>
        <p:nvSpPr>
          <p:cNvPr id="5" name="TextBox 4"/>
          <p:cNvSpPr txBox="1"/>
          <p:nvPr/>
        </p:nvSpPr>
        <p:spPr>
          <a:xfrm>
            <a:off x="274320" y="6473952"/>
            <a:ext cx="365760" cy="182880"/>
          </a:xfrm>
          <a:prstGeom prst="rect">
            <a:avLst/>
          </a:prstGeom>
          <a:noFill/>
        </p:spPr>
        <p:txBody>
          <a:bodyPr wrap="square" lIns="0" tIns="0" rIns="0" bIns="0" anchor="t">
            <a:spAutoFit/>
          </a:bodyPr>
          <a:lstStyle/>
          <a:p>
            <a:pPr algn="l"/>
            <a:r>
              <a:rPr sz="900" b="0" i="0">
                <a:solidFill>
                  <a:srgbClr val="6B6B70"/>
                </a:solidFill>
                <a:latin typeface="Lato"/>
              </a:rPr>
              <a:t>6</a:t>
            </a:r>
          </a:p>
        </p:txBody>
      </p:sp>
      <p:pic>
        <p:nvPicPr>
          <p:cNvPr id="6" name="Picture 5" descr="nwater.png"/>
          <p:cNvPicPr>
            <a:picLocks noChangeAspect="1"/>
          </p:cNvPicPr>
          <p:nvPr/>
        </p:nvPicPr>
        <p:blipFill>
          <a:blip r:embed="rId3">
            <a:alphaModFix amt="8000"/>
          </a:blip>
          <a:stretch>
            <a:fillRect/>
          </a:stretch>
        </p:blipFill>
        <p:spPr>
          <a:xfrm>
            <a:off x="10863072" y="5806440"/>
            <a:ext cx="1115568" cy="859536"/>
          </a:xfrm>
          <a:prstGeom prst="rect">
            <a:avLst/>
          </a:prstGeom>
        </p:spPr>
      </p:pic>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4"/>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768096"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0" y="566928"/>
            <a:ext cx="484632" cy="0"/>
          </a:xfrm>
          <a:prstGeom prst="line">
            <a:avLst/>
          </a:prstGeom>
          <a:ln w="15875">
            <a:solidFill>
              <a:srgbClr val="C8102E"/>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8096" y="164592"/>
            <a:ext cx="10698480" cy="731520"/>
          </a:xfrm>
          <a:prstGeom prst="rect">
            <a:avLst/>
          </a:prstGeom>
          <a:noFill/>
        </p:spPr>
        <p:txBody>
          <a:bodyPr wrap="square" lIns="0" tIns="0" rIns="0" bIns="0" anchor="ctr">
            <a:sp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768096"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sp>
        <p:nvSpPr>
          <p:cNvPr id="5" name="TextBox 4"/>
          <p:cNvSpPr txBox="1"/>
          <p:nvPr/>
        </p:nvSpPr>
        <p:spPr>
          <a:xfrm>
            <a:off x="768096" y="6053328"/>
            <a:ext cx="9692640" cy="182880"/>
          </a:xfrm>
          <a:prstGeom prst="rect">
            <a:avLst/>
          </a:prstGeom>
          <a:noFill/>
        </p:spPr>
        <p:txBody>
          <a:bodyPr wrap="square" lIns="0" tIns="0" rIns="0" bIns="0" anchor="t">
            <a:spAutoFit/>
          </a:bodyPr>
          <a:lstStyle/>
          <a:p>
            <a:pPr algn="l"/>
            <a:r>
              <a:rPr sz="900" b="0" i="0">
                <a:solidFill>
                  <a:srgbClr val="6B6B70"/>
                </a:solidFill>
                <a:latin typeface="Lato"/>
              </a:rPr>
              <a:t>Note: Excludes Yeshiva U., whose medical school (Albert Einstein C. of Medicine, now #31) began reporting separately in FY 2019.</a:t>
            </a:r>
          </a:p>
        </p:txBody>
      </p:sp>
      <p:sp>
        <p:nvSpPr>
          <p:cNvPr id="6" name="TextBox 5"/>
          <p:cNvSpPr txBox="1"/>
          <p:nvPr/>
        </p:nvSpPr>
        <p:spPr>
          <a:xfrm>
            <a:off x="768096" y="6272784"/>
            <a:ext cx="9692640" cy="201168"/>
          </a:xfrm>
          <a:prstGeom prst="rect">
            <a:avLst/>
          </a:prstGeom>
          <a:noFill/>
        </p:spPr>
        <p:txBody>
          <a:bodyPr wrap="square" lIns="0" tIns="0" rIns="0" bIns="0" anchor="t">
            <a:spAutoFit/>
          </a:bodyPr>
          <a:lstStyle/>
          <a:p>
            <a:pPr algn="l"/>
            <a:r>
              <a:rPr sz="900" b="0" i="0">
                <a:solidFill>
                  <a:srgbClr val="6B6B70"/>
                </a:solidFill>
                <a:latin typeface="Lato"/>
              </a:rPr>
              <a:t>Source: NSF NCSES, Higher Education Research and Development (HERD) Survey, FY 2024 (NSF 26-304).</a:t>
            </a:r>
          </a:p>
        </p:txBody>
      </p:sp>
      <p:sp>
        <p:nvSpPr>
          <p:cNvPr id="7" name="TextBox 6"/>
          <p:cNvSpPr txBox="1"/>
          <p:nvPr/>
        </p:nvSpPr>
        <p:spPr>
          <a:xfrm>
            <a:off x="274320" y="6473952"/>
            <a:ext cx="365760" cy="182880"/>
          </a:xfrm>
          <a:prstGeom prst="rect">
            <a:avLst/>
          </a:prstGeom>
          <a:noFill/>
        </p:spPr>
        <p:txBody>
          <a:bodyPr wrap="square" lIns="0" tIns="0" rIns="0" bIns="0" anchor="t">
            <a:spAutoFit/>
          </a:bodyPr>
          <a:lstStyle/>
          <a:p>
            <a:pPr algn="l"/>
            <a:r>
              <a:rPr sz="900" b="0" i="0">
                <a:solidFill>
                  <a:srgbClr val="6B6B70"/>
                </a:solidFill>
                <a:latin typeface="Lato"/>
              </a:rPr>
              <a:t>7</a:t>
            </a:r>
          </a:p>
        </p:txBody>
      </p:sp>
      <p:pic>
        <p:nvPicPr>
          <p:cNvPr id="8" name="Picture 7" descr="nwater.png"/>
          <p:cNvPicPr>
            <a:picLocks noChangeAspect="1"/>
          </p:cNvPicPr>
          <p:nvPr/>
        </p:nvPicPr>
        <p:blipFill>
          <a:blip r:embed="rId3">
            <a:alphaModFix amt="8000"/>
          </a:blip>
          <a:stretch>
            <a:fillRect/>
          </a:stretch>
        </p:blipFill>
        <p:spPr>
          <a:xfrm>
            <a:off x="10863072" y="5806440"/>
            <a:ext cx="1115568" cy="859536"/>
          </a:xfrm>
          <a:prstGeom prst="rect">
            <a:avLst/>
          </a:prstGeom>
        </p:spPr>
      </p:pic>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0" y="566928"/>
            <a:ext cx="484632" cy="0"/>
          </a:xfrm>
          <a:prstGeom prst="line">
            <a:avLst/>
          </a:prstGeom>
          <a:ln w="15875">
            <a:solidFill>
              <a:srgbClr val="C8102E"/>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8096" y="164592"/>
            <a:ext cx="10698480" cy="731520"/>
          </a:xfrm>
          <a:prstGeom prst="rect">
            <a:avLst/>
          </a:prstGeom>
          <a:noFill/>
        </p:spPr>
        <p:txBody>
          <a:bodyPr wrap="square" lIns="0" tIns="0" rIns="0" bIns="0" anchor="ctr">
            <a:sp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768096"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sp>
        <p:nvSpPr>
          <p:cNvPr id="5" name="TextBox 4"/>
          <p:cNvSpPr txBox="1"/>
          <p:nvPr/>
        </p:nvSpPr>
        <p:spPr>
          <a:xfrm>
            <a:off x="768096" y="6053328"/>
            <a:ext cx="9692640" cy="182880"/>
          </a:xfrm>
          <a:prstGeom prst="rect">
            <a:avLst/>
          </a:prstGeom>
          <a:noFill/>
        </p:spPr>
        <p:txBody>
          <a:bodyPr wrap="square" lIns="0" tIns="0" rIns="0" bIns="0" anchor="t">
            <a:spAutoFit/>
          </a:bodyPr>
          <a:lstStyle/>
          <a:p>
            <a:pPr algn="l"/>
            <a:r>
              <a:rPr sz="900" b="0" i="0">
                <a:solidFill>
                  <a:srgbClr val="6B6B70"/>
                </a:solidFill>
                <a:latin typeface="Lato"/>
              </a:rPr>
              <a:t>Note: Vertical axis capped at 16% (Baylor U., 20.6%, shown by arrow); horizontal axis is logarithmic. Johns Hopkins includes APL; Albert Einstein excluded (no FY 2014 data).</a:t>
            </a:r>
          </a:p>
        </p:txBody>
      </p:sp>
      <p:sp>
        <p:nvSpPr>
          <p:cNvPr id="6" name="TextBox 5"/>
          <p:cNvSpPr txBox="1"/>
          <p:nvPr/>
        </p:nvSpPr>
        <p:spPr>
          <a:xfrm>
            <a:off x="768096" y="6272784"/>
            <a:ext cx="9692640" cy="201168"/>
          </a:xfrm>
          <a:prstGeom prst="rect">
            <a:avLst/>
          </a:prstGeom>
          <a:noFill/>
        </p:spPr>
        <p:txBody>
          <a:bodyPr wrap="square" lIns="0" tIns="0" rIns="0" bIns="0" anchor="t">
            <a:spAutoFit/>
          </a:bodyPr>
          <a:lstStyle/>
          <a:p>
            <a:pPr algn="l"/>
            <a:r>
              <a:rPr sz="900" b="0" i="0">
                <a:solidFill>
                  <a:srgbClr val="6B6B70"/>
                </a:solidFill>
                <a:latin typeface="Lato"/>
              </a:rPr>
              <a:t>Source: NSF NCSES, Higher Education Research and Development (HERD) Survey, FY 2024 (NSF 26-304).</a:t>
            </a:r>
          </a:p>
        </p:txBody>
      </p:sp>
      <p:sp>
        <p:nvSpPr>
          <p:cNvPr id="7" name="TextBox 6"/>
          <p:cNvSpPr txBox="1"/>
          <p:nvPr/>
        </p:nvSpPr>
        <p:spPr>
          <a:xfrm>
            <a:off x="274320" y="6473952"/>
            <a:ext cx="365760" cy="182880"/>
          </a:xfrm>
          <a:prstGeom prst="rect">
            <a:avLst/>
          </a:prstGeom>
          <a:noFill/>
        </p:spPr>
        <p:txBody>
          <a:bodyPr wrap="square" lIns="0" tIns="0" rIns="0" bIns="0" anchor="t">
            <a:spAutoFit/>
          </a:bodyPr>
          <a:lstStyle/>
          <a:p>
            <a:pPr algn="l"/>
            <a:r>
              <a:rPr sz="900" b="0" i="0">
                <a:solidFill>
                  <a:srgbClr val="6B6B70"/>
                </a:solidFill>
                <a:latin typeface="Lato"/>
              </a:rPr>
              <a:t>8</a:t>
            </a:r>
          </a:p>
        </p:txBody>
      </p:sp>
      <p:pic>
        <p:nvPicPr>
          <p:cNvPr id="8" name="Picture 7" descr="nwater.png"/>
          <p:cNvPicPr>
            <a:picLocks noChangeAspect="1"/>
          </p:cNvPicPr>
          <p:nvPr/>
        </p:nvPicPr>
        <p:blipFill>
          <a:blip r:embed="rId3">
            <a:alphaModFix amt="8000"/>
          </a:blip>
          <a:stretch>
            <a:fillRect/>
          </a:stretch>
        </p:blipFill>
        <p:spPr>
          <a:xfrm>
            <a:off x="10863072" y="5806440"/>
            <a:ext cx="1115568" cy="859536"/>
          </a:xfrm>
          <a:prstGeom prst="rect">
            <a:avLst/>
          </a:prstGeom>
        </p:spPr>
      </p:pic>
      <p:graphicFrame>
        <p:nvGraphicFramePr>
          <p:cNvPr id="9" name="Chart 8"/>
          <p:cNvGraphicFramePr>
            <a:graphicFrameLocks noGrp="1"/>
          </p:cNvGraphicFramePr>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75529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$100M</a:t>
            </a:r>
          </a:p>
        </p:txBody>
      </p:sp>
      <p:cxnSp>
        <p:nvCxnSpPr>
          <p:cNvPr id="11" name="Connector 10"/>
          <p:cNvCxnSpPr/>
          <p:nvPr/>
        </p:nvCxnSpPr>
        <p:spPr>
          <a:xfrm>
            <a:off x="3016066"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58866"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$200M</a:t>
            </a:r>
          </a:p>
        </p:txBody>
      </p:sp>
      <p:cxnSp>
        <p:nvCxnSpPr>
          <p:cNvPr id="13" name="Connector 12"/>
          <p:cNvCxnSpPr/>
          <p:nvPr/>
        </p:nvCxnSpPr>
        <p:spPr>
          <a:xfrm>
            <a:off x="5400258"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43058"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$500M</a:t>
            </a:r>
          </a:p>
        </p:txBody>
      </p:sp>
      <p:cxnSp>
        <p:nvCxnSpPr>
          <p:cNvPr id="15" name="Connector 14"/>
          <p:cNvCxnSpPr/>
          <p:nvPr/>
        </p:nvCxnSpPr>
        <p:spPr>
          <a:xfrm>
            <a:off x="7203830"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6630"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$1B</a:t>
            </a:r>
          </a:p>
        </p:txBody>
      </p:sp>
      <p:cxnSp>
        <p:nvCxnSpPr>
          <p:cNvPr id="17" name="Connector 16"/>
          <p:cNvCxnSpPr/>
          <p:nvPr/>
        </p:nvCxnSpPr>
        <p:spPr>
          <a:xfrm>
            <a:off x="9007402"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50202"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$2B</a:t>
            </a:r>
          </a:p>
        </p:txBody>
      </p:sp>
      <p:cxnSp>
        <p:nvCxnSpPr>
          <p:cNvPr id="19" name="Connector 18"/>
          <p:cNvCxnSpPr/>
          <p:nvPr/>
        </p:nvCxnSpPr>
        <p:spPr>
          <a:xfrm>
            <a:off x="10810974"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35377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$4B</a:t>
            </a:r>
          </a:p>
        </p:txBody>
      </p:sp>
      <p:sp>
        <p:nvSpPr>
          <p:cNvPr id="21" name="TextBox 20"/>
          <p:cNvSpPr txBox="1"/>
          <p:nvPr/>
        </p:nvSpPr>
        <p:spPr>
          <a:xfrm>
            <a:off x="1212494" y="5704027"/>
            <a:ext cx="10179100" cy="201168"/>
          </a:xfrm>
          <a:prstGeom prst="rect">
            <a:avLst/>
          </a:prstGeom>
          <a:noFill/>
        </p:spPr>
        <p:txBody>
          <a:bodyPr wrap="square" lIns="0" tIns="0" rIns="0" bIns="0" anchor="t">
            <a:spAutoFit/>
          </a:bodyPr>
          <a:lstStyle/>
          <a:p>
            <a:pPr algn="ctr"/>
            <a:r>
              <a:rPr sz="1100" b="0" i="0">
                <a:solidFill>
                  <a:srgbClr val="6B6B70"/>
                </a:solidFill>
                <a:latin typeface="Lato"/>
              </a:rPr>
              <a:t>FY 2024 total R&amp;D expenditures (log scale)</a:t>
            </a:r>
          </a:p>
        </p:txBody>
      </p:sp>
      <p:cxnSp>
        <p:nvCxnSpPr>
          <p:cNvPr id="22" name="Connector 21"/>
          <p:cNvCxnSpPr/>
          <p:nvPr/>
        </p:nvCxnSpPr>
        <p:spPr>
          <a:xfrm>
            <a:off x="5360256" y="1419148"/>
            <a:ext cx="0" cy="4010559"/>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5"/>
          <a:stretch>
            <a:fillRect/>
          </a:stretch>
        </p:blipFill>
        <p:spPr>
          <a:xfrm>
            <a:off x="3269894" y="1876348"/>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6"/>
          <a:stretch>
            <a:fillRect/>
          </a:stretch>
        </p:blipFill>
        <p:spPr>
          <a:xfrm>
            <a:off x="10084003" y="1876348"/>
            <a:ext cx="1234440" cy="823989"/>
          </a:xfrm>
          <a:prstGeom prst="rect">
            <a:avLst/>
          </a:prstGeom>
        </p:spPr>
      </p:pic>
      <p:pic>
        <p:nvPicPr>
          <p:cNvPr id="28" name="Picture 27" descr="whale_Picture_28.png"/>
          <p:cNvPicPr>
            <a:picLocks noChangeAspect="1"/>
          </p:cNvPicPr>
          <p:nvPr/>
        </p:nvPicPr>
        <p:blipFill>
          <a:blip r:embed="rId7"/>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8"/>
          <a:stretch>
            <a:fillRect/>
          </a:stretch>
        </p:blipFill>
        <p:spPr>
          <a:xfrm>
            <a:off x="10084003" y="447873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82880"/>
          </a:xfrm>
          <a:prstGeom prst="rect">
            <a:avLst/>
          </a:prstGeom>
          <a:noFill/>
        </p:spPr>
        <p:txBody>
          <a:bodyPr wrap="square" lIns="0" tIns="0" rIns="0" bIns="0" anchor="t">
            <a:spAutoFit/>
          </a:bodyPr>
          <a:lstStyle/>
          <a:p>
            <a:pPr algn="l"/>
            <a:r>
              <a:rPr sz="1000" b="0" i="1">
                <a:solidFill>
                  <a:srgbClr val="6B6B70"/>
                </a:solidFill>
                <a:latin typeface="Lato"/>
              </a:rPr>
              <a:t>Median $492M</a:t>
            </a:r>
          </a:p>
        </p:txBody>
      </p:sp>
      <p:sp>
        <p:nvSpPr>
          <p:cNvPr id="33" name="TextBox 32"/>
          <p:cNvSpPr txBox="1"/>
          <p:nvPr/>
        </p:nvSpPr>
        <p:spPr>
          <a:xfrm>
            <a:off x="9517075" y="3627629"/>
            <a:ext cx="1828800" cy="182880"/>
          </a:xfrm>
          <a:prstGeom prst="rect">
            <a:avLst/>
          </a:prstGeom>
          <a:noFill/>
        </p:spPr>
        <p:txBody>
          <a:bodyPr wrap="square" lIns="0" tIns="0" rIns="0" bIns="0" anchor="t">
            <a:spAutoFit/>
          </a:bodyPr>
          <a:lstStyle/>
          <a:p>
            <a:pPr algn="r"/>
            <a:r>
              <a:rPr sz="1000" b="0" i="1">
                <a:solidFill>
                  <a:srgbClr val="6B6B7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502920" y="163678"/>
            <a:ext cx="11338560" cy="341568"/>
          </a:xfrm>
          <a:prstGeom prst="rect">
            <a:avLst/>
          </a:prstGeom>
          <a:noFill/>
        </p:spPr>
        <p:txBody>
          <a:bodyPr wrap="square" lIns="0" tIns="0" rIns="0" bIns="0">
            <a:spAutoFit/>
          </a:bodyPr>
          <a:lstStyle/>
          <a:p>
            <a:pPr algn="l">
              <a:lnSpc>
                <a:spcPct val="105000"/>
              </a:lnSpc>
            </a:pPr>
            <a:r>
              <a:rPr sz="2300" b="1">
                <a:solidFill>
                  <a:srgbClr val="1E2028"/>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50292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0" name="TextBox 49">
            <a:extLst>
              <a:ext uri="{FF2B5EF4-FFF2-40B4-BE49-F238E27FC236}">
                <a16:creationId xmlns:a16="http://schemas.microsoft.com/office/drawing/2014/main" id="{F765E9BA-7CC8-E8DC-9187-6A6B411A88D1}"/>
              </a:ext>
            </a:extLst>
          </p:cNvPr>
          <p:cNvSpPr txBox="1"/>
          <p:nvPr/>
        </p:nvSpPr>
        <p:spPr>
          <a:xfrm>
            <a:off x="502920" y="6309360"/>
            <a:ext cx="10332720" cy="115673"/>
          </a:xfrm>
          <a:prstGeom prst="rect">
            <a:avLst/>
          </a:prstGeom>
          <a:noFill/>
        </p:spPr>
        <p:txBody>
          <a:bodyPr wrap="square" lIns="0" tIns="0" rIns="0" bIns="0">
            <a:spAutoFit/>
          </a:bodyPr>
          <a:lstStyle/>
          <a:p>
            <a:pPr algn="l">
              <a:lnSpc>
                <a:spcPct val="110000"/>
              </a:lnSpc>
            </a:pPr>
            <a:r>
              <a:rPr sz="750" b="0">
                <a:solidFill>
                  <a:srgbClr val="9B9C9E"/>
                </a:solidFill>
                <a:latin typeface="Lato"/>
              </a:rPr>
              <a:t>Source (enrollment): degree-seeking enrollment by reporting group, supplied </a:t>
            </a:r>
            <a:r>
              <a:rPr lang="en-US" sz="750" b="0">
                <a:solidFill>
                  <a:srgbClr val="9B9C9E"/>
                </a:solidFill>
                <a:latin typeface="Lato"/>
              </a:rPr>
              <a:t>17</a:t>
            </a:r>
            <a:r>
              <a:rPr sz="750" b="0">
                <a:solidFill>
                  <a:srgbClr val="9B9C9E"/>
                </a:solidFill>
                <a:latin typeface="Lato"/>
              </a:rPr>
              <a:t> September 2026, Fall 2019 – Fall 2026; fiscal year ends June 30, so Fall 2019 = FY20 … Fall 2026 = FY27. </a:t>
            </a:r>
          </a:p>
        </p:txBody>
      </p:sp>
      <p:pic>
        <p:nvPicPr>
          <p:cNvPr id="51" name="Picture 50" descr="NU_monogram_K.png">
            <a:extLst>
              <a:ext uri="{FF2B5EF4-FFF2-40B4-BE49-F238E27FC236}">
                <a16:creationId xmlns:a16="http://schemas.microsoft.com/office/drawing/2014/main" id="{64296F65-C5E8-C4D4-B479-A746821699C3}"/>
              </a:ext>
            </a:extLst>
          </p:cNvPr>
          <p:cNvPicPr>
            <a:picLocks noChangeAspect="1"/>
          </p:cNvPicPr>
          <p:nvPr/>
        </p:nvPicPr>
        <p:blipFill>
          <a:blip r:embed="rId2"/>
          <a:stretch>
            <a:fillRect/>
          </a:stretch>
        </p:blipFill>
        <p:spPr>
          <a:xfrm>
            <a:off x="11448288" y="5742432"/>
            <a:ext cx="310896" cy="310896"/>
          </a:xfrm>
          <a:prstGeom prst="rect">
            <a:avLst/>
          </a:prstGeom>
        </p:spPr>
      </p:pic>
      <p:sp>
        <p:nvSpPr>
          <p:cNvPr id="52" name="TextBox 51">
            <a:extLst>
              <a:ext uri="{FF2B5EF4-FFF2-40B4-BE49-F238E27FC236}">
                <a16:creationId xmlns:a16="http://schemas.microsoft.com/office/drawing/2014/main" id="{AF30C5B0-ED12-C967-D4B4-E4C766EE0835}"/>
              </a:ext>
            </a:extLst>
          </p:cNvPr>
          <p:cNvSpPr txBox="1"/>
          <p:nvPr/>
        </p:nvSpPr>
        <p:spPr>
          <a:xfrm>
            <a:off x="11119104" y="6382512"/>
            <a:ext cx="640080" cy="228600"/>
          </a:xfrm>
          <a:prstGeom prst="rect">
            <a:avLst/>
          </a:prstGeom>
          <a:noFill/>
        </p:spPr>
        <p:txBody>
          <a:bodyPr wrap="square" lIns="0" tIns="0" rIns="0" bIns="0">
            <a:spAutoFit/>
          </a:bodyPr>
          <a:lstStyle/>
          <a:p>
            <a:pPr algn="r"/>
            <a:r>
              <a:rPr sz="900" b="0">
                <a:solidFill>
                  <a:srgbClr val="9B9C9E"/>
                </a:solidFill>
                <a:latin typeface="Lato"/>
              </a:rPr>
              <a:t>8</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1E20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1E2028"/>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1E2028"/>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1E2028"/>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5"/>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Tree>
    <p:extLst>
      <p:ext uri="{BB962C8B-B14F-4D97-AF65-F5344CB8AC3E}">
        <p14:creationId xmlns:p14="http://schemas.microsoft.com/office/powerpoint/2010/main" val="3672233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19456"/>
            <a:ext cx="11338560" cy="341568"/>
          </a:xfrm>
          <a:prstGeom prst="rect">
            <a:avLst/>
          </a:prstGeom>
          <a:noFill/>
        </p:spPr>
        <p:txBody>
          <a:bodyPr wrap="square" lIns="0" tIns="0" rIns="0" bIns="0">
            <a:spAutoFit/>
          </a:bodyPr>
          <a:lstStyle/>
          <a:p>
            <a:pPr algn="l">
              <a:lnSpc>
                <a:spcPct val="105000"/>
              </a:lnSpc>
            </a:pPr>
            <a:r>
              <a:rPr sz="2300" b="1" dirty="0">
                <a:solidFill>
                  <a:srgbClr val="1E2028"/>
                </a:solidFill>
                <a:latin typeface="Lato"/>
              </a:rPr>
              <a:t>Undergraduate </a:t>
            </a:r>
            <a:r>
              <a:rPr lang="en-US" sz="2300" b="1" dirty="0">
                <a:solidFill>
                  <a:srgbClr val="1E2028"/>
                </a:solidFill>
                <a:latin typeface="Lato"/>
              </a:rPr>
              <a:t>the dominant growth driver since FY20</a:t>
            </a:r>
            <a:endParaRPr sz="2300" b="1" dirty="0">
              <a:solidFill>
                <a:srgbClr val="1E2028"/>
              </a:solidFill>
              <a:latin typeface="Lato"/>
            </a:endParaRPr>
          </a:p>
        </p:txBody>
      </p:sp>
      <p:sp>
        <p:nvSpPr>
          <p:cNvPr id="3" name="TextBox 2"/>
          <p:cNvSpPr txBox="1"/>
          <p:nvPr/>
        </p:nvSpPr>
        <p:spPr>
          <a:xfrm>
            <a:off x="50292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502920" y="1042415"/>
            <a:ext cx="11338560" cy="274320"/>
          </a:xfrm>
          <a:prstGeom prst="rect">
            <a:avLst/>
          </a:prstGeom>
          <a:noFill/>
        </p:spPr>
        <p:txBody>
          <a:bodyPr wrap="square" lIns="0" tIns="0" rIns="0" bIns="0">
            <a:spAutoFit/>
          </a:bodyPr>
          <a:lstStyle/>
          <a:p>
            <a:pPr algn="l"/>
            <a:r>
              <a:rPr sz="1250" b="0">
                <a:solidFill>
                  <a:srgbClr val="1E2028"/>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1E2028"/>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1E2028"/>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1E2028"/>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1E2028"/>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1E2028"/>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1E2028"/>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1E2028"/>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1E2028"/>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1E2028"/>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2C7A4B"/>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FF0000"/>
                </a:solidFill>
                <a:latin typeface="Lato"/>
              </a:rPr>
              <a:t>Down 24% since FY24</a:t>
            </a:r>
            <a:endParaRPr sz="950" b="1" i="1" dirty="0">
              <a:solidFill>
                <a:srgbClr val="FF0000"/>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2C7A4B"/>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2C7A4B"/>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1E2028"/>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sp>
        <p:nvSpPr>
          <p:cNvPr id="50" name="TextBox 49"/>
          <p:cNvSpPr txBox="1"/>
          <p:nvPr/>
        </p:nvSpPr>
        <p:spPr>
          <a:xfrm>
            <a:off x="502920" y="6309360"/>
            <a:ext cx="10332720" cy="411480"/>
          </a:xfrm>
          <a:prstGeom prst="rect">
            <a:avLst/>
          </a:prstGeom>
          <a:noFill/>
        </p:spPr>
        <p:txBody>
          <a:bodyPr wrap="square" lIns="0" tIns="0" rIns="0" bIns="0">
            <a:spAutoFit/>
          </a:bodyPr>
          <a:lstStyle/>
          <a:p>
            <a:pPr algn="l">
              <a:lnSpc>
                <a:spcPct val="110000"/>
              </a:lnSpc>
            </a:pPr>
            <a:r>
              <a:rPr sz="750" b="0">
                <a:solidFill>
                  <a:srgbClr val="9B9C9E"/>
                </a:solidFill>
                <a:latin typeface="Lato"/>
              </a:rPr>
              <a:t>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pic>
        <p:nvPicPr>
          <p:cNvPr id="51" name="Picture 50" descr="NU_monogram_K.png"/>
          <p:cNvPicPr>
            <a:picLocks noChangeAspect="1"/>
          </p:cNvPicPr>
          <p:nvPr/>
        </p:nvPicPr>
        <p:blipFill>
          <a:blip r:embed="rId3"/>
          <a:stretch>
            <a:fillRect/>
          </a:stretch>
        </p:blipFill>
        <p:spPr>
          <a:xfrm>
            <a:off x="11448288" y="5742432"/>
            <a:ext cx="310896" cy="310896"/>
          </a:xfrm>
          <a:prstGeom prst="rect">
            <a:avLst/>
          </a:prstGeom>
        </p:spPr>
      </p:pic>
      <p:sp>
        <p:nvSpPr>
          <p:cNvPr id="52" name="TextBox 51"/>
          <p:cNvSpPr txBox="1"/>
          <p:nvPr/>
        </p:nvSpPr>
        <p:spPr>
          <a:xfrm>
            <a:off x="11119104" y="6382512"/>
            <a:ext cx="640080" cy="228600"/>
          </a:xfrm>
          <a:prstGeom prst="rect">
            <a:avLst/>
          </a:prstGeom>
          <a:noFill/>
        </p:spPr>
        <p:txBody>
          <a:bodyPr wrap="square" lIns="0" tIns="0" rIns="0" bIns="0">
            <a:spAutoFit/>
          </a:bodyPr>
          <a:lstStyle/>
          <a:p>
            <a:pPr algn="r"/>
            <a:r>
              <a:rPr sz="900" b="0">
                <a:solidFill>
                  <a:srgbClr val="9B9C9E"/>
                </a:solidFill>
                <a:latin typeface="Lato"/>
              </a:rPr>
              <a:t>9</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643616" y="109728"/>
            <a:ext cx="1408176" cy="274320"/>
          </a:xfrm>
          <a:prstGeom prst="rect">
            <a:avLst/>
          </a:prstGeom>
          <a:solidFill>
            <a:srgbClr val="C8102E"/>
          </a:solidFill>
          <a:ln>
            <a:noFill/>
          </a:ln>
        </p:spPr>
        <p:txBody>
          <a:bodyPr wrap="none" rtlCol="0" anchor="ctr">
            <a:spAutoFit/>
          </a:bodyPr>
          <a:lstStyle/>
          <a:p>
            <a:pPr algn="ct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2C7A4B"/>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2C7A4B"/>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2C7A4B"/>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1E2028"/>
                </a:solidFill>
                <a:latin typeface="Lato"/>
              </a:rPr>
              <a:t>Change</a:t>
            </a:r>
          </a:p>
          <a:p>
            <a:pPr algn="r"/>
            <a:r>
              <a:rPr sz="850" b="0">
                <a:solidFill>
                  <a:srgbClr val="9B9C9E"/>
                </a:solidFill>
                <a:latin typeface="Lato"/>
              </a:rPr>
              <a:t>FY20 → FY27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1E2028"/>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1E2028"/>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1E2028"/>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1E2028"/>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1E2028"/>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1E2028"/>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1E2028">
              <a:shade val="15000"/>
            </a:srgbClr>
          </a:lnRef>
          <a:fillRef idx="1">
            <a:srgbClr val="1E2028"/>
          </a:fillRef>
          <a:effectRef idx="0">
            <a:srgbClr val="1E2028"/>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7" name="TextBox 26"/>
          <p:cNvSpPr txBox="1"/>
          <p:nvPr/>
        </p:nvSpPr>
        <p:spPr>
          <a:xfrm>
            <a:off x="11119104" y="6382512"/>
            <a:ext cx="640080" cy="138499"/>
          </a:xfrm>
          <a:prstGeom prst="rect">
            <a:avLst/>
          </a:prstGeom>
          <a:noFill/>
        </p:spPr>
        <p:txBody>
          <a:bodyPr wrap="square" lIns="0" tIns="0" rIns="0" bIns="0">
            <a:spAutoFit/>
          </a:bodyPr>
          <a:lstStyle/>
          <a:p>
            <a:pPr algn="r"/>
            <a:r>
              <a:rPr lang="en-US" sz="900" b="0">
                <a:solidFill>
                  <a:srgbClr val="6E6F73"/>
                </a:solidFill>
                <a:latin typeface="Lato"/>
              </a:rPr>
              <a:t>10</a:t>
            </a:r>
            <a:endParaRPr sz="900" b="0">
              <a:solidFill>
                <a:srgbClr val="6E6F73"/>
              </a:solidFill>
              <a:latin typeface="Lato"/>
            </a:endParaRPr>
          </a:p>
        </p:txBody>
      </p:sp>
      <p:sp>
        <p:nvSpPr>
          <p:cNvPr id="28" name="TextBox 27"/>
          <p:cNvSpPr txBox="1"/>
          <p:nvPr/>
        </p:nvSpPr>
        <p:spPr>
          <a:xfrm>
            <a:off x="502920" y="182880"/>
            <a:ext cx="10241280" cy="548640"/>
          </a:xfrm>
          <a:prstGeom prst="rect">
            <a:avLst/>
          </a:prstGeom>
          <a:noFill/>
        </p:spPr>
        <p:txBody>
          <a:bodyPr wrap="none" lIns="0" tIns="0" rIns="0" bIns="0">
            <a:spAutoFit/>
          </a:bodyPr>
          <a:lstStyle/>
          <a:p>
            <a:r>
              <a:rPr sz="2400" b="1">
                <a:solidFill>
                  <a:srgbClr val="1E2028"/>
                </a:solidFill>
                <a:latin typeface="Lato"/>
              </a:rPr>
              <a:t>Professional New Student Scenarios</a:t>
            </a:r>
          </a:p>
        </p:txBody>
      </p:sp>
      <p:pic>
        <p:nvPicPr>
          <p:cNvPr id="29" name="Picture 28" descr="image.png"/>
          <p:cNvPicPr>
            <a:picLocks noChangeAspect="1"/>
          </p:cNvPicPr>
          <p:nvPr/>
        </p:nvPicPr>
        <p:blipFill>
          <a:blip r:embed="rId4"/>
          <a:stretch>
            <a:fillRect/>
          </a:stretch>
        </p:blipFill>
        <p:spPr>
          <a:xfrm>
            <a:off x="11448288" y="5742432"/>
            <a:ext cx="310896" cy="310896"/>
          </a:xfrm>
          <a:prstGeom prst="rect">
            <a:avLst/>
          </a:prstGeom>
        </p:spPr>
      </p:pic>
      <p:sp>
        <p:nvSpPr>
          <p:cNvPr id="30" name="TextBox 2">
            <a:extLst>
              <a:ext uri="{FF2B5EF4-FFF2-40B4-BE49-F238E27FC236}">
                <a16:creationId xmlns:a16="http://schemas.microsoft.com/office/drawing/2014/main" id="{D8F8848A-3B07-E878-25E7-FCCFC5CC80E4}"/>
              </a:ext>
            </a:extLst>
          </p:cNvPr>
          <p:cNvSpPr txBox="1"/>
          <p:nvPr/>
        </p:nvSpPr>
        <p:spPr>
          <a:xfrm>
            <a:off x="11109960" y="109728"/>
            <a:ext cx="941832" cy="274320"/>
          </a:xfrm>
          <a:prstGeom prst="rect">
            <a:avLst/>
          </a:prstGeom>
          <a:solidFill>
            <a:srgbClr val="C8102E"/>
          </a:solidFill>
          <a:ln>
            <a:noFill/>
          </a:ln>
          <a:effectLst/>
        </p:spPr>
        <p:txBody>
          <a:bodyPr wrap="none" lIns="0" tIns="18288" rIns="0" bIns="0" anchor="ctr" anchorCtr="1">
            <a:noAutofit/>
          </a:bodyPr>
          <a:lstStyle/>
          <a:p>
            <a:pPr algn="ctr"/>
            <a:r>
              <a:rPr sz="1100" b="1" dirty="0">
                <a:solidFill>
                  <a:srgbClr val="FFFFFF"/>
                </a:solidFill>
                <a:latin typeface="Lato"/>
              </a:rPr>
              <a:t>Graduate</a:t>
            </a:r>
          </a:p>
        </p:txBody>
      </p:sp>
    </p:spTree>
    <p:extLst>
      <p:ext uri="{BB962C8B-B14F-4D97-AF65-F5344CB8AC3E}">
        <p14:creationId xmlns:p14="http://schemas.microsoft.com/office/powerpoint/2010/main" val="3897025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93192"/>
            <a:ext cx="11338560" cy="355091"/>
          </a:xfrm>
          <a:prstGeom prst="rect">
            <a:avLst/>
          </a:prstGeom>
          <a:noFill/>
        </p:spPr>
        <p:txBody>
          <a:bodyPr wrap="square" lIns="0" tIns="0" rIns="0" bIns="0">
            <a:normAutofit/>
          </a:bodyPr>
          <a:lstStyle/>
          <a:p>
            <a:pPr algn="l">
              <a:lnSpc>
                <a:spcPct val="105000"/>
              </a:lnSpc>
            </a:pPr>
            <a:r>
              <a:rPr sz="2000" b="1" dirty="0">
                <a:solidFill>
                  <a:srgbClr val="1E2028"/>
                </a:solidFill>
                <a:latin typeface="Lato"/>
              </a:rPr>
              <a:t>Full-time staff grew 46% since FY20, to 4,179 — but headcount has fallen 312 in the past year</a:t>
            </a:r>
          </a:p>
        </p:txBody>
      </p:sp>
      <p:sp>
        <p:nvSpPr>
          <p:cNvPr id="3" name="TextBox 2"/>
          <p:cNvSpPr txBox="1"/>
          <p:nvPr/>
        </p:nvSpPr>
        <p:spPr>
          <a:xfrm>
            <a:off x="502920" y="775715"/>
            <a:ext cx="11338560" cy="246221"/>
          </a:xfrm>
          <a:prstGeom prst="rect">
            <a:avLst/>
          </a:prstGeom>
          <a:noFill/>
        </p:spPr>
        <p:txBody>
          <a:bodyPr wrap="square" lIns="0" tIns="0" rIns="0" bIns="0">
            <a:spAutoFit/>
          </a:bodyPr>
          <a:lstStyle/>
          <a:p>
            <a:pPr algn="l"/>
            <a:r>
              <a:rPr sz="1600" b="0" i="1" dirty="0">
                <a:solidFill>
                  <a:srgbClr val="000099"/>
                </a:solidFill>
                <a:latin typeface="Lato"/>
              </a:rPr>
              <a:t>Total full-time staff by year, by funding source and campus  ·  </a:t>
            </a:r>
            <a:r>
              <a:rPr sz="1600" b="1" i="1" u="sng" dirty="0">
                <a:solidFill>
                  <a:srgbClr val="000099"/>
                </a:solidFill>
                <a:latin typeface="Lato"/>
              </a:rPr>
              <a:t>FY20 – FY27</a:t>
            </a:r>
            <a:r>
              <a:rPr sz="1600" b="0" i="1" dirty="0">
                <a:solidFill>
                  <a:srgbClr val="000099"/>
                </a:solidFill>
                <a:latin typeface="Lato"/>
              </a:rPr>
              <a:t>  ·  1 Oct snapshots; FY27 at 1 Aug 2026</a:t>
            </a:r>
          </a:p>
        </p:txBody>
      </p:sp>
      <p:sp>
        <p:nvSpPr>
          <p:cNvPr id="4" name="TextBox 3"/>
          <p:cNvSpPr txBox="1"/>
          <p:nvPr/>
        </p:nvSpPr>
        <p:spPr>
          <a:xfrm>
            <a:off x="502920" y="1068324"/>
            <a:ext cx="11338560" cy="192360"/>
          </a:xfrm>
          <a:prstGeom prst="rect">
            <a:avLst/>
          </a:prstGeom>
          <a:noFill/>
        </p:spPr>
        <p:txBody>
          <a:bodyPr wrap="square" lIns="0" tIns="0" rIns="0" bIns="0">
            <a:spAutoFit/>
          </a:bodyPr>
          <a:lstStyle/>
          <a:p>
            <a:pPr algn="l"/>
            <a:r>
              <a:rPr sz="1250" b="0" dirty="0">
                <a:solidFill>
                  <a:srgbClr val="1E2028"/>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1E2028"/>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1E2028"/>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1E2028"/>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1E2028"/>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1E2028"/>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1E2028"/>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1E2028"/>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1E2028"/>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1E2028"/>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chemeClr val="bg1"/>
                </a:solidFill>
                <a:latin typeface="Lato"/>
              </a:rPr>
              <a:t>Externally funded  </a:t>
            </a:r>
            <a:r>
              <a:rPr sz="850" b="0">
                <a:solidFill>
                  <a:schemeClr val="bg1"/>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2C7A4B"/>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chemeClr val="bg1"/>
                </a:solidFill>
                <a:latin typeface="Lato"/>
              </a:rPr>
              <a:t>London  </a:t>
            </a:r>
            <a:r>
              <a:rPr sz="850" b="0" dirty="0">
                <a:solidFill>
                  <a:schemeClr val="bg1"/>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1E2028"/>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26" name="TextBox 25"/>
          <p:cNvSpPr txBox="1"/>
          <p:nvPr/>
        </p:nvSpPr>
        <p:spPr>
          <a:xfrm>
            <a:off x="130873" y="6398677"/>
            <a:ext cx="10332720" cy="369653"/>
          </a:xfrm>
          <a:prstGeom prst="rect">
            <a:avLst/>
          </a:prstGeom>
          <a:noFill/>
        </p:spPr>
        <p:txBody>
          <a:bodyPr wrap="square" lIns="0" tIns="0" rIns="0" bIns="0">
            <a:spAutoFit/>
          </a:bodyPr>
          <a:lstStyle/>
          <a:p>
            <a:pPr algn="l">
              <a:lnSpc>
                <a:spcPct val="110000"/>
              </a:lnSpc>
            </a:pPr>
            <a:r>
              <a:rPr sz="750" b="0" dirty="0">
                <a:solidFill>
                  <a:srgbClr val="9B9C9E"/>
                </a:solidFill>
                <a:latin typeface="Lato"/>
              </a:rPr>
              <a:t>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 </a:t>
            </a:r>
          </a:p>
        </p:txBody>
      </p:sp>
      <p:pic>
        <p:nvPicPr>
          <p:cNvPr id="27" name="Picture 26" descr="NU_monogram_K.png"/>
          <p:cNvPicPr>
            <a:picLocks noChangeAspect="1"/>
          </p:cNvPicPr>
          <p:nvPr/>
        </p:nvPicPr>
        <p:blipFill>
          <a:blip r:embed="rId2"/>
          <a:stretch>
            <a:fillRect/>
          </a:stretch>
        </p:blipFill>
        <p:spPr>
          <a:xfrm>
            <a:off x="11448288" y="5742432"/>
            <a:ext cx="310896" cy="310896"/>
          </a:xfrm>
          <a:prstGeom prst="rect">
            <a:avLst/>
          </a:prstGeom>
        </p:spPr>
      </p:pic>
      <p:sp>
        <p:nvSpPr>
          <p:cNvPr id="28" name="TextBox 27"/>
          <p:cNvSpPr txBox="1"/>
          <p:nvPr/>
        </p:nvSpPr>
        <p:spPr>
          <a:xfrm>
            <a:off x="11119104" y="6382512"/>
            <a:ext cx="640080" cy="228600"/>
          </a:xfrm>
          <a:prstGeom prst="rect">
            <a:avLst/>
          </a:prstGeom>
          <a:noFill/>
        </p:spPr>
        <p:txBody>
          <a:bodyPr wrap="square" lIns="0" tIns="0" rIns="0" bIns="0">
            <a:spAutoFit/>
          </a:bodyPr>
          <a:lstStyle/>
          <a:p>
            <a:pPr algn="r"/>
            <a:r>
              <a:rPr sz="900" b="0">
                <a:solidFill>
                  <a:srgbClr val="9B9C9E"/>
                </a:solidFill>
                <a:latin typeface="Lato"/>
              </a:rPr>
              <a:t>3</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chemeClr val="bg1"/>
                </a:solidFill>
                <a:latin typeface="Lato"/>
              </a:rPr>
              <a:t>Internally funded, all other  </a:t>
            </a:r>
            <a:r>
              <a:rPr sz="850" b="0">
                <a:solidFill>
                  <a:schemeClr val="bg1"/>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2C7A4B"/>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1E2028"/>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1E2028"/>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1E2028"/>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99"/>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847922"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ct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chemeClr val="bg1"/>
                </a:solidFill>
                <a:latin typeface="Lato"/>
              </a:rPr>
              <a:t>Oakland campus  </a:t>
            </a:r>
            <a:r>
              <a:rPr sz="850" b="0" dirty="0">
                <a:solidFill>
                  <a:schemeClr val="bg1"/>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502920" y="676656"/>
            <a:ext cx="11155680" cy="5029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1A1A1A"/>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TextBox 6"/>
          <p:cNvSpPr txBox="1"/>
          <p:nvPr/>
        </p:nvSpPr>
        <p:spPr>
          <a:xfrm>
            <a:off x="612648"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33A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33A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FBF0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B5740F"/>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33A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1E7A46"/>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E6EB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33A0"/>
                </a:solidFill>
                <a:effectLst/>
                <a:uLnTx/>
                <a:uFillTx/>
                <a:latin typeface="Lato"/>
                <a:ea typeface="+mn-ea"/>
                <a:cs typeface="+mn-cs"/>
              </a:rPr>
              <a:t>2,3</a:t>
            </a:r>
            <a:r>
              <a:rPr kumimoji="0" lang="en-US" sz="1050" b="1" i="0" u="none" strike="noStrike" kern="1200" cap="none" spc="0" normalizeH="0" baseline="0" noProof="0" dirty="0">
                <a:ln>
                  <a:noFill/>
                </a:ln>
                <a:solidFill>
                  <a:srgbClr val="0033A0"/>
                </a:solidFill>
                <a:effectLst/>
                <a:uLnTx/>
                <a:uFillTx/>
                <a:latin typeface="Lato"/>
                <a:ea typeface="+mn-ea"/>
                <a:cs typeface="+mn-cs"/>
              </a:rPr>
              <a:t>61</a:t>
            </a:r>
            <a:endParaRPr kumimoji="0" sz="1050" b="1" i="0" u="none" strike="noStrike" kern="1200" cap="none" spc="0" normalizeH="0" baseline="0" noProof="0" dirty="0">
              <a:ln>
                <a:noFill/>
              </a:ln>
              <a:solidFill>
                <a:srgbClr val="0033A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E3F2E8"/>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1E7A46"/>
                </a:solidFill>
                <a:effectLst/>
                <a:uLnTx/>
                <a:uFillTx/>
                <a:latin typeface="Lato"/>
                <a:ea typeface="+mn-ea"/>
                <a:cs typeface="+mn-cs"/>
              </a:rPr>
              <a:t>▲ +2</a:t>
            </a:r>
            <a:r>
              <a:rPr kumimoji="0" lang="en-US" sz="850" b="1" i="0" u="none" strike="noStrike" kern="1200" cap="none" spc="0" normalizeH="0" baseline="0" noProof="0" dirty="0">
                <a:ln>
                  <a:noFill/>
                </a:ln>
                <a:solidFill>
                  <a:srgbClr val="1E7A46"/>
                </a:solidFill>
                <a:effectLst/>
                <a:uLnTx/>
                <a:uFillTx/>
                <a:latin typeface="Lato"/>
                <a:ea typeface="+mn-ea"/>
                <a:cs typeface="+mn-cs"/>
              </a:rPr>
              <a:t>51</a:t>
            </a:r>
            <a:r>
              <a:rPr kumimoji="0" sz="850" b="1" i="0" u="none" strike="noStrike" kern="1200" cap="none" spc="0" normalizeH="0" baseline="0" noProof="0" dirty="0">
                <a:ln>
                  <a:noFill/>
                </a:ln>
                <a:solidFill>
                  <a:srgbClr val="1E7A46"/>
                </a:solidFill>
                <a:effectLst/>
                <a:uLnTx/>
                <a:uFillTx/>
                <a:latin typeface="Lato"/>
                <a:ea typeface="+mn-ea"/>
                <a:cs typeface="+mn-cs"/>
              </a:rPr>
              <a:t> (+1</a:t>
            </a:r>
            <a:r>
              <a:rPr kumimoji="0" lang="en-US" sz="850" b="1" i="0" u="none" strike="noStrike" kern="1200" cap="none" spc="0" normalizeH="0" baseline="0" noProof="0" dirty="0">
                <a:ln>
                  <a:noFill/>
                </a:ln>
                <a:solidFill>
                  <a:srgbClr val="1E7A46"/>
                </a:solidFill>
                <a:effectLst/>
                <a:uLnTx/>
                <a:uFillTx/>
                <a:latin typeface="Lato"/>
                <a:ea typeface="+mn-ea"/>
                <a:cs typeface="+mn-cs"/>
              </a:rPr>
              <a:t>1</a:t>
            </a:r>
            <a:r>
              <a:rPr kumimoji="0" sz="850" b="1" i="0" u="none" strike="noStrike" kern="1200" cap="none" spc="0" normalizeH="0" baseline="0" noProof="0" dirty="0">
                <a:ln>
                  <a:noFill/>
                </a:ln>
                <a:solidFill>
                  <a:srgbClr val="1E7A46"/>
                </a:solidFill>
                <a:effectLst/>
                <a:uLnTx/>
                <a:uFillTx/>
                <a:latin typeface="Lato"/>
                <a:ea typeface="+mn-ea"/>
                <a:cs typeface="+mn-cs"/>
              </a:rPr>
              <a:t>.</a:t>
            </a:r>
            <a:r>
              <a:rPr kumimoji="0" lang="en-US" sz="850" b="1" i="0" u="none" strike="noStrike" kern="1200" cap="none" spc="0" normalizeH="0" baseline="0" noProof="0" dirty="0">
                <a:ln>
                  <a:noFill/>
                </a:ln>
                <a:solidFill>
                  <a:srgbClr val="1E7A46"/>
                </a:solidFill>
                <a:effectLst/>
                <a:uLnTx/>
                <a:uFillTx/>
                <a:latin typeface="Lato"/>
                <a:ea typeface="+mn-ea"/>
                <a:cs typeface="+mn-cs"/>
              </a:rPr>
              <a:t>9</a:t>
            </a:r>
            <a:r>
              <a:rPr kumimoji="0" sz="850" b="1" i="0" u="none" strike="noStrike" kern="1200" cap="none" spc="0" normalizeH="0" baseline="0" noProof="0" dirty="0">
                <a:ln>
                  <a:noFill/>
                </a:ln>
                <a:solidFill>
                  <a:srgbClr val="1E7A46"/>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sp>
        <p:nvSpPr>
          <p:cNvPr id="167" name="TextBox 166"/>
          <p:cNvSpPr txBox="1"/>
          <p:nvPr/>
        </p:nvSpPr>
        <p:spPr>
          <a:xfrm>
            <a:off x="429768" y="6400800"/>
            <a:ext cx="11183112" cy="18288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00" b="0" i="1" u="none" strike="noStrike" kern="1200" cap="none" spc="0" normalizeH="0" baseline="0" noProof="0" dirty="0">
                <a:ln>
                  <a:noFill/>
                </a:ln>
                <a:solidFill>
                  <a:srgbClr val="6B6B70"/>
                </a:solidFill>
                <a:effectLst/>
                <a:uLnTx/>
                <a:uFillTx/>
                <a:latin typeface="Lato"/>
                <a:ea typeface="+mn-ea"/>
                <a:cs typeface="+mn-cs"/>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sp>
        <p:nvSpPr>
          <p:cNvPr id="169" name="TextBox 168"/>
          <p:cNvSpPr txBox="1"/>
          <p:nvPr/>
        </p:nvSpPr>
        <p:spPr>
          <a:xfrm>
            <a:off x="11548872" y="6446520"/>
            <a:ext cx="457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6B6B70"/>
                </a:solidFill>
                <a:effectLst/>
                <a:uLnTx/>
                <a:uFillTx/>
                <a:latin typeface="Lato"/>
                <a:ea typeface="+mn-ea"/>
                <a:cs typeface="+mn-cs"/>
              </a:rPr>
              <a:t>2</a:t>
            </a:r>
          </a:p>
        </p:txBody>
      </p:sp>
      <p:pic>
        <p:nvPicPr>
          <p:cNvPr id="170" name="NU mark (footer)" descr="image.png"/>
          <p:cNvPicPr>
            <a:picLocks noChangeAspect="1"/>
          </p:cNvPicPr>
          <p:nvPr/>
        </p:nvPicPr>
        <p:blipFill>
          <a:blip r:embed="rId14"/>
          <a:stretch>
            <a:fillRect/>
          </a:stretch>
        </p:blipFill>
        <p:spPr>
          <a:xfrm>
            <a:off x="11497750" y="6487668"/>
            <a:ext cx="236745" cy="182880"/>
          </a:xfrm>
          <a:prstGeom prst="rect">
            <a:avLst/>
          </a:prstGeom>
        </p:spPr>
      </p:pic>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SEPTEMBER 2026 · $ IN MILLIONS UNLESS NOTED</a:t>
            </a:r>
          </a:p>
        </p:txBody>
      </p:sp>
      <p:sp>
        <p:nvSpPr>
          <p:cNvPr id="3" name="TextBox 2"/>
          <p:cNvSpPr txBox="1"/>
          <p:nvPr/>
        </p:nvSpPr>
        <p:spPr>
          <a:xfrm>
            <a:off x="502920" y="676656"/>
            <a:ext cx="11155680" cy="5029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1A1A1A"/>
                </a:solidFill>
                <a:effectLst/>
                <a:uLnTx/>
                <a:uFillTx/>
                <a:latin typeface="Lato"/>
                <a:ea typeface="+mn-ea"/>
                <a:cs typeface="+mn-cs"/>
              </a:rPr>
              <a:t>5-Year Financial Trend</a:t>
            </a: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p:cNvSpPr txBox="1"/>
          <p:nvPr/>
        </p:nvSpPr>
        <p:spPr>
          <a:xfrm>
            <a:off x="457200" y="6446520"/>
            <a:ext cx="36576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8A8D8F"/>
                </a:solidFill>
                <a:effectLst/>
                <a:uLnTx/>
                <a:uFillTx/>
                <a:latin typeface="Lato"/>
                <a:ea typeface="+mn-ea"/>
                <a:cs typeface="+mn-cs"/>
              </a:rPr>
              <a:t>NORTHEASTERN UNIVERSITY  |  FINANCIAL AFFAIRS COMMITTEE</a:t>
            </a:r>
          </a:p>
        </p:txBody>
      </p:sp>
      <p:sp>
        <p:nvSpPr>
          <p:cNvPr id="9" name="TextBox 8"/>
          <p:cNvSpPr txBox="1"/>
          <p:nvPr/>
        </p:nvSpPr>
        <p:spPr>
          <a:xfrm>
            <a:off x="11551615" y="6446520"/>
            <a:ext cx="457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6B6B70"/>
                </a:solidFill>
                <a:effectLst/>
                <a:uLnTx/>
                <a:uFillTx/>
                <a:latin typeface="Lato"/>
                <a:ea typeface="+mn-ea"/>
                <a:cs typeface="+mn-cs"/>
              </a:rPr>
              <a:t>4</a:t>
            </a:r>
          </a:p>
        </p:txBody>
      </p:sp>
      <p:sp>
        <p:nvSpPr>
          <p:cNvPr id="10" name="TextBox 9"/>
          <p:cNvSpPr txBox="1"/>
          <p:nvPr/>
        </p:nvSpPr>
        <p:spPr>
          <a:xfrm>
            <a:off x="50292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11" name="TextBox 10"/>
          <p:cNvSpPr txBox="1"/>
          <p:nvPr/>
        </p:nvSpPr>
        <p:spPr>
          <a:xfrm>
            <a:off x="414223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2" name="TextBox 11"/>
          <p:cNvSpPr txBox="1"/>
          <p:nvPr/>
        </p:nvSpPr>
        <p:spPr>
          <a:xfrm>
            <a:off x="499262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13" name="Connector 12"/>
          <p:cNvCxnSpPr/>
          <p:nvPr/>
        </p:nvCxnSpPr>
        <p:spPr>
          <a:xfrm>
            <a:off x="50292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2920" y="300837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16" name="Chart 15"/>
          <p:cNvGraphicFramePr>
            <a:graphicFrameLocks noGrp="1"/>
          </p:cNvGraphicFramePr>
          <p:nvPr/>
        </p:nvGraphicFramePr>
        <p:xfrm>
          <a:off x="502920" y="1865376"/>
          <a:ext cx="3520440" cy="82296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94183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18" name="Rectangle 17"/>
          <p:cNvSpPr/>
          <p:nvPr/>
        </p:nvSpPr>
        <p:spPr>
          <a:xfrm>
            <a:off x="414223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414223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1,858</a:t>
            </a:r>
          </a:p>
        </p:txBody>
      </p:sp>
      <p:sp>
        <p:nvSpPr>
          <p:cNvPr id="20" name="Rectangle 19"/>
          <p:cNvSpPr/>
          <p:nvPr/>
        </p:nvSpPr>
        <p:spPr>
          <a:xfrm>
            <a:off x="512978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512978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1,782</a:t>
            </a:r>
          </a:p>
        </p:txBody>
      </p:sp>
      <p:sp>
        <p:nvSpPr>
          <p:cNvPr id="22" name="TextBox 21"/>
          <p:cNvSpPr txBox="1"/>
          <p:nvPr/>
        </p:nvSpPr>
        <p:spPr>
          <a:xfrm>
            <a:off x="512978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−76 vs. budget</a:t>
            </a:r>
          </a:p>
        </p:txBody>
      </p:sp>
      <p:cxnSp>
        <p:nvCxnSpPr>
          <p:cNvPr id="32" name="Connector 31"/>
          <p:cNvCxnSpPr/>
          <p:nvPr/>
        </p:nvCxnSpPr>
        <p:spPr>
          <a:xfrm>
            <a:off x="502920" y="444398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9067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34" name="Chart 33"/>
          <p:cNvGraphicFramePr>
            <a:graphicFrameLocks noGrp="1"/>
          </p:cNvGraphicFramePr>
          <p:nvPr/>
        </p:nvGraphicFramePr>
        <p:xfrm>
          <a:off x="502920" y="3273552"/>
          <a:ext cx="3520440" cy="822960"/>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941832" y="3310128"/>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36" name="Rectangle 35"/>
          <p:cNvSpPr/>
          <p:nvPr/>
        </p:nvSpPr>
        <p:spPr>
          <a:xfrm>
            <a:off x="4142232" y="334670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TextBox 36"/>
          <p:cNvSpPr txBox="1"/>
          <p:nvPr/>
        </p:nvSpPr>
        <p:spPr>
          <a:xfrm>
            <a:off x="4142232" y="334670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250</a:t>
            </a:r>
          </a:p>
        </p:txBody>
      </p:sp>
      <p:sp>
        <p:nvSpPr>
          <p:cNvPr id="38" name="Rectangle 37"/>
          <p:cNvSpPr/>
          <p:nvPr/>
        </p:nvSpPr>
        <p:spPr>
          <a:xfrm>
            <a:off x="5129784" y="3346704"/>
            <a:ext cx="914400" cy="603504"/>
          </a:xfrm>
          <a:prstGeom prst="rect">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5129784" y="339242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1E7A46"/>
                </a:solidFill>
                <a:effectLst/>
                <a:uLnTx/>
                <a:uFillTx/>
                <a:latin typeface="Lato"/>
                <a:ea typeface="+mn-ea"/>
                <a:cs typeface="+mn-cs"/>
              </a:rPr>
              <a:t>291</a:t>
            </a:r>
          </a:p>
        </p:txBody>
      </p:sp>
      <p:sp>
        <p:nvSpPr>
          <p:cNvPr id="40" name="TextBox 39"/>
          <p:cNvSpPr txBox="1"/>
          <p:nvPr/>
        </p:nvSpPr>
        <p:spPr>
          <a:xfrm>
            <a:off x="5129784" y="369417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1E7A46"/>
                </a:solidFill>
                <a:effectLst/>
                <a:uLnTx/>
                <a:uFillTx/>
                <a:latin typeface="Lato"/>
                <a:ea typeface="+mn-ea"/>
                <a:cs typeface="+mn-cs"/>
              </a:rPr>
              <a:t>+41 vs. budget</a:t>
            </a:r>
          </a:p>
        </p:txBody>
      </p:sp>
      <p:cxnSp>
        <p:nvCxnSpPr>
          <p:cNvPr id="41" name="Connector 40"/>
          <p:cNvCxnSpPr/>
          <p:nvPr/>
        </p:nvCxnSpPr>
        <p:spPr>
          <a:xfrm>
            <a:off x="50292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2920" y="452628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Gifts &amp; Commitments</a:t>
            </a:r>
          </a:p>
        </p:txBody>
      </p:sp>
      <p:graphicFrame>
        <p:nvGraphicFramePr>
          <p:cNvPr id="43" name="Chart 42"/>
          <p:cNvGraphicFramePr>
            <a:graphicFrameLocks noGrp="1"/>
          </p:cNvGraphicFramePr>
          <p:nvPr/>
        </p:nvGraphicFramePr>
        <p:xfrm>
          <a:off x="502920" y="4709160"/>
          <a:ext cx="3520440" cy="82296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43"/>
          <p:cNvSpPr txBox="1"/>
          <p:nvPr/>
        </p:nvSpPr>
        <p:spPr>
          <a:xfrm>
            <a:off x="941832" y="4745736"/>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45" name="Rectangle 44"/>
          <p:cNvSpPr/>
          <p:nvPr/>
        </p:nvSpPr>
        <p:spPr>
          <a:xfrm>
            <a:off x="4142232" y="478231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6" name="TextBox 45"/>
          <p:cNvSpPr txBox="1"/>
          <p:nvPr/>
        </p:nvSpPr>
        <p:spPr>
          <a:xfrm>
            <a:off x="4142232" y="478231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120</a:t>
            </a:r>
          </a:p>
        </p:txBody>
      </p:sp>
      <p:sp>
        <p:nvSpPr>
          <p:cNvPr id="47" name="Rectangle 46"/>
          <p:cNvSpPr/>
          <p:nvPr/>
        </p:nvSpPr>
        <p:spPr>
          <a:xfrm>
            <a:off x="5129784" y="4782312"/>
            <a:ext cx="914400" cy="603504"/>
          </a:xfrm>
          <a:prstGeom prst="rect">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8" name="TextBox 47"/>
          <p:cNvSpPr txBox="1"/>
          <p:nvPr/>
        </p:nvSpPr>
        <p:spPr>
          <a:xfrm>
            <a:off x="5129784" y="482803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1E7A46"/>
                </a:solidFill>
                <a:effectLst/>
                <a:uLnTx/>
                <a:uFillTx/>
                <a:latin typeface="Lato"/>
                <a:ea typeface="+mn-ea"/>
                <a:cs typeface="+mn-cs"/>
              </a:rPr>
              <a:t>125</a:t>
            </a:r>
          </a:p>
        </p:txBody>
      </p:sp>
      <p:sp>
        <p:nvSpPr>
          <p:cNvPr id="49" name="TextBox 48"/>
          <p:cNvSpPr txBox="1"/>
          <p:nvPr/>
        </p:nvSpPr>
        <p:spPr>
          <a:xfrm>
            <a:off x="5129784" y="512978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1E7A46"/>
                </a:solidFill>
                <a:effectLst/>
                <a:uLnTx/>
                <a:uFillTx/>
                <a:latin typeface="Lato"/>
                <a:ea typeface="+mn-ea"/>
                <a:cs typeface="+mn-cs"/>
              </a:rPr>
              <a:t>+5 vs. budget</a:t>
            </a:r>
          </a:p>
        </p:txBody>
      </p:sp>
      <p:sp>
        <p:nvSpPr>
          <p:cNvPr id="50" name="TextBox 49"/>
          <p:cNvSpPr txBox="1"/>
          <p:nvPr/>
        </p:nvSpPr>
        <p:spPr>
          <a:xfrm>
            <a:off x="626364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51" name="TextBox 50"/>
          <p:cNvSpPr txBox="1"/>
          <p:nvPr/>
        </p:nvSpPr>
        <p:spPr>
          <a:xfrm>
            <a:off x="990295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52" name="TextBox 51"/>
          <p:cNvSpPr txBox="1"/>
          <p:nvPr/>
        </p:nvSpPr>
        <p:spPr>
          <a:xfrm>
            <a:off x="1075334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53" name="Connector 52"/>
          <p:cNvCxnSpPr/>
          <p:nvPr/>
        </p:nvCxnSpPr>
        <p:spPr>
          <a:xfrm>
            <a:off x="626364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263640" y="2670048"/>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6364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56" name="Chart 55"/>
          <p:cNvGraphicFramePr>
            <a:graphicFrameLocks noGrp="1"/>
          </p:cNvGraphicFramePr>
          <p:nvPr/>
        </p:nvGraphicFramePr>
        <p:xfrm>
          <a:off x="6263640" y="1865376"/>
          <a:ext cx="3520440" cy="822960"/>
        </p:xfrm>
        <a:graphic>
          <a:graphicData uri="http://schemas.openxmlformats.org/drawingml/2006/chart">
            <c:chart xmlns:c="http://schemas.openxmlformats.org/drawingml/2006/chart" xmlns:r="http://schemas.openxmlformats.org/officeDocument/2006/relationships" r:id="rId5"/>
          </a:graphicData>
        </a:graphic>
      </p:graphicFrame>
      <p:sp>
        <p:nvSpPr>
          <p:cNvPr id="57" name="TextBox 56"/>
          <p:cNvSpPr txBox="1"/>
          <p:nvPr/>
        </p:nvSpPr>
        <p:spPr>
          <a:xfrm>
            <a:off x="670255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58" name="Rectangle 57"/>
          <p:cNvSpPr/>
          <p:nvPr/>
        </p:nvSpPr>
        <p:spPr>
          <a:xfrm>
            <a:off x="990295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9" name="TextBox 58"/>
          <p:cNvSpPr txBox="1"/>
          <p:nvPr/>
        </p:nvSpPr>
        <p:spPr>
          <a:xfrm>
            <a:off x="990295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2,582</a:t>
            </a:r>
          </a:p>
        </p:txBody>
      </p:sp>
      <p:sp>
        <p:nvSpPr>
          <p:cNvPr id="60" name="Rectangle 59"/>
          <p:cNvSpPr/>
          <p:nvPr/>
        </p:nvSpPr>
        <p:spPr>
          <a:xfrm>
            <a:off x="1089050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TextBox 60"/>
          <p:cNvSpPr txBox="1"/>
          <p:nvPr/>
        </p:nvSpPr>
        <p:spPr>
          <a:xfrm>
            <a:off x="1089050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2,473</a:t>
            </a:r>
          </a:p>
        </p:txBody>
      </p:sp>
      <p:sp>
        <p:nvSpPr>
          <p:cNvPr id="62" name="TextBox 61"/>
          <p:cNvSpPr txBox="1"/>
          <p:nvPr/>
        </p:nvSpPr>
        <p:spPr>
          <a:xfrm>
            <a:off x="1089050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−109 vs. budget</a:t>
            </a:r>
          </a:p>
        </p:txBody>
      </p:sp>
      <p:cxnSp>
        <p:nvCxnSpPr>
          <p:cNvPr id="63" name="Connector 62"/>
          <p:cNvCxnSpPr/>
          <p:nvPr/>
        </p:nvCxnSpPr>
        <p:spPr>
          <a:xfrm>
            <a:off x="6263640" y="373989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63640" y="2752344"/>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65" name="Chart 64"/>
          <p:cNvGraphicFramePr>
            <a:graphicFrameLocks noGrp="1"/>
          </p:cNvGraphicFramePr>
          <p:nvPr/>
        </p:nvGraphicFramePr>
        <p:xfrm>
          <a:off x="6263640" y="2935224"/>
          <a:ext cx="3520440" cy="822960"/>
        </p:xfrm>
        <a:graphic>
          <a:graphicData uri="http://schemas.openxmlformats.org/drawingml/2006/chart">
            <c:chart xmlns:c="http://schemas.openxmlformats.org/drawingml/2006/chart" xmlns:r="http://schemas.openxmlformats.org/officeDocument/2006/relationships" r:id="rId6"/>
          </a:graphicData>
        </a:graphic>
      </p:graphicFrame>
      <p:sp>
        <p:nvSpPr>
          <p:cNvPr id="66" name="TextBox 65"/>
          <p:cNvSpPr txBox="1"/>
          <p:nvPr/>
        </p:nvSpPr>
        <p:spPr>
          <a:xfrm>
            <a:off x="6702552" y="2971800"/>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+10% CAGR FY22–26</a:t>
            </a:r>
          </a:p>
        </p:txBody>
      </p:sp>
      <p:sp>
        <p:nvSpPr>
          <p:cNvPr id="67" name="Rectangle 66"/>
          <p:cNvSpPr/>
          <p:nvPr/>
        </p:nvSpPr>
        <p:spPr>
          <a:xfrm>
            <a:off x="9902952" y="3008376"/>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TextBox 67"/>
          <p:cNvSpPr txBox="1"/>
          <p:nvPr/>
        </p:nvSpPr>
        <p:spPr>
          <a:xfrm>
            <a:off x="9902952" y="3008376"/>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2,469</a:t>
            </a:r>
          </a:p>
        </p:txBody>
      </p:sp>
      <p:sp>
        <p:nvSpPr>
          <p:cNvPr id="69" name="Rectangle 68"/>
          <p:cNvSpPr/>
          <p:nvPr/>
        </p:nvSpPr>
        <p:spPr>
          <a:xfrm>
            <a:off x="10890504" y="3008376"/>
            <a:ext cx="914400" cy="603504"/>
          </a:xfrm>
          <a:prstGeom prst="rect">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0" name="TextBox 69"/>
          <p:cNvSpPr txBox="1"/>
          <p:nvPr/>
        </p:nvSpPr>
        <p:spPr>
          <a:xfrm>
            <a:off x="10890504" y="3054096"/>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1E7A46"/>
                </a:solidFill>
                <a:effectLst/>
                <a:uLnTx/>
                <a:uFillTx/>
                <a:latin typeface="Lato"/>
                <a:ea typeface="+mn-ea"/>
                <a:cs typeface="+mn-cs"/>
              </a:rPr>
              <a:t>2,353</a:t>
            </a:r>
          </a:p>
        </p:txBody>
      </p:sp>
      <p:sp>
        <p:nvSpPr>
          <p:cNvPr id="71" name="TextBox 70"/>
          <p:cNvSpPr txBox="1"/>
          <p:nvPr/>
        </p:nvSpPr>
        <p:spPr>
          <a:xfrm>
            <a:off x="10890504" y="3355848"/>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1E7A46"/>
                </a:solidFill>
                <a:effectLst/>
                <a:uLnTx/>
                <a:uFillTx/>
                <a:latin typeface="Lato"/>
                <a:ea typeface="+mn-ea"/>
                <a:cs typeface="+mn-cs"/>
              </a:rPr>
              <a:t>−116 vs. budget</a:t>
            </a:r>
          </a:p>
        </p:txBody>
      </p:sp>
      <p:cxnSp>
        <p:nvCxnSpPr>
          <p:cNvPr id="72" name="Connector 71"/>
          <p:cNvCxnSpPr/>
          <p:nvPr/>
        </p:nvCxnSpPr>
        <p:spPr>
          <a:xfrm>
            <a:off x="6263640" y="480974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263640" y="382219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74" name="Chart 73"/>
          <p:cNvGraphicFramePr>
            <a:graphicFrameLocks noGrp="1"/>
          </p:cNvGraphicFramePr>
          <p:nvPr/>
        </p:nvGraphicFramePr>
        <p:xfrm>
          <a:off x="6263640" y="4005072"/>
          <a:ext cx="3520440" cy="822960"/>
        </p:xfrm>
        <a:graphic>
          <a:graphicData uri="http://schemas.openxmlformats.org/drawingml/2006/chart">
            <c:chart xmlns:c="http://schemas.openxmlformats.org/drawingml/2006/chart" xmlns:r="http://schemas.openxmlformats.org/officeDocument/2006/relationships" r:id="rId7"/>
          </a:graphicData>
        </a:graphic>
      </p:graphicFrame>
      <p:sp>
        <p:nvSpPr>
          <p:cNvPr id="75" name="Rectangle 74"/>
          <p:cNvSpPr/>
          <p:nvPr/>
        </p:nvSpPr>
        <p:spPr>
          <a:xfrm>
            <a:off x="9902952" y="407822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6" name="TextBox 75"/>
          <p:cNvSpPr txBox="1"/>
          <p:nvPr/>
        </p:nvSpPr>
        <p:spPr>
          <a:xfrm>
            <a:off x="9902952" y="407822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112</a:t>
            </a:r>
          </a:p>
        </p:txBody>
      </p:sp>
      <p:sp>
        <p:nvSpPr>
          <p:cNvPr id="77" name="Rectangle 76"/>
          <p:cNvSpPr/>
          <p:nvPr/>
        </p:nvSpPr>
        <p:spPr>
          <a:xfrm>
            <a:off x="10890504" y="4078224"/>
            <a:ext cx="914400" cy="603504"/>
          </a:xfrm>
          <a:prstGeom prst="rect">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8" name="TextBox 77"/>
          <p:cNvSpPr txBox="1"/>
          <p:nvPr/>
        </p:nvSpPr>
        <p:spPr>
          <a:xfrm>
            <a:off x="10890504" y="412394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1E7A46"/>
                </a:solidFill>
                <a:effectLst/>
                <a:uLnTx/>
                <a:uFillTx/>
                <a:latin typeface="Lato"/>
                <a:ea typeface="+mn-ea"/>
                <a:cs typeface="+mn-cs"/>
              </a:rPr>
              <a:t>120</a:t>
            </a:r>
          </a:p>
        </p:txBody>
      </p:sp>
      <p:sp>
        <p:nvSpPr>
          <p:cNvPr id="79" name="TextBox 78"/>
          <p:cNvSpPr txBox="1"/>
          <p:nvPr/>
        </p:nvSpPr>
        <p:spPr>
          <a:xfrm>
            <a:off x="10890504" y="442569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1E7A46"/>
                </a:solidFill>
                <a:effectLst/>
                <a:uLnTx/>
                <a:uFillTx/>
                <a:latin typeface="Lato"/>
                <a:ea typeface="+mn-ea"/>
                <a:cs typeface="+mn-cs"/>
              </a:rPr>
              <a:t>+8 vs. budget</a:t>
            </a:r>
          </a:p>
        </p:txBody>
      </p:sp>
      <p:cxnSp>
        <p:nvCxnSpPr>
          <p:cNvPr id="80" name="Connector 79"/>
          <p:cNvCxnSpPr/>
          <p:nvPr/>
        </p:nvCxnSpPr>
        <p:spPr>
          <a:xfrm>
            <a:off x="626364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263640" y="489204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82" name="Chart 81"/>
          <p:cNvGraphicFramePr>
            <a:graphicFrameLocks noGrp="1"/>
          </p:cNvGraphicFramePr>
          <p:nvPr/>
        </p:nvGraphicFramePr>
        <p:xfrm>
          <a:off x="6263640" y="5074920"/>
          <a:ext cx="3520440" cy="822960"/>
        </p:xfrm>
        <a:graphic>
          <a:graphicData uri="http://schemas.openxmlformats.org/drawingml/2006/chart">
            <c:chart xmlns:c="http://schemas.openxmlformats.org/drawingml/2006/chart" xmlns:r="http://schemas.openxmlformats.org/officeDocument/2006/relationships" r:id="rId8"/>
          </a:graphicData>
        </a:graphic>
      </p:graphicFrame>
      <p:sp>
        <p:nvSpPr>
          <p:cNvPr id="83" name="Rectangle 82"/>
          <p:cNvSpPr/>
          <p:nvPr/>
        </p:nvSpPr>
        <p:spPr>
          <a:xfrm>
            <a:off x="9902952" y="514807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4" name="TextBox 83"/>
          <p:cNvSpPr txBox="1"/>
          <p:nvPr/>
        </p:nvSpPr>
        <p:spPr>
          <a:xfrm>
            <a:off x="9902952" y="514807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4.4%</a:t>
            </a:r>
          </a:p>
        </p:txBody>
      </p:sp>
      <p:sp>
        <p:nvSpPr>
          <p:cNvPr id="85" name="Rectangle 84"/>
          <p:cNvSpPr/>
          <p:nvPr/>
        </p:nvSpPr>
        <p:spPr>
          <a:xfrm>
            <a:off x="10890504" y="5148072"/>
            <a:ext cx="914400" cy="603504"/>
          </a:xfrm>
          <a:prstGeom prst="rect">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6" name="TextBox 85"/>
          <p:cNvSpPr txBox="1"/>
          <p:nvPr/>
        </p:nvSpPr>
        <p:spPr>
          <a:xfrm>
            <a:off x="10890504" y="519379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1E7A46"/>
                </a:solidFill>
                <a:effectLst/>
                <a:uLnTx/>
                <a:uFillTx/>
                <a:latin typeface="Lato"/>
                <a:ea typeface="+mn-ea"/>
                <a:cs typeface="+mn-cs"/>
              </a:rPr>
              <a:t>4.9%</a:t>
            </a:r>
          </a:p>
        </p:txBody>
      </p:sp>
      <p:sp>
        <p:nvSpPr>
          <p:cNvPr id="87" name="TextBox 86"/>
          <p:cNvSpPr txBox="1"/>
          <p:nvPr/>
        </p:nvSpPr>
        <p:spPr>
          <a:xfrm>
            <a:off x="10890504" y="549554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1E7A46"/>
                </a:solidFill>
                <a:effectLst/>
                <a:uLnTx/>
                <a:uFillTx/>
                <a:latin typeface="Lato"/>
                <a:ea typeface="+mn-ea"/>
                <a:cs typeface="+mn-cs"/>
              </a:rPr>
              <a:t>+0.5 pt vs. budget</a:t>
            </a:r>
          </a:p>
        </p:txBody>
      </p:sp>
      <p:sp>
        <p:nvSpPr>
          <p:cNvPr id="88" name="TextBox 87"/>
          <p:cNvSpPr txBox="1"/>
          <p:nvPr/>
        </p:nvSpPr>
        <p:spPr>
          <a:xfrm>
            <a:off x="502920" y="5961888"/>
            <a:ext cx="11155680" cy="38404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reflects unaudited results. Sparklines show FY22–FY26 with FY26 unaudited as the final point; CAGR is compounded from FY22 to FY26. Tiles: green = favorable vs. FY26 budget, red = unfavorable. † Research Awards FY26 is a preliminary estimate. Same metric definitions and sources as the 20-year view.</a:t>
            </a:r>
          </a:p>
        </p:txBody>
      </p:sp>
      <p:pic>
        <p:nvPicPr>
          <p:cNvPr id="89" name="NU mark (footer)" descr="logo_N_black.png"/>
          <p:cNvPicPr>
            <a:picLocks noChangeAspect="1"/>
          </p:cNvPicPr>
          <p:nvPr/>
        </p:nvPicPr>
        <p:blipFill>
          <a:blip r:embed="rId9"/>
          <a:stretch>
            <a:fillRect/>
          </a:stretch>
        </p:blipFill>
        <p:spPr>
          <a:xfrm>
            <a:off x="11497750" y="6487668"/>
            <a:ext cx="236745" cy="1828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502920" y="507693"/>
            <a:ext cx="11155680" cy="64633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1A1A"/>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1F497D"/>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1F497D"/>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sp>
        <p:nvSpPr>
          <p:cNvPr id="28" name="TextBox 27"/>
          <p:cNvSpPr txBox="1"/>
          <p:nvPr/>
        </p:nvSpPr>
        <p:spPr>
          <a:xfrm>
            <a:off x="457200" y="6446520"/>
            <a:ext cx="36576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8A8D8F"/>
                </a:solidFill>
                <a:effectLst/>
                <a:uLnTx/>
                <a:uFillTx/>
                <a:latin typeface="Lato"/>
                <a:ea typeface="+mn-ea"/>
                <a:cs typeface="+mn-cs"/>
              </a:rPr>
              <a:t>NORTHEASTERN UNIVERSITY  |  FINANCIAL AFFAIRS COMMITTEE</a:t>
            </a:r>
          </a:p>
        </p:txBody>
      </p:sp>
      <p:sp>
        <p:nvSpPr>
          <p:cNvPr id="29" name="TextBox 28"/>
          <p:cNvSpPr txBox="1"/>
          <p:nvPr/>
        </p:nvSpPr>
        <p:spPr>
          <a:xfrm>
            <a:off x="11551615" y="6446520"/>
            <a:ext cx="457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6B6B70"/>
                </a:solidFill>
                <a:effectLst/>
                <a:uLnTx/>
                <a:uFillTx/>
                <a:latin typeface="Lato"/>
                <a:ea typeface="+mn-ea"/>
                <a:cs typeface="+mn-cs"/>
              </a:rPr>
              <a:t>5</a:t>
            </a:r>
          </a:p>
        </p:txBody>
      </p:sp>
      <p:cxnSp>
        <p:nvCxnSpPr>
          <p:cNvPr id="30" name="Connector 29"/>
          <p:cNvCxnSpPr/>
          <p:nvPr/>
        </p:nvCxnSpPr>
        <p:spPr>
          <a:xfrm>
            <a:off x="9052560" y="740664"/>
            <a:ext cx="365760" cy="0"/>
          </a:xfrm>
          <a:prstGeom prst="line">
            <a:avLst/>
          </a:prstGeom>
          <a:ln w="31750">
            <a:solidFill>
              <a:srgbClr val="1F4E96"/>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1F4E96"/>
                </a:solidFill>
                <a:effectLst/>
                <a:uLnTx/>
                <a:uFillTx/>
                <a:latin typeface="Lato"/>
                <a:ea typeface="+mn-ea"/>
                <a:cs typeface="+mn-cs"/>
              </a:rPr>
              <a:t>Moody's “A” rated peer median (FY25)</a:t>
            </a:r>
          </a:p>
        </p:txBody>
      </p:sp>
      <p:sp>
        <p:nvSpPr>
          <p:cNvPr id="32" name="TextBox 31"/>
          <p:cNvSpPr txBox="1"/>
          <p:nvPr/>
        </p:nvSpPr>
        <p:spPr>
          <a:xfrm>
            <a:off x="502920" y="6080760"/>
            <a:ext cx="10881360" cy="32918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00" b="0" i="1" u="none" strike="noStrike" kern="1200" cap="none" spc="0" normalizeH="0" baseline="0" noProof="0">
                <a:ln>
                  <a:noFill/>
                </a:ln>
                <a:solidFill>
                  <a:srgbClr val="6B6B70"/>
                </a:solidFill>
                <a:effectLst/>
                <a:uLnTx/>
                <a:uFillTx/>
                <a:latin typeface="Lato"/>
                <a:ea typeface="+mn-ea"/>
                <a:cs typeface="+mn-cs"/>
              </a:rPr>
              <a:t>Moody's “A” (single-A, blue) and “Aa” (double-A, green)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 green).</a:t>
            </a:r>
          </a:p>
        </p:txBody>
      </p:sp>
      <p:cxnSp>
        <p:nvCxnSpPr>
          <p:cNvPr id="33" name="Connector 32"/>
          <p:cNvCxnSpPr/>
          <p:nvPr/>
        </p:nvCxnSpPr>
        <p:spPr>
          <a:xfrm>
            <a:off x="9052560" y="960120"/>
            <a:ext cx="365760" cy="0"/>
          </a:xfrm>
          <a:prstGeom prst="line">
            <a:avLst/>
          </a:prstGeom>
          <a:ln w="28575">
            <a:solidFill>
              <a:srgbClr val="1E7A46"/>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1E7A46"/>
                </a:solidFill>
                <a:effectLst/>
                <a:uLnTx/>
                <a:uFillTx/>
                <a:latin typeface="Lato"/>
                <a:ea typeface="+mn-ea"/>
                <a:cs typeface="+mn-cs"/>
              </a:rPr>
              <a:t>Moody's “Aa” rated peer median (FY25)</a:t>
            </a:r>
          </a:p>
        </p:txBody>
      </p:sp>
      <p:pic>
        <p:nvPicPr>
          <p:cNvPr id="35" name="NU mark (footer)" descr="logo_N_black.png"/>
          <p:cNvPicPr>
            <a:picLocks noChangeAspect="1"/>
          </p:cNvPicPr>
          <p:nvPr/>
        </p:nvPicPr>
        <p:blipFill>
          <a:blip r:embed="rId4"/>
          <a:stretch>
            <a:fillRect/>
          </a:stretch>
        </p:blipFill>
        <p:spPr>
          <a:xfrm>
            <a:off x="11497750" y="6487668"/>
            <a:ext cx="236745" cy="1828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502920" y="548640"/>
            <a:ext cx="11247120" cy="384048"/>
          </a:xfrm>
          <a:prstGeom prst="rect">
            <a:avLst/>
          </a:prstGeom>
          <a:noFill/>
        </p:spPr>
        <p:txBody>
          <a:bodyPr wrap="non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1A1A1A"/>
                </a:solidFill>
                <a:effectLst/>
                <a:uLnTx/>
                <a:uFillTx/>
                <a:latin typeface="Lato"/>
                <a:ea typeface="+mn-ea"/>
                <a:cs typeface="+mn-cs"/>
              </a:rPr>
              <a:t>11.5%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50292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sp>
        <p:nvSpPr>
          <p:cNvPr id="112" name="TextBox 111"/>
          <p:cNvSpPr txBox="1"/>
          <p:nvPr/>
        </p:nvSpPr>
        <p:spPr>
          <a:xfrm>
            <a:off x="255262" y="6407916"/>
            <a:ext cx="10881360" cy="32918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00" b="0" i="1" u="none" strike="noStrike" kern="1200" cap="none" spc="0" normalizeH="0" baseline="0" noProof="0" dirty="0">
                <a:ln>
                  <a:noFill/>
                </a:ln>
                <a:solidFill>
                  <a:srgbClr val="6B6B70"/>
                </a:solidFill>
                <a:effectLst/>
                <a:uLnTx/>
                <a:uFillTx/>
                <a:latin typeface="Lato"/>
                <a:ea typeface="+mn-ea"/>
                <a:cs typeface="+mn-cs"/>
              </a:rPr>
              <a:t>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113" name="TextBox 112"/>
          <p:cNvSpPr txBox="1"/>
          <p:nvPr/>
        </p:nvSpPr>
        <p:spPr>
          <a:xfrm>
            <a:off x="11551615" y="6446520"/>
            <a:ext cx="457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6B6B70"/>
                </a:solidFill>
                <a:effectLst/>
                <a:uLnTx/>
                <a:uFillTx/>
                <a:latin typeface="Lato"/>
                <a:ea typeface="+mn-ea"/>
                <a:cs typeface="+mn-cs"/>
              </a:rPr>
              <a:t>6</a:t>
            </a: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2"/>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70C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70C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70C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70C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70C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70C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70C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5B4FCF"/>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1F4E96"/>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1F4E96"/>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1E7A46"/>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1E7A46"/>
                </a:solidFill>
                <a:effectLst/>
                <a:uLnTx/>
                <a:uFillTx/>
                <a:latin typeface="Lato"/>
                <a:ea typeface="+mn-ea"/>
                <a:cs typeface="+mn-cs"/>
              </a:rPr>
              <a:t>Moody's “Aa” rated peer median (FY25)</a:t>
            </a:r>
          </a:p>
        </p:txBody>
      </p:sp>
      <p:pic>
        <p:nvPicPr>
          <p:cNvPr id="148" name="NU mark (footer)" descr="logo_N_black.png"/>
          <p:cNvPicPr>
            <a:picLocks noChangeAspect="1"/>
          </p:cNvPicPr>
          <p:nvPr/>
        </p:nvPicPr>
        <p:blipFill>
          <a:blip r:embed="rId3"/>
          <a:stretch>
            <a:fillRect/>
          </a:stretch>
        </p:blipFill>
        <p:spPr>
          <a:xfrm>
            <a:off x="11497750" y="6487668"/>
            <a:ext cx="236745" cy="1828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0149840" cy="692497"/>
          </a:xfrm>
          <a:prstGeom prst="rect">
            <a:avLst/>
          </a:prstGeom>
          <a:noFill/>
        </p:spPr>
        <p:txBody>
          <a:bodyPr wrap="square" lIns="0" tIns="0" rIns="0" bIns="0" anchor="t">
            <a:sp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CC"/>
                </a:solidFill>
                <a:latin typeface="Lato"/>
              </a:rPr>
              <a:t>S</a:t>
            </a:r>
            <a:r>
              <a:rPr sz="2000" i="1" dirty="0">
                <a:solidFill>
                  <a:srgbClr val="0000CC"/>
                </a:solidFill>
                <a:latin typeface="Lato"/>
              </a:rPr>
              <a:t>till 320bp below FY18</a:t>
            </a:r>
          </a:p>
        </p:txBody>
      </p:sp>
      <p:sp>
        <p:nvSpPr>
          <p:cNvPr id="3" name="TextBox 2"/>
          <p:cNvSpPr txBox="1"/>
          <p:nvPr/>
        </p:nvSpPr>
        <p:spPr>
          <a:xfrm>
            <a:off x="54864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4" name="TextBox 13"/>
          <p:cNvSpPr txBox="1"/>
          <p:nvPr/>
        </p:nvSpPr>
        <p:spPr>
          <a:xfrm>
            <a:off x="548640" y="6291072"/>
            <a:ext cx="10149840" cy="347472"/>
          </a:xfrm>
          <a:prstGeom prst="rect">
            <a:avLst/>
          </a:prstGeom>
          <a:noFill/>
        </p:spPr>
        <p:txBody>
          <a:bodyPr wrap="square" lIns="0" tIns="0" rIns="0" bIns="0" anchor="t">
            <a:spAutoFit/>
          </a:bodyPr>
          <a:lstStyle/>
          <a:p>
            <a:pPr algn="l">
              <a:lnSpc>
                <a:spcPct val="100000"/>
              </a:lnSpc>
            </a:pPr>
            <a:r>
              <a:rPr sz="850" b="0" dirty="0">
                <a:solidFill>
                  <a:srgbClr val="9B9C9E"/>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pic>
        <p:nvPicPr>
          <p:cNvPr id="15" name="Picture 14" descr="mark_k.png"/>
          <p:cNvPicPr>
            <a:picLocks noChangeAspect="1"/>
          </p:cNvPicPr>
          <p:nvPr/>
        </p:nvPicPr>
        <p:blipFill>
          <a:blip r:embed="rId4"/>
          <a:stretch>
            <a:fillRect/>
          </a:stretch>
        </p:blipFill>
        <p:spPr>
          <a:xfrm>
            <a:off x="11141964" y="6022467"/>
            <a:ext cx="836676" cy="648081"/>
          </a:xfrm>
          <a:prstGeom prst="rect">
            <a:avLst/>
          </a:prstGeom>
        </p:spPr>
      </p:pic>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PageNumber"/>
          <p:cNvSpPr txBox="1"/>
          <p:nvPr/>
        </p:nvSpPr>
        <p:spPr>
          <a:xfrm>
            <a:off x="10700000" y="6420000"/>
            <a:ext cx="300000" cy="280000"/>
          </a:xfrm>
          <a:prstGeom prst="rect">
            <a:avLst/>
          </a:prstGeom>
          <a:noFill/>
        </p:spPr>
        <p:txBody>
          <a:bodyPr wrap="none" lIns="0" tIns="0" rIns="0" bIns="0" anchor="b">
            <a:spAutoFit/>
          </a:bodyPr>
          <a:lstStyle/>
          <a:p>
            <a:pPr algn="r"/>
            <a:r>
              <a:rPr sz="1000" b="0">
                <a:solidFill>
                  <a:srgbClr val="9B9C9E"/>
                </a:solidFill>
                <a:latin typeface="Lato"/>
              </a:rPr>
              <a:t>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0149840" cy="868680"/>
          </a:xfrm>
          <a:prstGeom prst="rect">
            <a:avLst/>
          </a:prstGeom>
          <a:noFill/>
        </p:spPr>
        <p:txBody>
          <a:bodyPr wrap="square" lIns="0" tIns="0" rIns="0" bIns="0">
            <a:spAutoFit/>
          </a:bodyPr>
          <a:lstStyle/>
          <a:p>
            <a:pPr algn="l"/>
            <a:r>
              <a:rPr sz="2500" b="1">
                <a:solidFill>
                  <a:srgbClr val="000000"/>
                </a:solidFill>
                <a:latin typeface="Lato"/>
              </a:rPr>
              <a:t>Above both Moody’s medians through FY20 — below the A-category median every year since FY21</a:t>
            </a:r>
          </a:p>
        </p:txBody>
      </p:sp>
      <p:sp>
        <p:nvSpPr>
          <p:cNvPr id="3" name="TextBox 2"/>
          <p:cNvSpPr txBox="1"/>
          <p:nvPr/>
        </p:nvSpPr>
        <p:spPr>
          <a:xfrm>
            <a:off x="54864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1E2028"/>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4" name="TextBox 13"/>
          <p:cNvSpPr txBox="1"/>
          <p:nvPr/>
        </p:nvSpPr>
        <p:spPr>
          <a:xfrm>
            <a:off x="548640" y="6020000"/>
            <a:ext cx="10149840" cy="720000"/>
          </a:xfrm>
          <a:prstGeom prst="rect">
            <a:avLst/>
          </a:prstGeom>
          <a:noFill/>
        </p:spPr>
        <p:txBody>
          <a:bodyPr wrap="square" lIns="0" tIns="0" rIns="0" bIns="0">
            <a:spAutoFit/>
          </a:bodyPr>
          <a:lstStyle/>
          <a:p>
            <a:pPr algn="l"/>
            <a:r>
              <a:rPr sz="850" b="0" dirty="0">
                <a:solidFill>
                  <a:srgbClr val="9B9C9E"/>
                </a:solidFill>
                <a:latin typeface="Lato"/>
              </a:rPr>
              <a:t>Source: "</a:t>
            </a:r>
            <a:r>
              <a:rPr sz="850" b="0" dirty="0" err="1">
                <a:solidFill>
                  <a:srgbClr val="9B9C9E"/>
                </a:solidFill>
                <a:latin typeface="Lato"/>
              </a:rPr>
              <a:t>SoA</a:t>
            </a:r>
            <a:r>
              <a:rPr sz="850" b="0" dirty="0">
                <a:solidFill>
                  <a:srgbClr val="9B9C9E"/>
                </a:solidFill>
                <a:latin typeface="Lato"/>
              </a:rPr>
              <a:t> FY16-FY26 - UNRESTRICTED OPERATING.xlsx" — operating result (row 43), depreciation (row 25) and interest (row 26) over total operating revenues and other support (row 18). FY16 and FY17 are excluded: those EFRs carry no natural-class expense disclosure. FY26 is preliminary and unaudited, from the 9/24/26 FAC draft.  Medians: Moody’s private-university medians — FY21–FY25 from the 24 June 2026 report (comprehensive n=61, broad A n=70); FY18–FY20 from the 26 April 2021 report (n=46 and n=86), where the metric is captioned "operating cash flow margin" and defined identically. The cohorts were re-drawn between the two reports, so the FY20-to-FY21 step is partly a change of sample. No FY26 median is published. Northeastern is rated A1.</a:t>
            </a:r>
          </a:p>
        </p:txBody>
      </p:sp>
      <p:pic>
        <p:nvPicPr>
          <p:cNvPr id="15" name="Picture 14" descr="image.png"/>
          <p:cNvPicPr>
            <a:picLocks noChangeAspect="1"/>
          </p:cNvPicPr>
          <p:nvPr/>
        </p:nvPicPr>
        <p:blipFill>
          <a:blip r:embed="rId3"/>
          <a:stretch>
            <a:fillRect/>
          </a:stretch>
        </p:blipFill>
        <p:spPr>
          <a:xfrm>
            <a:off x="11141964" y="6022467"/>
            <a:ext cx="836676" cy="648081"/>
          </a:xfrm>
          <a:prstGeom prst="rect">
            <a:avLst/>
          </a:prstGeom>
        </p:spPr>
      </p:pic>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PageNumber"/>
          <p:cNvSpPr txBox="1"/>
          <p:nvPr/>
        </p:nvSpPr>
        <p:spPr>
          <a:xfrm>
            <a:off x="10700000" y="6420000"/>
            <a:ext cx="300000" cy="280000"/>
          </a:xfrm>
          <a:prstGeom prst="rect">
            <a:avLst/>
          </a:prstGeom>
          <a:noFill/>
        </p:spPr>
        <p:txBody>
          <a:bodyPr wrap="none" lIns="0" tIns="0" rIns="0" bIns="0" anchor="b">
            <a:spAutoFit/>
          </a:bodyPr>
          <a:lstStyle/>
          <a:p>
            <a:pPr algn="r"/>
            <a:r>
              <a:rPr sz="1000">
                <a:solidFill>
                  <a:srgbClr val="9B9C9E"/>
                </a:solidFill>
                <a:latin typeface="Lato"/>
              </a:rPr>
              <a:t>8</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37744"/>
            <a:ext cx="10149840" cy="307777"/>
          </a:xfrm>
          <a:prstGeom prst="rect">
            <a:avLst/>
          </a:prstGeom>
          <a:noFill/>
        </p:spPr>
        <p:txBody>
          <a:bodyPr wrap="square" lIns="0" tIns="0" rIns="0" bIns="0">
            <a:sp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694008" y="5432880"/>
            <a:ext cx="10800000" cy="492443"/>
          </a:xfrm>
          <a:prstGeom prst="rect">
            <a:avLst/>
          </a:prstGeom>
          <a:solidFill>
            <a:srgbClr val="C00000"/>
          </a:solidFill>
          <a:ln>
            <a:solidFill>
              <a:schemeClr val="bg1"/>
            </a:solidFill>
          </a:ln>
        </p:spPr>
        <p:txBody>
          <a:bodyPr wrap="square" lIns="0" tIns="0" rIns="0" bIns="0">
            <a:spAutoFit/>
          </a:bodyPr>
          <a:lstStyle/>
          <a:p>
            <a:pPr algn="ctr"/>
            <a:r>
              <a:rPr sz="1600" b="1" dirty="0">
                <a:latin typeface="Lato"/>
              </a:rPr>
              <a:t>Northeastern sits at 9.5% against a peer median of 9.8%, Moody’s comprehensive median of 10.3% and the broad A median of 11.5% — the A cohort being the one that matches </a:t>
            </a:r>
            <a:r>
              <a:rPr sz="1600" b="1" dirty="0" err="1">
                <a:latin typeface="Lato"/>
              </a:rPr>
              <a:t>Northeastern’s</a:t>
            </a:r>
            <a:r>
              <a:rPr sz="1600" b="1" dirty="0">
                <a:latin typeface="Lato"/>
              </a:rPr>
              <a:t> own A1 rating.</a:t>
            </a:r>
          </a:p>
        </p:txBody>
      </p:sp>
      <p:sp>
        <p:nvSpPr>
          <p:cNvPr id="7" name="TextBox 13"/>
          <p:cNvSpPr txBox="1"/>
          <p:nvPr/>
        </p:nvSpPr>
        <p:spPr>
          <a:xfrm>
            <a:off x="66040" y="6239095"/>
            <a:ext cx="10149840" cy="600000"/>
          </a:xfrm>
          <a:prstGeom prst="rect">
            <a:avLst/>
          </a:prstGeom>
          <a:noFill/>
        </p:spPr>
        <p:txBody>
          <a:bodyPr wrap="square" lIns="0" tIns="0" rIns="0" bIns="0">
            <a:spAutoFit/>
          </a:bodyPr>
          <a:lstStyle/>
          <a:p>
            <a:pPr algn="l"/>
            <a:r>
              <a:rPr sz="850" b="0" dirty="0">
                <a:solidFill>
                  <a:srgbClr val="9B9C9E"/>
                </a:solidFill>
                <a:latin typeface="Lato"/>
              </a:rPr>
              <a:t>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pic>
        <p:nvPicPr>
          <p:cNvPr id="8" name="Picture 7" descr="image.png"/>
          <p:cNvPicPr>
            <a:picLocks noChangeAspect="1"/>
          </p:cNvPicPr>
          <p:nvPr/>
        </p:nvPicPr>
        <p:blipFill>
          <a:blip r:embed="rId3"/>
          <a:stretch>
            <a:fillRect/>
          </a:stretch>
        </p:blipFill>
        <p:spPr>
          <a:xfrm>
            <a:off x="11141964" y="6022467"/>
            <a:ext cx="836676" cy="648081"/>
          </a:xfrm>
          <a:prstGeom prst="rect">
            <a:avLst/>
          </a:prstGeom>
        </p:spPr>
      </p:pic>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0" name="PageNumber"/>
          <p:cNvSpPr txBox="1"/>
          <p:nvPr/>
        </p:nvSpPr>
        <p:spPr>
          <a:xfrm>
            <a:off x="10700000" y="6420000"/>
            <a:ext cx="300000" cy="280000"/>
          </a:xfrm>
          <a:prstGeom prst="rect">
            <a:avLst/>
          </a:prstGeom>
          <a:noFill/>
        </p:spPr>
        <p:txBody>
          <a:bodyPr wrap="none" lIns="0" tIns="0" rIns="0" bIns="0" anchor="b">
            <a:spAutoFit/>
          </a:bodyPr>
          <a:lstStyle/>
          <a:p>
            <a:pPr algn="r"/>
            <a:r>
              <a:rPr sz="1000">
                <a:solidFill>
                  <a:srgbClr val="9B9C9E"/>
                </a:solidFill>
                <a:latin typeface="Lato"/>
              </a:rPr>
              <a:t>9</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CC"/>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CC"/>
                </a:solidFill>
              </a:rPr>
              <a:t>Aaa</a:t>
            </a:r>
            <a:endParaRPr lang="en-US" sz="1400" b="1" i="1" dirty="0">
              <a:solidFill>
                <a:srgbClr val="0000CC"/>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CC"/>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CC"/>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CC"/>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CC"/>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CC"/>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CC"/>
                </a:solidFill>
              </a:rPr>
              <a:t>Baa1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rIns="0" t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rIns="0" t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rIns="0" t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rIns="0" tIns="0" bIns="0" anchor="t">
            <a:spAutoFit/>
          </a:bodyPr>
          <a:lstStyle/>
          <a:p>
            <a:pPr algn="l"/>
            <a:r>
              <a:rPr sz="1600" b="0" i="0">
                <a:solidFill>
                  <a:srgbClr val="595959"/>
                </a:solidFill>
                <a:latin typeface="Lato"/>
              </a:rPr>
              <a:t>September 30,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47120" cy="868680"/>
          </a:xfrm>
          <a:prstGeom prst="rect">
            <a:avLst/>
          </a:prstGeom>
          <a:noFill/>
        </p:spPr>
        <p:txBody>
          <a:bodyPr wrap="square" lIns="0" rIns="0" tIns="0" bIns="0" anchor="t">
            <a:spAutoFit/>
          </a:bodyPr>
          <a:lstStyle/>
          <a:p>
            <a:pPr algn="l"/>
            <a:r>
              <a:rPr sz="2600" b="1" i="0">
                <a:solidFill>
                  <a:srgbClr val="000000"/>
                </a:solidFill>
                <a:latin typeface="Lato"/>
              </a:rPr>
              <a:t>Three parts: the environment, where we stand, and what lies ahead</a:t>
            </a:r>
          </a:p>
        </p:txBody>
      </p:sp>
      <p:cxnSp>
        <p:nvCxnSpPr>
          <p:cNvPr id="3" name="Connector 2"/>
          <p:cNvCxnSpPr/>
          <p:nvPr/>
        </p:nvCxnSpPr>
        <p:spPr>
          <a:xfrm>
            <a:off x="457200" y="173736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965960"/>
            <a:ext cx="914400" cy="914400"/>
          </a:xfrm>
          <a:prstGeom prst="rect">
            <a:avLst/>
          </a:prstGeom>
          <a:noFill/>
        </p:spPr>
        <p:txBody>
          <a:bodyPr wrap="square" lIns="0" rIns="0" tIns="0" bIns="0" anchor="t">
            <a:spAutoFit/>
          </a:bodyPr>
          <a:lstStyle/>
          <a:p>
            <a:pPr algn="l"/>
            <a:r>
              <a:rPr sz="5400" b="1" i="0">
                <a:solidFill>
                  <a:srgbClr val="C8102E"/>
                </a:solidFill>
                <a:latin typeface="Lato"/>
              </a:rPr>
              <a:t>1</a:t>
            </a:r>
          </a:p>
        </p:txBody>
      </p:sp>
      <p:sp>
        <p:nvSpPr>
          <p:cNvPr id="5" name="TextBox 4"/>
          <p:cNvSpPr txBox="1"/>
          <p:nvPr/>
        </p:nvSpPr>
        <p:spPr>
          <a:xfrm>
            <a:off x="1645920" y="2011679"/>
            <a:ext cx="3840480" cy="731520"/>
          </a:xfrm>
          <a:prstGeom prst="rect">
            <a:avLst/>
          </a:prstGeom>
          <a:noFill/>
        </p:spPr>
        <p:txBody>
          <a:bodyPr wrap="square" lIns="0" rIns="0" t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2057400"/>
            <a:ext cx="6035040" cy="822960"/>
          </a:xfrm>
          <a:prstGeom prst="rect">
            <a:avLst/>
          </a:prstGeom>
          <a:noFill/>
        </p:spPr>
        <p:txBody>
          <a:bodyPr wrap="square" lIns="0" rIns="0" tIns="0" bIns="0" anchor="t">
            <a:spAutoFit/>
          </a:bodyPr>
          <a:lstStyle/>
          <a:p>
            <a:pPr algn="l"/>
            <a:r>
              <a:rPr sz="1500" b="0" i="0">
                <a:solidFill>
                  <a:srgbClr val="000000"/>
                </a:solidFill>
                <a:latin typeface="Lato"/>
              </a:rPr>
              <a:t>Pressures converging on higher education, what the headlines say, and how peers are responding</a:t>
            </a:r>
          </a:p>
        </p:txBody>
      </p:sp>
      <p:cxnSp>
        <p:nvCxnSpPr>
          <p:cNvPr id="7" name="Connector 6"/>
          <p:cNvCxnSpPr/>
          <p:nvPr/>
        </p:nvCxnSpPr>
        <p:spPr>
          <a:xfrm>
            <a:off x="457200" y="310896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337560"/>
            <a:ext cx="914400" cy="914400"/>
          </a:xfrm>
          <a:prstGeom prst="rect">
            <a:avLst/>
          </a:prstGeom>
          <a:noFill/>
        </p:spPr>
        <p:txBody>
          <a:bodyPr wrap="square" lIns="0" rIns="0" tIns="0" bIns="0" anchor="t">
            <a:spAutoFit/>
          </a:bodyPr>
          <a:lstStyle/>
          <a:p>
            <a:pPr algn="l"/>
            <a:r>
              <a:rPr sz="5400" b="1" i="0">
                <a:solidFill>
                  <a:srgbClr val="C8102E"/>
                </a:solidFill>
                <a:latin typeface="Lato"/>
              </a:rPr>
              <a:t>2</a:t>
            </a:r>
          </a:p>
        </p:txBody>
      </p:sp>
      <p:sp>
        <p:nvSpPr>
          <p:cNvPr id="9" name="TextBox 8"/>
          <p:cNvSpPr txBox="1"/>
          <p:nvPr/>
        </p:nvSpPr>
        <p:spPr>
          <a:xfrm>
            <a:off x="1645920" y="3383279"/>
            <a:ext cx="3840480" cy="731520"/>
          </a:xfrm>
          <a:prstGeom prst="rect">
            <a:avLst/>
          </a:prstGeom>
          <a:noFill/>
        </p:spPr>
        <p:txBody>
          <a:bodyPr wrap="square" lIns="0" rIns="0" t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429000"/>
            <a:ext cx="6035040" cy="822960"/>
          </a:xfrm>
          <a:prstGeom prst="rect">
            <a:avLst/>
          </a:prstGeom>
          <a:noFill/>
        </p:spPr>
        <p:txBody>
          <a:bodyPr wrap="square" lIns="0" rIns="0" t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48056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709160"/>
            <a:ext cx="914400" cy="914400"/>
          </a:xfrm>
          <a:prstGeom prst="rect">
            <a:avLst/>
          </a:prstGeom>
          <a:noFill/>
        </p:spPr>
        <p:txBody>
          <a:bodyPr wrap="square" lIns="0" rIns="0" tIns="0" bIns="0" anchor="t">
            <a:spAutoFit/>
          </a:bodyPr>
          <a:lstStyle/>
          <a:p>
            <a:pPr algn="l"/>
            <a:r>
              <a:rPr sz="5400" b="1" i="0">
                <a:solidFill>
                  <a:srgbClr val="C8102E"/>
                </a:solidFill>
                <a:latin typeface="Lato"/>
              </a:rPr>
              <a:t>3</a:t>
            </a:r>
          </a:p>
        </p:txBody>
      </p:sp>
      <p:sp>
        <p:nvSpPr>
          <p:cNvPr id="13" name="TextBox 12"/>
          <p:cNvSpPr txBox="1"/>
          <p:nvPr/>
        </p:nvSpPr>
        <p:spPr>
          <a:xfrm>
            <a:off x="1645920" y="4754880"/>
            <a:ext cx="3840480" cy="731520"/>
          </a:xfrm>
          <a:prstGeom prst="rect">
            <a:avLst/>
          </a:prstGeom>
          <a:noFill/>
        </p:spPr>
        <p:txBody>
          <a:bodyPr wrap="square" lIns="0" rIns="0" t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800600"/>
            <a:ext cx="6035040" cy="822960"/>
          </a:xfrm>
          <a:prstGeom prst="rect">
            <a:avLst/>
          </a:prstGeom>
          <a:noFill/>
        </p:spPr>
        <p:txBody>
          <a:bodyPr wrap="square" lIns="0" rIns="0" t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5216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
            </a:r>
          </a:p>
        </p:txBody>
      </p:sp>
      <p:sp>
        <p:nvSpPr>
          <p:cNvPr id="17" name="TextBox 16"/>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Pressures on higher education, and how peers are responding</a:t>
            </a:r>
          </a:p>
        </p:txBody>
      </p:sp>
      <p:sp>
        <p:nvSpPr>
          <p:cNvPr id="5" name="TextBox 4"/>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
            </a:r>
          </a:p>
        </p:txBody>
      </p:sp>
      <p:sp>
        <p:nvSpPr>
          <p:cNvPr id="6" name="TextBox 5"/>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Research momentum, enrollment, staffing and financial performance</a:t>
            </a:r>
          </a:p>
        </p:txBody>
      </p:sp>
      <p:sp>
        <p:nvSpPr>
          <p:cNvPr id="5" name="TextBox 4"/>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
            </a:r>
          </a:p>
        </p:txBody>
      </p:sp>
      <p:sp>
        <p:nvSpPr>
          <p:cNvPr id="6" name="TextBox 5"/>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What to watch, and where Legal is likely to be engaged</a:t>
            </a:r>
          </a:p>
        </p:txBody>
      </p:sp>
      <p:sp>
        <p:nvSpPr>
          <p:cNvPr id="5" name="TextBox 4"/>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
            </a:r>
          </a:p>
        </p:txBody>
      </p:sp>
      <p:sp>
        <p:nvSpPr>
          <p:cNvPr id="6" name="TextBox 5"/>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82296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Backup</a:t>
            </a:r>
          </a:p>
        </p:txBody>
      </p:sp>
      <p:sp>
        <p:nvSpPr>
          <p:cNvPr id="4" name="TextBox 3"/>
          <p:cNvSpPr txBox="1"/>
          <p:nvPr/>
        </p:nvSpPr>
        <p:spPr>
          <a:xfrm>
            <a:off x="82296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Peer responses and R&amp;D detail</a:t>
            </a:r>
          </a:p>
        </p:txBody>
      </p:sp>
      <p:sp>
        <p:nvSpPr>
          <p:cNvPr id="5" name="TextBox 4"/>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
            </a:r>
          </a:p>
        </p:txBody>
      </p:sp>
      <p:sp>
        <p:nvSpPr>
          <p:cNvPr id="6" name="TextBox 5"/>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47120" cy="868680"/>
          </a:xfrm>
          <a:prstGeom prst="rect">
            <a:avLst/>
          </a:prstGeom>
          <a:noFill/>
        </p:spPr>
        <p:txBody>
          <a:bodyPr wrap="square" lIns="0" rIns="0" tIns="0" bIns="0" anchor="t">
            <a:spAutoFit/>
          </a:bodyPr>
          <a:lstStyle/>
          <a:p>
            <a:pPr algn="l"/>
            <a:r>
              <a:rPr sz="2600" b="1" i="0">
                <a:solidFill>
                  <a:srgbClr val="000000"/>
                </a:solidFill>
                <a:latin typeface="Lato"/>
              </a:rPr>
              <a:t>Six pressures are converging on higher education, and on Northeastern</a:t>
            </a:r>
          </a:p>
        </p:txBody>
      </p:sp>
      <p:sp>
        <p:nvSpPr>
          <p:cNvPr id="3" name="Rectangle 2"/>
          <p:cNvSpPr/>
          <p:nvPr/>
        </p:nvSpPr>
        <p:spPr>
          <a:xfrm>
            <a:off x="457200" y="1508760"/>
            <a:ext cx="3611880"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19"/>
            <a:ext cx="457200" cy="457200"/>
          </a:xfrm>
          <a:prstGeom prst="rect">
            <a:avLst/>
          </a:prstGeom>
          <a:noFill/>
        </p:spPr>
        <p:txBody>
          <a:bodyPr wrap="square" lIns="0" rIns="0" tIns="0" bIns="0" anchor="t">
            <a:spAutoFit/>
          </a:bodyPr>
          <a:lstStyle/>
          <a:p>
            <a:pPr algn="l"/>
            <a:r>
              <a:rPr sz="2600" b="1" i="0">
                <a:solidFill>
                  <a:srgbClr val="C8102E"/>
                </a:solidFill>
                <a:latin typeface="Lato"/>
              </a:rPr>
              <a:t>1</a:t>
            </a:r>
          </a:p>
        </p:txBody>
      </p:sp>
      <p:sp>
        <p:nvSpPr>
          <p:cNvPr id="5" name="TextBox 4"/>
          <p:cNvSpPr txBox="1"/>
          <p:nvPr/>
        </p:nvSpPr>
        <p:spPr>
          <a:xfrm>
            <a:off x="1051560" y="1709928"/>
            <a:ext cx="2880360" cy="365760"/>
          </a:xfrm>
          <a:prstGeom prst="rect">
            <a:avLst/>
          </a:prstGeom>
          <a:noFill/>
        </p:spPr>
        <p:txBody>
          <a:bodyPr wrap="square" lIns="0" rIns="0" t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240280"/>
            <a:ext cx="3246120" cy="132588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508760"/>
            <a:ext cx="3611880"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1416" y="1645919"/>
            <a:ext cx="457200" cy="457200"/>
          </a:xfrm>
          <a:prstGeom prst="rect">
            <a:avLst/>
          </a:prstGeom>
          <a:noFill/>
        </p:spPr>
        <p:txBody>
          <a:bodyPr wrap="square" lIns="0" rIns="0" tIns="0" bIns="0" anchor="t">
            <a:spAutoFit/>
          </a:bodyPr>
          <a:lstStyle/>
          <a:p>
            <a:pPr algn="l"/>
            <a:r>
              <a:rPr sz="2600" b="1" i="0">
                <a:solidFill>
                  <a:srgbClr val="C8102E"/>
                </a:solidFill>
                <a:latin typeface="Lato"/>
              </a:rPr>
              <a:t>2</a:t>
            </a:r>
          </a:p>
        </p:txBody>
      </p:sp>
      <p:sp>
        <p:nvSpPr>
          <p:cNvPr id="9" name="TextBox 8"/>
          <p:cNvSpPr txBox="1"/>
          <p:nvPr/>
        </p:nvSpPr>
        <p:spPr>
          <a:xfrm>
            <a:off x="4882896" y="1709928"/>
            <a:ext cx="2880360" cy="365760"/>
          </a:xfrm>
          <a:prstGeom prst="rect">
            <a:avLst/>
          </a:prstGeom>
          <a:noFill/>
        </p:spPr>
        <p:txBody>
          <a:bodyPr wrap="square" lIns="0" rIns="0" t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240280"/>
            <a:ext cx="3246120" cy="132588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508760"/>
            <a:ext cx="3611880"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645919"/>
            <a:ext cx="457200" cy="457200"/>
          </a:xfrm>
          <a:prstGeom prst="rect">
            <a:avLst/>
          </a:prstGeom>
          <a:noFill/>
        </p:spPr>
        <p:txBody>
          <a:bodyPr wrap="square" lIns="0" rIns="0" tIns="0" bIns="0" anchor="t">
            <a:spAutoFit/>
          </a:bodyPr>
          <a:lstStyle/>
          <a:p>
            <a:pPr algn="l"/>
            <a:r>
              <a:rPr sz="2600" b="1" i="0">
                <a:solidFill>
                  <a:srgbClr val="C8102E"/>
                </a:solidFill>
                <a:latin typeface="Lato"/>
              </a:rPr>
              <a:t>3</a:t>
            </a:r>
          </a:p>
        </p:txBody>
      </p:sp>
      <p:sp>
        <p:nvSpPr>
          <p:cNvPr id="13" name="TextBox 12"/>
          <p:cNvSpPr txBox="1"/>
          <p:nvPr/>
        </p:nvSpPr>
        <p:spPr>
          <a:xfrm>
            <a:off x="8714232" y="1709928"/>
            <a:ext cx="2880360" cy="365760"/>
          </a:xfrm>
          <a:prstGeom prst="rect">
            <a:avLst/>
          </a:prstGeom>
          <a:noFill/>
        </p:spPr>
        <p:txBody>
          <a:bodyPr wrap="square" lIns="0" rIns="0" t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240280"/>
            <a:ext cx="3246120" cy="132588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877056"/>
            <a:ext cx="3611880"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014216"/>
            <a:ext cx="457200" cy="457200"/>
          </a:xfrm>
          <a:prstGeom prst="rect">
            <a:avLst/>
          </a:prstGeom>
          <a:noFill/>
        </p:spPr>
        <p:txBody>
          <a:bodyPr wrap="square" lIns="0" rIns="0" tIns="0" bIns="0" anchor="t">
            <a:spAutoFit/>
          </a:bodyPr>
          <a:lstStyle/>
          <a:p>
            <a:pPr algn="l"/>
            <a:r>
              <a:rPr sz="2600" b="1" i="0">
                <a:solidFill>
                  <a:srgbClr val="C8102E"/>
                </a:solidFill>
                <a:latin typeface="Lato"/>
              </a:rPr>
              <a:t>4</a:t>
            </a:r>
          </a:p>
        </p:txBody>
      </p:sp>
      <p:sp>
        <p:nvSpPr>
          <p:cNvPr id="17" name="TextBox 16"/>
          <p:cNvSpPr txBox="1"/>
          <p:nvPr/>
        </p:nvSpPr>
        <p:spPr>
          <a:xfrm>
            <a:off x="1051560" y="4078224"/>
            <a:ext cx="2880360" cy="365760"/>
          </a:xfrm>
          <a:prstGeom prst="rect">
            <a:avLst/>
          </a:prstGeom>
          <a:noFill/>
        </p:spPr>
        <p:txBody>
          <a:bodyPr wrap="square" lIns="0" rIns="0" t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608576"/>
            <a:ext cx="3246120" cy="132588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877056"/>
            <a:ext cx="3611880"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1416" y="4014216"/>
            <a:ext cx="457200" cy="457200"/>
          </a:xfrm>
          <a:prstGeom prst="rect">
            <a:avLst/>
          </a:prstGeom>
          <a:noFill/>
        </p:spPr>
        <p:txBody>
          <a:bodyPr wrap="square" lIns="0" rIns="0" tIns="0" bIns="0" anchor="t">
            <a:spAutoFit/>
          </a:bodyPr>
          <a:lstStyle/>
          <a:p>
            <a:pPr algn="l"/>
            <a:r>
              <a:rPr sz="2600" b="1" i="0">
                <a:solidFill>
                  <a:srgbClr val="C8102E"/>
                </a:solidFill>
                <a:latin typeface="Lato"/>
              </a:rPr>
              <a:t>5</a:t>
            </a:r>
          </a:p>
        </p:txBody>
      </p:sp>
      <p:sp>
        <p:nvSpPr>
          <p:cNvPr id="21" name="TextBox 20"/>
          <p:cNvSpPr txBox="1"/>
          <p:nvPr/>
        </p:nvSpPr>
        <p:spPr>
          <a:xfrm>
            <a:off x="4882896" y="4078224"/>
            <a:ext cx="2880360" cy="365760"/>
          </a:xfrm>
          <a:prstGeom prst="rect">
            <a:avLst/>
          </a:prstGeom>
          <a:noFill/>
        </p:spPr>
        <p:txBody>
          <a:bodyPr wrap="square" lIns="0" rIns="0" t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608576"/>
            <a:ext cx="3246120" cy="132588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877056"/>
            <a:ext cx="3611880"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4014216"/>
            <a:ext cx="457200" cy="457200"/>
          </a:xfrm>
          <a:prstGeom prst="rect">
            <a:avLst/>
          </a:prstGeom>
          <a:noFill/>
        </p:spPr>
        <p:txBody>
          <a:bodyPr wrap="square" lIns="0" rIns="0" tIns="0" bIns="0" anchor="t">
            <a:spAutoFit/>
          </a:bodyPr>
          <a:lstStyle/>
          <a:p>
            <a:pPr algn="l"/>
            <a:r>
              <a:rPr sz="2600" b="1" i="0">
                <a:solidFill>
                  <a:srgbClr val="C8102E"/>
                </a:solidFill>
                <a:latin typeface="Lato"/>
              </a:rPr>
              <a:t>6</a:t>
            </a:r>
          </a:p>
        </p:txBody>
      </p:sp>
      <p:sp>
        <p:nvSpPr>
          <p:cNvPr id="25" name="TextBox 24"/>
          <p:cNvSpPr txBox="1"/>
          <p:nvPr/>
        </p:nvSpPr>
        <p:spPr>
          <a:xfrm>
            <a:off x="8714232" y="4078224"/>
            <a:ext cx="2880360" cy="365760"/>
          </a:xfrm>
          <a:prstGeom prst="rect">
            <a:avLst/>
          </a:prstGeom>
          <a:noFill/>
        </p:spPr>
        <p:txBody>
          <a:bodyPr wrap="square" lIns="0" rIns="0" t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608576"/>
            <a:ext cx="3246120" cy="132588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Source: Board of Trustees Retreat, September 24, 2026 (Landscape and Disruptors); peer actions from federal-response tracking in this deck</a:t>
            </a:r>
          </a:p>
        </p:txBody>
      </p:sp>
      <p:sp>
        <p:nvSpPr>
          <p:cNvPr id="28" name="TextBox 27"/>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47120" cy="868680"/>
          </a:xfrm>
          <a:prstGeom prst="rect">
            <a:avLst/>
          </a:prstGeom>
          <a:noFill/>
        </p:spPr>
        <p:txBody>
          <a:bodyPr wrap="square" lIns="0" rIns="0" tIns="0" bIns="0" anchor="t">
            <a:spAutoFit/>
          </a:bodyPr>
          <a:lstStyle/>
          <a:p>
            <a:pPr algn="l"/>
            <a:r>
              <a:rPr sz="2600" b="1" i="0">
                <a:solidFill>
                  <a:srgbClr val="000000"/>
                </a:solidFill>
                <a:latin typeface="Lato"/>
              </a:rPr>
              <a:t>The headlines: international enrollment is falling and campuses are cutting</a:t>
            </a:r>
          </a:p>
        </p:txBody>
      </p:sp>
      <p:sp>
        <p:nvSpPr>
          <p:cNvPr id="3" name="TextBox 2"/>
          <p:cNvSpPr txBox="1"/>
          <p:nvPr/>
        </p:nvSpPr>
        <p:spPr>
          <a:xfrm>
            <a:off x="457200" y="1207008"/>
            <a:ext cx="11247120" cy="274320"/>
          </a:xfrm>
          <a:prstGeom prst="rect">
            <a:avLst/>
          </a:prstGeom>
          <a:noFill/>
        </p:spPr>
        <p:txBody>
          <a:bodyPr wrap="square" lIns="0" rIns="0" tIns="0" bIns="0" anchor="t">
            <a:spAutoFit/>
          </a:bodyPr>
          <a:lstStyle/>
          <a:p>
            <a:pPr algn="l"/>
            <a:r>
              <a:rPr sz="1300" b="0" i="0">
                <a:solidFill>
                  <a:srgbClr val="595959"/>
                </a:solidFill>
                <a:latin typeface="Lato"/>
              </a:rPr>
              <a:t>Recent coverage, June–August 2026</a:t>
            </a:r>
          </a:p>
        </p:txBody>
      </p:sp>
      <p:sp>
        <p:nvSpPr>
          <p:cNvPr id="4" name="Rectangle 3"/>
          <p:cNvSpPr/>
          <p:nvPr/>
        </p:nvSpPr>
        <p:spPr>
          <a:xfrm>
            <a:off x="457200" y="164592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75564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6" name="Connector 5"/>
          <p:cNvCxnSpPr/>
          <p:nvPr/>
        </p:nvCxnSpPr>
        <p:spPr>
          <a:xfrm>
            <a:off x="594360" y="217627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249424"/>
            <a:ext cx="2377440" cy="228600"/>
          </a:xfrm>
          <a:prstGeom prst="rect">
            <a:avLst/>
          </a:prstGeom>
          <a:noFill/>
        </p:spPr>
        <p:txBody>
          <a:bodyPr wrap="square" lIns="0" rIns="0" tIns="0" bIns="0" anchor="t">
            <a:spAutoFit/>
          </a:bodyPr>
          <a:lstStyle/>
          <a:p>
            <a:pPr algn="ctr"/>
            <a:r>
              <a:rPr sz="800" b="1" i="0">
                <a:solidFill>
                  <a:srgbClr val="C8102E"/>
                </a:solidFill>
                <a:latin typeface="Lato"/>
              </a:rPr>
              <a:t>MAY 12, 2026</a:t>
            </a:r>
          </a:p>
        </p:txBody>
      </p:sp>
      <p:sp>
        <p:nvSpPr>
          <p:cNvPr id="8" name="TextBox 7"/>
          <p:cNvSpPr txBox="1"/>
          <p:nvPr/>
        </p:nvSpPr>
        <p:spPr>
          <a:xfrm>
            <a:off x="594360" y="2542032"/>
            <a:ext cx="2377440" cy="1051560"/>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sp>
        <p:nvSpPr>
          <p:cNvPr id="9" name="Rectangle 8"/>
          <p:cNvSpPr/>
          <p:nvPr/>
        </p:nvSpPr>
        <p:spPr>
          <a:xfrm>
            <a:off x="3331159" y="164592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68319" y="175564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11" name="Connector 10"/>
          <p:cNvCxnSpPr/>
          <p:nvPr/>
        </p:nvCxnSpPr>
        <p:spPr>
          <a:xfrm>
            <a:off x="3468319" y="217627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68319" y="2249424"/>
            <a:ext cx="2377440" cy="228600"/>
          </a:xfrm>
          <a:prstGeom prst="rect">
            <a:avLst/>
          </a:prstGeom>
          <a:noFill/>
        </p:spPr>
        <p:txBody>
          <a:bodyPr wrap="square" lIns="0" rIns="0" tIns="0" bIns="0" anchor="t">
            <a:spAutoFit/>
          </a:bodyPr>
          <a:lstStyle/>
          <a:p>
            <a:pPr algn="ctr"/>
            <a:r>
              <a:rPr sz="800" b="1" i="0">
                <a:solidFill>
                  <a:srgbClr val="C8102E"/>
                </a:solidFill>
                <a:latin typeface="Lato"/>
              </a:rPr>
              <a:t>JULY 31, 2026</a:t>
            </a:r>
          </a:p>
        </p:txBody>
      </p:sp>
      <p:sp>
        <p:nvSpPr>
          <p:cNvPr id="13" name="TextBox 12"/>
          <p:cNvSpPr txBox="1"/>
          <p:nvPr/>
        </p:nvSpPr>
        <p:spPr>
          <a:xfrm>
            <a:off x="3468319" y="2542032"/>
            <a:ext cx="2377440" cy="1051560"/>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sp>
        <p:nvSpPr>
          <p:cNvPr id="14" name="Rectangle 13"/>
          <p:cNvSpPr/>
          <p:nvPr/>
        </p:nvSpPr>
        <p:spPr>
          <a:xfrm>
            <a:off x="6205118" y="164592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2278" y="175564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San Francisco Chronicle</a:t>
            </a:r>
          </a:p>
        </p:txBody>
      </p:sp>
      <p:cxnSp>
        <p:nvCxnSpPr>
          <p:cNvPr id="16" name="Connector 15"/>
          <p:cNvCxnSpPr/>
          <p:nvPr/>
        </p:nvCxnSpPr>
        <p:spPr>
          <a:xfrm>
            <a:off x="6342278" y="217627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42278" y="2249424"/>
            <a:ext cx="2377440" cy="228600"/>
          </a:xfrm>
          <a:prstGeom prst="rect">
            <a:avLst/>
          </a:prstGeom>
          <a:noFill/>
        </p:spPr>
        <p:txBody>
          <a:bodyPr wrap="square" lIns="0" rIns="0" tIns="0" bIns="0" anchor="t">
            <a:spAutoFit/>
          </a:bodyPr>
          <a:lstStyle/>
          <a:p>
            <a:pPr algn="ctr"/>
            <a:r>
              <a:rPr sz="800" b="1" i="0">
                <a:solidFill>
                  <a:srgbClr val="C8102E"/>
                </a:solidFill>
                <a:latin typeface="Lato"/>
              </a:rPr>
              <a:t>JULY 2026</a:t>
            </a:r>
          </a:p>
        </p:txBody>
      </p:sp>
      <p:sp>
        <p:nvSpPr>
          <p:cNvPr id="18" name="TextBox 17"/>
          <p:cNvSpPr txBox="1"/>
          <p:nvPr/>
        </p:nvSpPr>
        <p:spPr>
          <a:xfrm>
            <a:off x="6342278" y="2542032"/>
            <a:ext cx="2377440" cy="1051560"/>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sp>
        <p:nvSpPr>
          <p:cNvPr id="19" name="Rectangle 18"/>
          <p:cNvSpPr/>
          <p:nvPr/>
        </p:nvSpPr>
        <p:spPr>
          <a:xfrm>
            <a:off x="9079077" y="164592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237" y="175564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1" name="Connector 20"/>
          <p:cNvCxnSpPr/>
          <p:nvPr/>
        </p:nvCxnSpPr>
        <p:spPr>
          <a:xfrm>
            <a:off x="9216237" y="217627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216237" y="224942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24, 2026</a:t>
            </a:r>
          </a:p>
        </p:txBody>
      </p:sp>
      <p:sp>
        <p:nvSpPr>
          <p:cNvPr id="23" name="TextBox 22"/>
          <p:cNvSpPr txBox="1"/>
          <p:nvPr/>
        </p:nvSpPr>
        <p:spPr>
          <a:xfrm>
            <a:off x="9216237" y="2542032"/>
            <a:ext cx="2377440" cy="1051560"/>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sp>
        <p:nvSpPr>
          <p:cNvPr id="24" name="Rectangle 23"/>
          <p:cNvSpPr/>
          <p:nvPr/>
        </p:nvSpPr>
        <p:spPr>
          <a:xfrm>
            <a:off x="457200" y="384048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95020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6" name="Connector 25"/>
          <p:cNvCxnSpPr/>
          <p:nvPr/>
        </p:nvCxnSpPr>
        <p:spPr>
          <a:xfrm>
            <a:off x="594360" y="437083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94360" y="444398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6, 2026</a:t>
            </a:r>
          </a:p>
        </p:txBody>
      </p:sp>
      <p:sp>
        <p:nvSpPr>
          <p:cNvPr id="28" name="TextBox 27"/>
          <p:cNvSpPr txBox="1"/>
          <p:nvPr/>
        </p:nvSpPr>
        <p:spPr>
          <a:xfrm>
            <a:off x="594360" y="4736592"/>
            <a:ext cx="2377440" cy="1051560"/>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sp>
        <p:nvSpPr>
          <p:cNvPr id="29" name="Rectangle 28"/>
          <p:cNvSpPr/>
          <p:nvPr/>
        </p:nvSpPr>
        <p:spPr>
          <a:xfrm>
            <a:off x="3331159" y="384048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68319" y="395020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Washington Post</a:t>
            </a:r>
          </a:p>
        </p:txBody>
      </p:sp>
      <p:cxnSp>
        <p:nvCxnSpPr>
          <p:cNvPr id="31" name="Connector 30"/>
          <p:cNvCxnSpPr/>
          <p:nvPr/>
        </p:nvCxnSpPr>
        <p:spPr>
          <a:xfrm>
            <a:off x="3468319" y="437083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468319" y="4443984"/>
            <a:ext cx="2377440" cy="228600"/>
          </a:xfrm>
          <a:prstGeom prst="rect">
            <a:avLst/>
          </a:prstGeom>
          <a:noFill/>
        </p:spPr>
        <p:txBody>
          <a:bodyPr wrap="square" lIns="0" rIns="0" tIns="0" bIns="0" anchor="t">
            <a:spAutoFit/>
          </a:bodyPr>
          <a:lstStyle/>
          <a:p>
            <a:pPr algn="ctr"/>
            <a:r>
              <a:rPr sz="800" b="1" i="0">
                <a:solidFill>
                  <a:srgbClr val="C8102E"/>
                </a:solidFill>
                <a:latin typeface="Lato"/>
              </a:rPr>
              <a:t>JUNE 29, 2026</a:t>
            </a:r>
          </a:p>
        </p:txBody>
      </p:sp>
      <p:sp>
        <p:nvSpPr>
          <p:cNvPr id="33" name="TextBox 32"/>
          <p:cNvSpPr txBox="1"/>
          <p:nvPr/>
        </p:nvSpPr>
        <p:spPr>
          <a:xfrm>
            <a:off x="3468319" y="4736592"/>
            <a:ext cx="2377440" cy="1051560"/>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sp>
        <p:nvSpPr>
          <p:cNvPr id="34" name="Rectangle 33"/>
          <p:cNvSpPr/>
          <p:nvPr/>
        </p:nvSpPr>
        <p:spPr>
          <a:xfrm>
            <a:off x="6205118" y="384048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2278" y="395020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CNBC</a:t>
            </a:r>
          </a:p>
        </p:txBody>
      </p:sp>
      <p:cxnSp>
        <p:nvCxnSpPr>
          <p:cNvPr id="36" name="Connector 35"/>
          <p:cNvCxnSpPr/>
          <p:nvPr/>
        </p:nvCxnSpPr>
        <p:spPr>
          <a:xfrm>
            <a:off x="6342278" y="437083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42278" y="444398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21, 2026</a:t>
            </a:r>
          </a:p>
        </p:txBody>
      </p:sp>
      <p:sp>
        <p:nvSpPr>
          <p:cNvPr id="38" name="TextBox 37"/>
          <p:cNvSpPr txBox="1"/>
          <p:nvPr/>
        </p:nvSpPr>
        <p:spPr>
          <a:xfrm>
            <a:off x="6342278" y="4736592"/>
            <a:ext cx="2377440" cy="1051560"/>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sp>
        <p:nvSpPr>
          <p:cNvPr id="39" name="Rectangle 38"/>
          <p:cNvSpPr/>
          <p:nvPr/>
        </p:nvSpPr>
        <p:spPr>
          <a:xfrm>
            <a:off x="9079077" y="3840480"/>
            <a:ext cx="2651760" cy="201168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16237" y="395020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The Christian Science Monitor</a:t>
            </a:r>
          </a:p>
        </p:txBody>
      </p:sp>
      <p:cxnSp>
        <p:nvCxnSpPr>
          <p:cNvPr id="41" name="Connector 40"/>
          <p:cNvCxnSpPr/>
          <p:nvPr/>
        </p:nvCxnSpPr>
        <p:spPr>
          <a:xfrm>
            <a:off x="9216237" y="437083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9216237" y="444398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13, 2026</a:t>
            </a:r>
          </a:p>
        </p:txBody>
      </p:sp>
      <p:sp>
        <p:nvSpPr>
          <p:cNvPr id="43" name="TextBox 42"/>
          <p:cNvSpPr txBox="1"/>
          <p:nvPr/>
        </p:nvSpPr>
        <p:spPr>
          <a:xfrm>
            <a:off x="9216237" y="4736592"/>
            <a:ext cx="2377440" cy="1051560"/>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sp>
        <p:nvSpPr>
          <p:cNvPr id="44" name="TextBox 43"/>
          <p:cNvSpPr txBox="1"/>
          <p:nvPr/>
        </p:nvSpPr>
        <p:spPr>
          <a:xfrm>
            <a:off x="457200" y="5989320"/>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45" name="TextBox 44"/>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Source: headlines as published by each outlet; NAFSA/JB International analysis as reported by Inside Higher Ed, August 2026</a:t>
            </a:r>
          </a:p>
        </p:txBody>
      </p:sp>
      <p:sp>
        <p:nvSpPr>
          <p:cNvPr id="46" name="TextBox 45"/>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47120" cy="868680"/>
          </a:xfrm>
          <a:prstGeom prst="rect">
            <a:avLst/>
          </a:prstGeom>
          <a:noFill/>
        </p:spPr>
        <p:txBody>
          <a:bodyPr wrap="square" lIns="0" rIns="0" tIns="0" bIns="0" anchor="t">
            <a:spAutoFit/>
          </a:bodyPr>
          <a:lstStyle/>
          <a:p>
            <a:pPr algn="l"/>
            <a:r>
              <a:rPr sz="2600" b="1" i="0">
                <a:solidFill>
                  <a:srgbClr val="000000"/>
                </a:solidFill>
                <a:latin typeface="Lato"/>
              </a:rPr>
              <a:t>Challenges ahead: margin, enrollment mix and federal exposure, and where Legal comes in</a:t>
            </a:r>
          </a:p>
        </p:txBody>
      </p:sp>
      <p:sp>
        <p:nvSpPr>
          <p:cNvPr id="3" name="TextBox 2"/>
          <p:cNvSpPr txBox="1"/>
          <p:nvPr/>
        </p:nvSpPr>
        <p:spPr>
          <a:xfrm>
            <a:off x="457200" y="1417320"/>
            <a:ext cx="2103120" cy="274320"/>
          </a:xfrm>
          <a:prstGeom prst="rect">
            <a:avLst/>
          </a:prstGeom>
          <a:noFill/>
        </p:spPr>
        <p:txBody>
          <a:bodyPr wrap="square" lIns="0" rIns="0" tIns="0" bIns="0" anchor="t">
            <a:spAutoFit/>
          </a:bodyPr>
          <a:lstStyle/>
          <a:p>
            <a:pPr algn="l"/>
            <a:r>
              <a:rPr sz="1200" b="1" i="0">
                <a:solidFill>
                  <a:srgbClr val="C8102E"/>
                </a:solidFill>
                <a:latin typeface="Lato"/>
              </a:rPr>
              <a:t>Challenge</a:t>
            </a:r>
          </a:p>
        </p:txBody>
      </p:sp>
      <p:sp>
        <p:nvSpPr>
          <p:cNvPr id="4" name="TextBox 3"/>
          <p:cNvSpPr txBox="1"/>
          <p:nvPr/>
        </p:nvSpPr>
        <p:spPr>
          <a:xfrm>
            <a:off x="2697480" y="1417320"/>
            <a:ext cx="4572000" cy="274320"/>
          </a:xfrm>
          <a:prstGeom prst="rect">
            <a:avLst/>
          </a:prstGeom>
          <a:noFill/>
        </p:spPr>
        <p:txBody>
          <a:bodyPr wrap="square" lIns="0" rIns="0" t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417320"/>
            <a:ext cx="4325112" cy="274320"/>
          </a:xfrm>
          <a:prstGeom prst="rect">
            <a:avLst/>
          </a:prstGeom>
          <a:noFill/>
        </p:spPr>
        <p:txBody>
          <a:bodyPr wrap="square" lIns="0" rIns="0" t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73736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901952"/>
            <a:ext cx="2103120" cy="731520"/>
          </a:xfrm>
          <a:prstGeom prst="rect">
            <a:avLst/>
          </a:prstGeom>
          <a:noFill/>
        </p:spPr>
        <p:txBody>
          <a:bodyPr wrap="square" lIns="0" rIns="0" t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901952"/>
            <a:ext cx="4480560" cy="777240"/>
          </a:xfrm>
          <a:prstGeom prst="rect">
            <a:avLst/>
          </a:prstGeom>
          <a:noFill/>
        </p:spPr>
        <p:txBody>
          <a:bodyPr wrap="square" lIns="0" rIns="0" tIns="0" bIns="0" anchor="t">
            <a:spAutoFit/>
          </a:bodyPr>
          <a:lstStyle/>
          <a:p>
            <a:pPr algn="l"/>
            <a:r>
              <a:rPr sz="1200" b="0" i="0">
                <a:solidFill>
                  <a:srgbClr val="000000"/>
                </a:solidFill>
                <a:latin typeface="Lato"/>
              </a:rPr>
              <a:t>Operating margin recovered to 4.0% in FY26 from 1.1% in FY25, still 320 bp below FY18. FY25 EBIDA margin of 9.5% sits below the 11.5% A-category median.</a:t>
            </a:r>
          </a:p>
        </p:txBody>
      </p:sp>
      <p:sp>
        <p:nvSpPr>
          <p:cNvPr id="9" name="TextBox 8"/>
          <p:cNvSpPr txBox="1"/>
          <p:nvPr/>
        </p:nvSpPr>
        <p:spPr>
          <a:xfrm>
            <a:off x="7406640" y="1901952"/>
            <a:ext cx="4297680" cy="777240"/>
          </a:xfrm>
          <a:prstGeom prst="rect">
            <a:avLst/>
          </a:prstGeom>
          <a:noFill/>
        </p:spPr>
        <p:txBody>
          <a:bodyPr wrap="square" lIns="0" rIns="0" t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7919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70632"/>
            <a:ext cx="2103120" cy="731520"/>
          </a:xfrm>
          <a:prstGeom prst="rect">
            <a:avLst/>
          </a:prstGeom>
          <a:noFill/>
        </p:spPr>
        <p:txBody>
          <a:bodyPr wrap="square" lIns="0" rIns="0" t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70632"/>
            <a:ext cx="4480560" cy="777240"/>
          </a:xfrm>
          <a:prstGeom prst="rect">
            <a:avLst/>
          </a:prstGeom>
          <a:noFill/>
        </p:spPr>
        <p:txBody>
          <a:bodyPr wrap="square" lIns="0" rIns="0" tIns="0" bIns="0" anchor="t">
            <a:spAutoFit/>
          </a:bodyPr>
          <a:lstStyle/>
          <a:p>
            <a:pPr algn="l"/>
            <a:r>
              <a:rPr sz="1200" b="0" i="0">
                <a:solidFill>
                  <a:srgbClr val="000000"/>
                </a:solidFill>
                <a:latin typeface="Lato"/>
              </a:rPr>
              <a:t>Degree-seeking enrollment down 7.2% FY25–FY27 (low scenario); professional graduate down 22.8%. Net tuition up only 0.4% as discounting rises.</a:t>
            </a:r>
          </a:p>
        </p:txBody>
      </p:sp>
      <p:sp>
        <p:nvSpPr>
          <p:cNvPr id="13" name="TextBox 12"/>
          <p:cNvSpPr txBox="1"/>
          <p:nvPr/>
        </p:nvSpPr>
        <p:spPr>
          <a:xfrm>
            <a:off x="7406640" y="2770632"/>
            <a:ext cx="4297680" cy="777240"/>
          </a:xfrm>
          <a:prstGeom prst="rect">
            <a:avLst/>
          </a:prstGeom>
          <a:noFill/>
        </p:spPr>
        <p:txBody>
          <a:bodyPr wrap="square" lIns="0" rIns="0" t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4787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39312"/>
            <a:ext cx="2103120" cy="731520"/>
          </a:xfrm>
          <a:prstGeom prst="rect">
            <a:avLst/>
          </a:prstGeom>
          <a:noFill/>
        </p:spPr>
        <p:txBody>
          <a:bodyPr wrap="square" lIns="0" rIns="0" t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39312"/>
            <a:ext cx="4480560" cy="777240"/>
          </a:xfrm>
          <a:prstGeom prst="rect">
            <a:avLst/>
          </a:prstGeom>
          <a:noFill/>
        </p:spPr>
        <p:txBody>
          <a:bodyPr wrap="square" lIns="0" rIns="0" tIns="0" bIns="0" anchor="t">
            <a:spAutoFit/>
          </a:bodyPr>
          <a:lstStyle/>
          <a:p>
            <a:pPr algn="l"/>
            <a:r>
              <a:rPr sz="1200" b="0" i="0">
                <a:solidFill>
                  <a:srgbClr val="000000"/>
                </a:solidFill>
                <a:latin typeface="Lato"/>
              </a:rPr>
              <a:t>Research awards of $291M in FY26. Peers face funding cuts, executive orders and endowment taxation.</a:t>
            </a:r>
          </a:p>
        </p:txBody>
      </p:sp>
      <p:sp>
        <p:nvSpPr>
          <p:cNvPr id="17" name="TextBox 16"/>
          <p:cNvSpPr txBox="1"/>
          <p:nvPr/>
        </p:nvSpPr>
        <p:spPr>
          <a:xfrm>
            <a:off x="7406640" y="3639312"/>
            <a:ext cx="4297680" cy="777240"/>
          </a:xfrm>
          <a:prstGeom prst="rect">
            <a:avLst/>
          </a:prstGeom>
          <a:noFill/>
        </p:spPr>
        <p:txBody>
          <a:bodyPr wrap="square" lIns="0" rIns="0" t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1655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507992"/>
            <a:ext cx="2103120" cy="731520"/>
          </a:xfrm>
          <a:prstGeom prst="rect">
            <a:avLst/>
          </a:prstGeom>
          <a:noFill/>
        </p:spPr>
        <p:txBody>
          <a:bodyPr wrap="square" lIns="0" rIns="0" tIns="0" bIns="0" anchor="t">
            <a:spAutoFit/>
          </a:bodyPr>
          <a:lstStyle/>
          <a:p>
            <a:pPr algn="l"/>
            <a:r>
              <a:rPr sz="1400" b="1" i="0">
                <a:solidFill>
                  <a:srgbClr val="000000"/>
                </a:solidFill>
                <a:latin typeface="Lato"/>
              </a:rPr>
              <a:t>Cost base</a:t>
            </a:r>
          </a:p>
        </p:txBody>
      </p:sp>
      <p:sp>
        <p:nvSpPr>
          <p:cNvPr id="20" name="TextBox 19"/>
          <p:cNvSpPr txBox="1"/>
          <p:nvPr/>
        </p:nvSpPr>
        <p:spPr>
          <a:xfrm>
            <a:off x="2697480" y="4507992"/>
            <a:ext cx="4480560" cy="777240"/>
          </a:xfrm>
          <a:prstGeom prst="rect">
            <a:avLst/>
          </a:prstGeom>
          <a:noFill/>
        </p:spPr>
        <p:txBody>
          <a:bodyPr wrap="square" lIns="0" rIns="0" tIns="0" bIns="0" anchor="t">
            <a:spAutoFit/>
          </a:bodyPr>
          <a:lstStyle/>
          <a:p>
            <a:pPr algn="l"/>
            <a:r>
              <a:rPr sz="1200" b="0" i="0">
                <a:solidFill>
                  <a:srgbClr val="000000"/>
                </a:solidFill>
                <a:latin typeface="Lato"/>
              </a:rPr>
              <a:t>Full-time staff up 46% since FY20 to 4,179, down 312 in the past year. 92% of growth was internally funded.</a:t>
            </a:r>
          </a:p>
        </p:txBody>
      </p:sp>
      <p:sp>
        <p:nvSpPr>
          <p:cNvPr id="21" name="TextBox 20"/>
          <p:cNvSpPr txBox="1"/>
          <p:nvPr/>
        </p:nvSpPr>
        <p:spPr>
          <a:xfrm>
            <a:off x="7406640" y="4507992"/>
            <a:ext cx="4297680" cy="777240"/>
          </a:xfrm>
          <a:prstGeom prst="rect">
            <a:avLst/>
          </a:prstGeom>
          <a:noFill/>
        </p:spPr>
        <p:txBody>
          <a:bodyPr wrap="square" lIns="0" rIns="0" t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2852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76672"/>
            <a:ext cx="2103120" cy="731520"/>
          </a:xfrm>
          <a:prstGeom prst="rect">
            <a:avLst/>
          </a:prstGeom>
          <a:noFill/>
        </p:spPr>
        <p:txBody>
          <a:bodyPr wrap="square" lIns="0" rIns="0" t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76672"/>
            <a:ext cx="4480560" cy="777240"/>
          </a:xfrm>
          <a:prstGeom prst="rect">
            <a:avLst/>
          </a:prstGeom>
          <a:noFill/>
        </p:spPr>
        <p:txBody>
          <a:bodyPr wrap="square" lIns="0" rIns="0" t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76672"/>
            <a:ext cx="4297680" cy="777240"/>
          </a:xfrm>
          <a:prstGeom prst="rect">
            <a:avLst/>
          </a:prstGeom>
          <a:noFill/>
        </p:spPr>
        <p:txBody>
          <a:bodyPr wrap="square" lIns="0" rIns="0" t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5391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355080"/>
            <a:ext cx="8595360" cy="274320"/>
          </a:xfrm>
          <a:prstGeom prst="rect">
            <a:avLst/>
          </a:prstGeom>
          <a:noFill/>
        </p:spPr>
        <p:txBody>
          <a:bodyPr wrap="square" lIns="0" rIns="0" tIns="0" bIns="0" anchor="t">
            <a:spAutoFit/>
          </a:bodyPr>
          <a:lstStyle/>
          <a:p>
            <a:pPr algn="l"/>
            <a:r>
              <a:rPr sz="900" b="0" i="0">
                <a:solidFill>
                  <a:srgbClr val="595959"/>
                </a:solidFill>
                <a:latin typeface="Lato"/>
              </a:rPr>
              <a:t>Source: Northeastern Financial Affairs (FY26 unaudited), enrollment and staffing data supplied September 2026; GC engagement areas are proposed for discussion</a:t>
            </a:r>
          </a:p>
        </p:txBody>
      </p:sp>
      <p:sp>
        <p:nvSpPr>
          <p:cNvPr id="28" name="TextBox 27"/>
          <p:cNvSpPr txBox="1"/>
          <p:nvPr/>
        </p:nvSpPr>
        <p:spPr>
          <a:xfrm>
            <a:off x="9052560" y="6355080"/>
            <a:ext cx="2286000" cy="274320"/>
          </a:xfrm>
          <a:prstGeom prst="rect">
            <a:avLst/>
          </a:prstGeom>
          <a:noFill/>
        </p:spPr>
        <p:txBody>
          <a:bodyPr wrap="square" lIns="0" rIns="0" tIns="0" bIns="0" anchor="t">
            <a:spAutoFit/>
          </a:bodyPr>
          <a:lstStyle/>
          <a:p>
            <a:pPr algn="r"/>
            <a:r>
              <a:rPr sz="900" b="1" i="0">
                <a:solidFill>
                  <a:srgbClr val="000000"/>
                </a:solidFill>
                <a:latin typeface="Lato"/>
              </a:rPr>
              <a:t>Northeastern University</a:t>
            </a: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CFAE70"/>
      </a:dk1>
      <a:lt1>
        <a:srgbClr val="FFFFFF"/>
      </a:lt1>
      <a:dk2>
        <a:srgbClr val="FFFFFF"/>
      </a:dk2>
      <a:lt2>
        <a:srgbClr val="303332"/>
      </a:lt2>
      <a:accent1>
        <a:srgbClr val="303332"/>
      </a:accent1>
      <a:accent2>
        <a:srgbClr val="CFAE70"/>
      </a:accent2>
      <a:accent3>
        <a:srgbClr val="8AA08D"/>
      </a:accent3>
      <a:accent4>
        <a:srgbClr val="ADC9CD"/>
      </a:accent4>
      <a:accent5>
        <a:srgbClr val="F5B423"/>
      </a:accent5>
      <a:accent6>
        <a:srgbClr val="9A6C04"/>
      </a:accent6>
      <a:hlink>
        <a:srgbClr val="7FB2BE"/>
      </a:hlink>
      <a:folHlink>
        <a:srgbClr val="C7E0E6"/>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1_Office Theme">
  <a:themeElements>
    <a:clrScheme name="Update VC Template with Secondary">
      <a:dk1>
        <a:srgbClr val="CFAE70"/>
      </a:dk1>
      <a:lt1>
        <a:srgbClr val="FFFFFF"/>
      </a:lt1>
      <a:dk2>
        <a:srgbClr val="FFFFFF"/>
      </a:dk2>
      <a:lt2>
        <a:srgbClr val="303332"/>
      </a:lt2>
      <a:accent1>
        <a:srgbClr val="303332"/>
      </a:accent1>
      <a:accent2>
        <a:srgbClr val="CFAE70"/>
      </a:accent2>
      <a:accent3>
        <a:srgbClr val="8AA08D"/>
      </a:accent3>
      <a:accent4>
        <a:srgbClr val="ADC9CD"/>
      </a:accent4>
      <a:accent5>
        <a:srgbClr val="F5B423"/>
      </a:accent5>
      <a:accent6>
        <a:srgbClr val="9A6C04"/>
      </a:accent6>
      <a:hlink>
        <a:srgbClr val="7FB2BE"/>
      </a:hlink>
      <a:folHlink>
        <a:srgbClr val="C7E0E6"/>
      </a:folHlink>
    </a:clrScheme>
    <a:fontScheme name="Test">
      <a:majorFont>
        <a:latin typeface="Montserrat"/>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sz="11700" b="1" spc="2200" dirty="0">
            <a:solidFill>
              <a:schemeClr val="bg1"/>
            </a:solidFill>
            <a:latin typeface="Verdana" panose="020B060403050404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17218</TotalTime>
  <Words>5044</Words>
  <Application>Microsoft Office PowerPoint</Application>
  <PresentationFormat>Widescreen</PresentationFormat>
  <Paragraphs>819</Paragraphs>
  <Slides>28</Slides>
  <Notes>9</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28</vt:i4>
      </vt:variant>
    </vt:vector>
  </HeadingPairs>
  <TitlesOfParts>
    <vt:vector size="49" baseType="lpstr">
      <vt:lpstr>Abadi Extra Light</vt:lpstr>
      <vt:lpstr>Aptos</vt:lpstr>
      <vt:lpstr>Aptos Display</vt:lpstr>
      <vt:lpstr>Aptos ExtraBold</vt:lpstr>
      <vt:lpstr>Arial</vt:lpstr>
      <vt:lpstr>Calibri</vt:lpstr>
      <vt:lpstr>EB Garamond</vt:lpstr>
      <vt:lpstr>Georgia</vt:lpstr>
      <vt:lpstr>Georgia Pro Semibold</vt:lpstr>
      <vt:lpstr>Lato</vt:lpstr>
      <vt:lpstr>Lato Light</vt:lpstr>
      <vt:lpstr>Montserrat</vt:lpstr>
      <vt:lpstr>Montserrat Light</vt:lpstr>
      <vt:lpstr>Montserrat SemiBold</vt:lpstr>
      <vt:lpstr>Neue Haas Grotesk Text Pro</vt:lpstr>
      <vt:lpstr>Times New Roman</vt:lpstr>
      <vt:lpstr>Verdana</vt:lpstr>
      <vt:lpstr>Wingdings</vt:lpstr>
      <vt:lpstr>Light Theme</vt:lpstr>
      <vt:lpstr>1_Office Theme</vt:lpstr>
      <vt:lpstr>Office Theme</vt:lpstr>
      <vt:lpstr>Provost Team Financial Update</vt:lpstr>
      <vt:lpstr>A guide for our discussion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63</cp:revision>
  <cp:lastPrinted>2025-09-25T21:12:48Z</cp:lastPrinted>
  <dcterms:created xsi:type="dcterms:W3CDTF">2020-09-24T23:08:57Z</dcterms:created>
  <dcterms:modified xsi:type="dcterms:W3CDTF">2026-09-29T20:31:53Z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