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template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2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48" r:id="rId4"/>
  </p:sldMasterIdLst>
  <p:notesMasterIdLst>
    <p:notesMasterId r:id="rId59"/>
  </p:notesMasterIdLst>
  <p:sldIdLst>
    <p:sldId id="2147473665" r:id="rId6"/>
    <p:sldId id="2147473633" r:id="rId39"/>
    <p:sldId id="2147473672" r:id="rId79"/>
    <p:sldId id="2147473671" r:id="rId78"/>
    <p:sldId id="2147473670" r:id="rId77"/>
  </p:sldIdLst>
  <p:sldSz cx="12192000" cy="6858000"/>
  <p:notesSz cx="6858000" cy="9144000"/>
  <p:embeddedFontLst>
    <p:embeddedFont>
      <p:font typeface="Lato" panose="020F0502020204030203" pitchFamily="34" charset="0"/>
      <p:regular r:id="rId60"/>
      <p:bold r:id="rId61"/>
      <p:italic r:id="rId62"/>
      <p:boldItalic r:id="rId63"/>
    </p:embeddedFont>
    <p:embeddedFont>
      <p:font typeface="Lato Light" panose="020F0502020204030203" pitchFamily="34" charset="0"/>
      <p:regular r:id="rId64"/>
      <p:italic r:id="rId65"/>
    </p:embeddedFont>
    <p:embeddedFont>
      <p:font typeface="Museo Sans 300" panose="020F0502020204030204" pitchFamily="34" charset="0"/>
      <p:regular r:id="rId66"/>
      <p:bold r:id="rId67"/>
      <p:italic r:id="rId68"/>
      <p:boldItalic r:id="rId69"/>
    </p:embeddedFont>
  </p:embeddedFontLst>
  <p:defaultTextStyle>
    <a:defPPr>
      <a:defRPr lang="en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pproved" id="{F4F3A066-D2B3-514D-8973-7B108D546CE6}">
          <p14:sldIdLst>
            <p14:sldId id="2147473667"/>
            <p14:sldId id="2147473665"/>
            <p14:sldId id="2147473609"/>
            <p14:sldId id="2147473610"/>
            <p14:sldId id="2147473611"/>
            <p14:sldId id="2147473612"/>
            <p14:sldId id="2147473613"/>
            <p14:sldId id="2147473614"/>
            <p14:sldId id="2147473615"/>
            <p14:sldId id="2147473616"/>
            <p14:sldId id="2147473617"/>
            <p14:sldId id="2147473618"/>
            <p14:sldId id="2147473619"/>
            <p14:sldId id="2147473620"/>
            <p14:sldId id="2147473621"/>
            <p14:sldId id="2147473622"/>
            <p14:sldId id="2147473623"/>
            <p14:sldId id="2147473624"/>
            <p14:sldId id="2147473625"/>
            <p14:sldId id="2147473626"/>
            <p14:sldId id="2147473627"/>
            <p14:sldId id="2147473629"/>
            <p14:sldId id="2147473644"/>
            <p14:sldId id="2147473643"/>
            <p14:sldId id="2147473642"/>
            <p14:sldId id="2147473634"/>
            <p14:sldId id="2147473635"/>
            <p14:sldId id="2147473636"/>
            <p14:sldId id="2147473637"/>
            <p14:sldId id="2147473640"/>
            <p14:sldId id="2147473641"/>
            <p14:sldId id="2147473630"/>
            <p14:sldId id="2147473631"/>
            <p14:sldId id="2147473632"/>
            <p14:sldId id="2147473633"/>
            <p14:sldId id="2147473646"/>
            <p14:sldId id="2147473647"/>
            <p14:sldId id="2147473648"/>
            <p14:sldId id="2147473651"/>
            <p14:sldId id="2147473652"/>
            <p14:sldId id="2147473666"/>
            <p14:sldId id="2147473664"/>
            <p14:sldId id="2147473653"/>
            <p14:sldId id="2147473654"/>
            <p14:sldId id="2147473655"/>
            <p14:sldId id="2147473656"/>
            <p14:sldId id="2147473657"/>
            <p14:sldId id="2147473658"/>
            <p14:sldId id="2147473668"/>
            <p14:sldId id="2147473659"/>
            <p14:sldId id="2147473661"/>
            <p14:sldId id="2147473662"/>
            <p14:sldId id="2147473645"/>
            <p14:sldId id="390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958" userDrawn="1">
          <p15:clr>
            <a:srgbClr val="A4A3A4"/>
          </p15:clr>
        </p15:guide>
        <p15:guide id="3" orient="horz" pos="1661" userDrawn="1">
          <p15:clr>
            <a:srgbClr val="A4A3A4"/>
          </p15:clr>
        </p15:guide>
        <p15:guide id="4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5CDC512-FE29-6066-1945-C0815F6DA5D3}" name="Simone Vieweg" initials="SV" userId="S::simone@lgrpresentations.com::2183864e-6c96-4d6f-ad7c-c2e6bb0eca66" providerId="AD"/>
  <p188:author id="{6B0B672B-7D38-4DB6-AA33-CF29F1527AA0}" name="Nathan Cox" initials="NC" userId="S::nathan@lgrpresentations.com::5b4d55a0-977a-4cf7-9505-6515453f33b4" providerId="AD"/>
  <p188:author id="{F85DA02C-100B-D4ED-0C7A-9A50118CD5CC}" name="Griffin, Renee" initials="GR" userId="S::re.griffin@northeastern.edu::55e1efb9-cf3d-4aff-8a51-807599f22c13" providerId="AD"/>
  <p188:author id="{F3703B4B-B98B-586C-DFC6-B6D638413E07}" name="Horn, Clare" initials="HC" userId="S::cl.horn@northeastern.edu::b2f163e9-9d3b-4450-b6b7-1d04ff003cbf" providerId="AD"/>
  <p188:author id="{E32A64BE-C383-53DC-4436-A711F72FA727}" name="Borchardt, Melody" initials="" userId="S::m.borchardt@northeastern.edu::18879ecb-bda2-41f5-b232-7ca8348d4e0e" providerId="AD"/>
  <p188:author id="{EC550EC7-FD8A-5A2F-5467-E45D0F5D8D91}" name="Taya Lagutenkova" initials="TL" userId="S::taya@lgrpresentations.com::5be10c67-b4dc-471c-8fc9-e1feb1222159" providerId="AD"/>
  <p188:author id="{C128D5DC-EA7F-5605-1C61-839F866A28BF}" name="Sterritt, Sarah" initials="SS" userId="S::s.sterritt@northeastern.edu::565a3016-29ed-43f0-b73b-6e011fcc01dd" providerId="AD"/>
  <p188:author id="{E19075E4-0D2D-4313-64C2-B18882029842}" name="Workman, Michael" initials="MW" userId="S::mworkman@northeastern.edu::36940ac3-2621-4331-af3e-2f30d4b6784d" providerId="AD"/>
  <p188:author id="{EE6FF7FC-FBB0-5B61-3656-8F52DD2F09B3}" name="Lucas, Eliza" initials="EL" userId="S::e.lucas@northeastern.edu::fb4ab920-d7bf-46c6-b917-56bb9fd0de12" providerId="AD"/>
  <p188:author id="{58C2DEFE-DE6E-C55A-3D2F-0A5BE8C90F34}" name="Borchardt, Melody" initials="MPB" userId="Borchardt, Melody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D9CCC7"/>
    <a:srgbClr val="C6BAB5"/>
    <a:srgbClr val="827878"/>
    <a:srgbClr val="ECE65D"/>
    <a:srgbClr val="D31B2C"/>
    <a:srgbClr val="ECE6D5"/>
    <a:srgbClr val="E2A855"/>
    <a:srgbClr val="A4804A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36"/>
    <p:restoredTop sz="94658"/>
  </p:normalViewPr>
  <p:slideViewPr>
    <p:cSldViewPr snapToGrid="0">
      <p:cViewPr varScale="1">
        <p:scale>
          <a:sx n="120" d="100"/>
          <a:sy n="120" d="100"/>
        </p:scale>
        <p:origin x="320" y="184"/>
      </p:cViewPr>
      <p:guideLst>
        <p:guide orient="horz" pos="958"/>
        <p:guide orient="horz" pos="1661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63" Type="http://schemas.openxmlformats.org/officeDocument/2006/relationships/font" Target="fonts/font4.fntdata"/><Relationship Id="rId68" Type="http://schemas.openxmlformats.org/officeDocument/2006/relationships/font" Target="fonts/font9.fntdata"/><Relationship Id="rId2" Type="http://schemas.openxmlformats.org/officeDocument/2006/relationships/customXml" Target="../customXml/item2.xml"/><Relationship Id="rId66" Type="http://schemas.openxmlformats.org/officeDocument/2006/relationships/font" Target="fonts/font7.fntdata"/><Relationship Id="rId74" Type="http://schemas.microsoft.com/office/2016/11/relationships/changesInfo" Target="changesInfos/changesInfo1.xml"/><Relationship Id="rId61" Type="http://schemas.openxmlformats.org/officeDocument/2006/relationships/font" Target="fonts/font2.fntdata"/><Relationship Id="rId64" Type="http://schemas.openxmlformats.org/officeDocument/2006/relationships/font" Target="fonts/font5.fntdata"/><Relationship Id="rId69" Type="http://schemas.openxmlformats.org/officeDocument/2006/relationships/font" Target="fonts/font10.fntdata"/><Relationship Id="rId72" Type="http://schemas.openxmlformats.org/officeDocument/2006/relationships/theme" Target="theme/theme1.xml"/><Relationship Id="rId3" Type="http://schemas.openxmlformats.org/officeDocument/2006/relationships/customXml" Target="../customXml/item3.xml"/><Relationship Id="rId59" Type="http://schemas.openxmlformats.org/officeDocument/2006/relationships/notesMaster" Target="notesMasters/notesMaster1.xml"/><Relationship Id="rId67" Type="http://schemas.openxmlformats.org/officeDocument/2006/relationships/font" Target="fonts/font8.fntdata"/><Relationship Id="rId62" Type="http://schemas.openxmlformats.org/officeDocument/2006/relationships/font" Target="fonts/font3.fntdata"/><Relationship Id="rId70" Type="http://schemas.openxmlformats.org/officeDocument/2006/relationships/presProps" Target="presProps.xml"/><Relationship Id="rId75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60" Type="http://schemas.openxmlformats.org/officeDocument/2006/relationships/font" Target="fonts/font1.fntdata"/><Relationship Id="rId65" Type="http://schemas.openxmlformats.org/officeDocument/2006/relationships/font" Target="fonts/font6.fntdata"/><Relationship Id="rId7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39" Type="http://schemas.openxmlformats.org/officeDocument/2006/relationships/slide" Target="slides/slide35.xml"/><Relationship Id="rId71" Type="http://schemas.openxmlformats.org/officeDocument/2006/relationships/viewProps" Target="viewProps.xml"/>  
  <Relationship Id="rId77" Type="http://schemas.openxmlformats.org/officeDocument/2006/relationships/slide" Target="slides/slide56.xml"/>
  <Relationship Id="rId78" Type="http://schemas.openxmlformats.org/officeDocument/2006/relationships/slide" Target="slides/slide57.xml"/>
  <Relationship Id="rId79" Type="http://schemas.openxmlformats.org/officeDocument/2006/relationships/slide" Target="slides/slide58.xml"/>
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iffin, Renee" userId="S::re.griffin@northeastern.edu::55e1efb9-cf3d-4aff-8a51-807599f22c13" providerId="AD" clId="Web-{31C9A5FE-54BF-C352-7D66-1B1B3454E952}"/>
    <pc:docChg chg="modSld">
      <pc:chgData name="Griffin, Renee" userId="S::re.griffin@northeastern.edu::55e1efb9-cf3d-4aff-8a51-807599f22c13" providerId="AD" clId="Web-{31C9A5FE-54BF-C352-7D66-1B1B3454E952}" dt="2024-09-16T15:40:26.475" v="12" actId="20577"/>
      <pc:docMkLst>
        <pc:docMk/>
      </pc:docMkLst>
      <pc:sldChg chg="modSp">
        <pc:chgData name="Griffin, Renee" userId="S::re.griffin@northeastern.edu::55e1efb9-cf3d-4aff-8a51-807599f22c13" providerId="AD" clId="Web-{31C9A5FE-54BF-C352-7D66-1B1B3454E952}" dt="2024-09-16T15:40:26.475" v="12" actId="20577"/>
        <pc:sldMkLst>
          <pc:docMk/>
          <pc:sldMk cId="4081615581" sldId="2147473667"/>
        </pc:sldMkLst>
        <pc:spChg chg="mod">
          <ac:chgData name="Griffin, Renee" userId="S::re.griffin@northeastern.edu::55e1efb9-cf3d-4aff-8a51-807599f22c13" providerId="AD" clId="Web-{31C9A5FE-54BF-C352-7D66-1B1B3454E952}" dt="2024-09-16T15:40:26.475" v="12" actId="20577"/>
          <ac:spMkLst>
            <pc:docMk/>
            <pc:sldMk cId="4081615581" sldId="2147473667"/>
            <ac:spMk id="2" creationId="{2100C4EC-44B2-8A54-4C44-5C38C6238142}"/>
          </ac:spMkLst>
        </pc:spChg>
      </pc:sldChg>
    </pc:docChg>
  </pc:docChgLst>
  <pc:docChgLst>
    <pc:chgData name="Horn, Clare" userId="b2f163e9-9d3b-4450-b6b7-1d04ff003cbf" providerId="ADAL" clId="{7A44F7C0-4DF0-DE47-920E-94C8FF7A717F}"/>
    <pc:docChg chg="addSld modSection">
      <pc:chgData name="Horn, Clare" userId="b2f163e9-9d3b-4450-b6b7-1d04ff003cbf" providerId="ADAL" clId="{7A44F7C0-4DF0-DE47-920E-94C8FF7A717F}" dt="2024-09-25T14:25:02.140" v="0" actId="680"/>
      <pc:docMkLst>
        <pc:docMk/>
      </pc:docMkLst>
      <pc:sldChg chg="new">
        <pc:chgData name="Horn, Clare" userId="b2f163e9-9d3b-4450-b6b7-1d04ff003cbf" providerId="ADAL" clId="{7A44F7C0-4DF0-DE47-920E-94C8FF7A717F}" dt="2024-09-25T14:25:02.140" v="0" actId="680"/>
        <pc:sldMkLst>
          <pc:docMk/>
          <pc:sldMk cId="2205147451" sldId="2147473668"/>
        </pc:sldMkLst>
      </pc:sldChg>
    </pc:docChg>
  </pc:docChgLst>
  <pc:docChgLst>
    <pc:chgData name="Griffin, Renee" userId="55e1efb9-cf3d-4aff-8a51-807599f22c13" providerId="ADAL" clId="{03748FE1-9073-3648-A1E3-548057022F27}"/>
    <pc:docChg chg="addSld modSld sldOrd modSection">
      <pc:chgData name="Griffin, Renee" userId="55e1efb9-cf3d-4aff-8a51-807599f22c13" providerId="ADAL" clId="{03748FE1-9073-3648-A1E3-548057022F27}" dt="2024-06-04T20:36:50.932" v="17" actId="20577"/>
      <pc:docMkLst>
        <pc:docMk/>
      </pc:docMkLst>
      <pc:sldChg chg="addSp delSp modSp new mod ord">
        <pc:chgData name="Griffin, Renee" userId="55e1efb9-cf3d-4aff-8a51-807599f22c13" providerId="ADAL" clId="{03748FE1-9073-3648-A1E3-548057022F27}" dt="2024-06-04T20:36:50.932" v="17" actId="20577"/>
        <pc:sldMkLst>
          <pc:docMk/>
          <pc:sldMk cId="4081615581" sldId="2147473667"/>
        </pc:sldMkLst>
        <pc:spChg chg="add mod">
          <ac:chgData name="Griffin, Renee" userId="55e1efb9-cf3d-4aff-8a51-807599f22c13" providerId="ADAL" clId="{03748FE1-9073-3648-A1E3-548057022F27}" dt="2024-06-04T20:36:50.932" v="17" actId="20577"/>
          <ac:spMkLst>
            <pc:docMk/>
            <pc:sldMk cId="4081615581" sldId="2147473667"/>
            <ac:spMk id="2" creationId="{2100C4EC-44B2-8A54-4C44-5C38C6238142}"/>
          </ac:spMkLst>
        </pc:spChg>
        <pc:spChg chg="add del mod">
          <ac:chgData name="Griffin, Renee" userId="55e1efb9-cf3d-4aff-8a51-807599f22c13" providerId="ADAL" clId="{03748FE1-9073-3648-A1E3-548057022F27}" dt="2024-06-04T20:28:03.390" v="9"/>
          <ac:spMkLst>
            <pc:docMk/>
            <pc:sldMk cId="4081615581" sldId="2147473667"/>
            <ac:spMk id="3" creationId="{DC29EB1A-A6D4-ADEA-DFF6-F8A55362D7A1}"/>
          </ac:spMkLst>
        </pc:spChg>
        <pc:spChg chg="add mod">
          <ac:chgData name="Griffin, Renee" userId="55e1efb9-cf3d-4aff-8a51-807599f22c13" providerId="ADAL" clId="{03748FE1-9073-3648-A1E3-548057022F27}" dt="2024-06-04T20:28:02.479" v="7" actId="207"/>
          <ac:spMkLst>
            <pc:docMk/>
            <pc:sldMk cId="4081615581" sldId="2147473667"/>
            <ac:spMk id="4" creationId="{509285EF-3081-808A-B3ED-F12BB9F234AA}"/>
          </ac:spMkLst>
        </pc:spChg>
      </pc:sldChg>
    </pc:docChg>
  </pc:docChgLst>
  <pc:docChgLst>
    <pc:chgData name="Griffin, Renee" userId="S::re.griffin@northeastern.edu::55e1efb9-cf3d-4aff-8a51-807599f22c13" providerId="AD" clId="Web-{849CAB6C-4B86-805E-ABF3-0631AF285E3A}"/>
    <pc:docChg chg="modSld">
      <pc:chgData name="Griffin, Renee" userId="S::re.griffin@northeastern.edu::55e1efb9-cf3d-4aff-8a51-807599f22c13" providerId="AD" clId="Web-{849CAB6C-4B86-805E-ABF3-0631AF285E3A}" dt="2024-09-16T16:05:25.299" v="3" actId="20577"/>
      <pc:docMkLst>
        <pc:docMk/>
      </pc:docMkLst>
      <pc:sldChg chg="modSp">
        <pc:chgData name="Griffin, Renee" userId="S::re.griffin@northeastern.edu::55e1efb9-cf3d-4aff-8a51-807599f22c13" providerId="AD" clId="Web-{849CAB6C-4B86-805E-ABF3-0631AF285E3A}" dt="2024-09-16T16:05:25.299" v="3" actId="20577"/>
        <pc:sldMkLst>
          <pc:docMk/>
          <pc:sldMk cId="4081615581" sldId="2147473667"/>
        </pc:sldMkLst>
        <pc:spChg chg="mod">
          <ac:chgData name="Griffin, Renee" userId="S::re.griffin@northeastern.edu::55e1efb9-cf3d-4aff-8a51-807599f22c13" providerId="AD" clId="Web-{849CAB6C-4B86-805E-ABF3-0631AF285E3A}" dt="2024-09-16T16:05:25.299" v="3" actId="20577"/>
          <ac:spMkLst>
            <pc:docMk/>
            <pc:sldMk cId="4081615581" sldId="2147473667"/>
            <ac:spMk id="2" creationId="{2100C4EC-44B2-8A54-4C44-5C38C6238142}"/>
          </ac:spMkLst>
        </pc:spChg>
      </pc:sldChg>
    </pc:docChg>
  </pc:docChgLst>
  <pc:docChgLst>
    <pc:chgData name="Griffin, Renee" userId="S::re.griffin@northeastern.edu::55e1efb9-cf3d-4aff-8a51-807599f22c13" providerId="AD" clId="Web-{44D5BE70-A1DB-20D9-6084-79E42F653BF7}"/>
    <pc:docChg chg="modSld">
      <pc:chgData name="Griffin, Renee" userId="S::re.griffin@northeastern.edu::55e1efb9-cf3d-4aff-8a51-807599f22c13" providerId="AD" clId="Web-{44D5BE70-A1DB-20D9-6084-79E42F653BF7}" dt="2024-09-16T15:58:02.737" v="32" actId="20577"/>
      <pc:docMkLst>
        <pc:docMk/>
      </pc:docMkLst>
      <pc:sldChg chg="modSp">
        <pc:chgData name="Griffin, Renee" userId="S::re.griffin@northeastern.edu::55e1efb9-cf3d-4aff-8a51-807599f22c13" providerId="AD" clId="Web-{44D5BE70-A1DB-20D9-6084-79E42F653BF7}" dt="2024-09-16T15:58:02.737" v="32" actId="20577"/>
        <pc:sldMkLst>
          <pc:docMk/>
          <pc:sldMk cId="4081615581" sldId="2147473667"/>
        </pc:sldMkLst>
        <pc:spChg chg="mod">
          <ac:chgData name="Griffin, Renee" userId="S::re.griffin@northeastern.edu::55e1efb9-cf3d-4aff-8a51-807599f22c13" providerId="AD" clId="Web-{44D5BE70-A1DB-20D9-6084-79E42F653BF7}" dt="2024-09-16T15:58:02.737" v="32" actId="20577"/>
          <ac:spMkLst>
            <pc:docMk/>
            <pc:sldMk cId="4081615581" sldId="2147473667"/>
            <ac:spMk id="2" creationId="{2100C4EC-44B2-8A54-4C44-5C38C6238142}"/>
          </ac:spMkLst>
        </pc:spChg>
      </pc:sldChg>
    </pc:docChg>
  </pc:docChgLst>
  <pc:docChgLst>
    <pc:chgData name="Griffin, Renee" userId="S::re.griffin@northeastern.edu::55e1efb9-cf3d-4aff-8a51-807599f22c13" providerId="AD" clId="Web-{ABD7DFD9-7C92-4A44-4845-B6682F584CF7}"/>
    <pc:docChg chg="modSld">
      <pc:chgData name="Griffin, Renee" userId="S::re.griffin@northeastern.edu::55e1efb9-cf3d-4aff-8a51-807599f22c13" providerId="AD" clId="Web-{ABD7DFD9-7C92-4A44-4845-B6682F584CF7}" dt="2024-09-16T16:07:20.096" v="2" actId="20577"/>
      <pc:docMkLst>
        <pc:docMk/>
      </pc:docMkLst>
      <pc:sldChg chg="modSp">
        <pc:chgData name="Griffin, Renee" userId="S::re.griffin@northeastern.edu::55e1efb9-cf3d-4aff-8a51-807599f22c13" providerId="AD" clId="Web-{ABD7DFD9-7C92-4A44-4845-B6682F584CF7}" dt="2024-09-16T16:07:20.096" v="2" actId="20577"/>
        <pc:sldMkLst>
          <pc:docMk/>
          <pc:sldMk cId="4081615581" sldId="2147473667"/>
        </pc:sldMkLst>
        <pc:spChg chg="mod">
          <ac:chgData name="Griffin, Renee" userId="S::re.griffin@northeastern.edu::55e1efb9-cf3d-4aff-8a51-807599f22c13" providerId="AD" clId="Web-{ABD7DFD9-7C92-4A44-4845-B6682F584CF7}" dt="2024-09-16T16:07:20.096" v="2" actId="20577"/>
          <ac:spMkLst>
            <pc:docMk/>
            <pc:sldMk cId="4081615581" sldId="2147473667"/>
            <ac:spMk id="2" creationId="{2100C4EC-44B2-8A54-4C44-5C38C6238142}"/>
          </ac:spMkLst>
        </pc:spChg>
      </pc:sldChg>
    </pc:docChg>
  </pc:docChgLst>
  <pc:docChgLst>
    <pc:chgData name="Griffin, Renee" userId="S::re.griffin@northeastern.edu::55e1efb9-cf3d-4aff-8a51-807599f22c13" providerId="AD" clId="Web-{FBC7E96E-FBE9-659D-63B6-C58BDF998886}"/>
    <pc:docChg chg="modSld">
      <pc:chgData name="Griffin, Renee" userId="S::re.griffin@northeastern.edu::55e1efb9-cf3d-4aff-8a51-807599f22c13" providerId="AD" clId="Web-{FBC7E96E-FBE9-659D-63B6-C58BDF998886}" dt="2024-06-04T20:48:37.378" v="3" actId="20577"/>
      <pc:docMkLst>
        <pc:docMk/>
      </pc:docMkLst>
      <pc:sldChg chg="modSp">
        <pc:chgData name="Griffin, Renee" userId="S::re.griffin@northeastern.edu::55e1efb9-cf3d-4aff-8a51-807599f22c13" providerId="AD" clId="Web-{FBC7E96E-FBE9-659D-63B6-C58BDF998886}" dt="2024-06-04T20:48:37.378" v="3" actId="20577"/>
        <pc:sldMkLst>
          <pc:docMk/>
          <pc:sldMk cId="4081615581" sldId="2147473667"/>
        </pc:sldMkLst>
        <pc:spChg chg="mod">
          <ac:chgData name="Griffin, Renee" userId="S::re.griffin@northeastern.edu::55e1efb9-cf3d-4aff-8a51-807599f22c13" providerId="AD" clId="Web-{FBC7E96E-FBE9-659D-63B6-C58BDF998886}" dt="2024-06-04T20:48:15.205" v="1" actId="20577"/>
          <ac:spMkLst>
            <pc:docMk/>
            <pc:sldMk cId="4081615581" sldId="2147473667"/>
            <ac:spMk id="2" creationId="{2100C4EC-44B2-8A54-4C44-5C38C6238142}"/>
          </ac:spMkLst>
        </pc:spChg>
        <pc:spChg chg="mod">
          <ac:chgData name="Griffin, Renee" userId="S::re.griffin@northeastern.edu::55e1efb9-cf3d-4aff-8a51-807599f22c13" providerId="AD" clId="Web-{FBC7E96E-FBE9-659D-63B6-C58BDF998886}" dt="2024-06-04T20:48:37.378" v="3" actId="20577"/>
          <ac:spMkLst>
            <pc:docMk/>
            <pc:sldMk cId="4081615581" sldId="2147473667"/>
            <ac:spMk id="4" creationId="{509285EF-3081-808A-B3ED-F12BB9F234AA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C2C23C-EAF9-DB4F-8FB3-776AE18F72F0}" type="datetimeFigureOut">
              <a:rPr lang="en-GB" smtClean="0"/>
              <a:t>25/09/2024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E4B7FD-A539-704B-8F87-6F5211B8E90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27029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Layouts/_rels/slideLayout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5.jpeg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7.jpeg"/></Relationships>
</file>

<file path=ppt/slideLayouts/_rels/slideLayout4.xml.rels><?xml version="1.0" encoding="UTF-8" standalone="yes"?>
<Relationships xmlns="http://schemas.openxmlformats.org/package/2006/relationships"><Relationship Id="rId3" Type="http://schemas.microsoft.com/office/2007/relationships/hdphoto" Target="../media/hdphoto4.wdp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9.jpeg"/></Relationships>
</file>

<file path=ppt/slideLayouts/_rels/slideLayout5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1.jpeg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6.wdp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3.jpeg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7.wdp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5.jpeg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8.wdp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7.jpe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9.wdp"/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19.jpeg"/></Relationships>
</file>

<file path=ppt/slideLayouts/_rels/slideLayout10.xml.rels><?xml version="1.0" encoding="UTF-8" standalone="yes"?>
<Relationships xmlns="http://schemas.openxmlformats.org/package/2006/relationships"><Relationship Id="rId3" Type="http://schemas.microsoft.com/office/2007/relationships/hdphoto" Target="../media/hdphoto10.wdp"/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1.jpeg"/></Relationships>
</file>

<file path=ppt/slideLayouts/_rels/slideLayout11.xml.rels><?xml version="1.0" encoding="UTF-8" standalone="yes"?>
<Relationships xmlns="http://schemas.openxmlformats.org/package/2006/relationships"><Relationship Id="rId3" Type="http://schemas.microsoft.com/office/2007/relationships/hdphoto" Target="../media/hdphoto11.wdp"/><Relationship Id="rId2" Type="http://schemas.openxmlformats.org/officeDocument/2006/relationships/image" Target="../media/image2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3.jpeg"/></Relationships>
</file>

<file path=ppt/slideLayouts/_rels/slideLayout12.xml.rels><?xml version="1.0" encoding="UTF-8" standalone="yes"?>
<Relationships xmlns="http://schemas.openxmlformats.org/package/2006/relationships"><Relationship Id="rId3" Type="http://schemas.microsoft.com/office/2007/relationships/hdphoto" Target="../media/hdphoto12.wdp"/><Relationship Id="rId2" Type="http://schemas.openxmlformats.org/officeDocument/2006/relationships/image" Target="../media/image24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5.jpeg"/></Relationships>
</file>

<file path=ppt/slideLayouts/_rels/slideLayout13.xml.rels><?xml version="1.0" encoding="UTF-8" standalone="yes"?>
<Relationships xmlns="http://schemas.openxmlformats.org/package/2006/relationships"><Relationship Id="rId3" Type="http://schemas.microsoft.com/office/2007/relationships/hdphoto" Target="../media/hdphoto13.wdp"/><Relationship Id="rId2" Type="http://schemas.openxmlformats.org/officeDocument/2006/relationships/image" Target="../media/image2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7.jpeg"/></Relationships>
</file>

<file path=ppt/slideLayouts/_rels/slideLayout14.xml.rels><?xml version="1.0" encoding="UTF-8" standalone="yes"?>
<Relationships xmlns="http://schemas.openxmlformats.org/package/2006/relationships"><Relationship Id="rId3" Type="http://schemas.microsoft.com/office/2007/relationships/hdphoto" Target="../media/hdphoto14.wdp"/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image" Target="../media/image29.jpeg"/></Relationships>
</file>

<file path=ppt/slideLayouts/_rels/slideLayout15.xml.rels><?xml version="1.0" encoding="UTF-8" standalone="yes"?>
<Relationships xmlns="http://schemas.openxmlformats.org/package/2006/relationships"><Relationship Id="rId3" Type="http://schemas.microsoft.com/office/2007/relationships/hdphoto" Target="../media/hdphoto15.wdp"/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1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8.png"/><Relationship Id="rId4" Type="http://schemas.openxmlformats.org/officeDocument/2006/relationships/image" Target="../media/image45.sv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5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8B29387-FDC7-0AFA-999E-15C034DAC15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0"/>
            <a:ext cx="3282948" cy="685799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E5EC26B-A24F-D2C1-1818-0DF529A0A5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8854" y="0"/>
            <a:ext cx="8937628" cy="4253582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5A257C-0BA8-9A27-885E-36CEE489A9C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34092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7961A6-1262-5F89-CBFC-125421F9BB8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43128" y="1"/>
            <a:ext cx="3307028" cy="6857999"/>
          </a:xfrm>
          <a:custGeom>
            <a:avLst/>
            <a:gdLst>
              <a:gd name="connsiteX0" fmla="*/ 0 w 3307028"/>
              <a:gd name="connsiteY0" fmla="*/ 0 h 6857999"/>
              <a:gd name="connsiteX1" fmla="*/ 3307028 w 3307028"/>
              <a:gd name="connsiteY1" fmla="*/ 0 h 6857999"/>
              <a:gd name="connsiteX2" fmla="*/ 3307028 w 3307028"/>
              <a:gd name="connsiteY2" fmla="*/ 6857999 h 6857999"/>
              <a:gd name="connsiteX3" fmla="*/ 0 w 3307028"/>
              <a:gd name="connsiteY3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307028" h="6857999">
                <a:moveTo>
                  <a:pt x="0" y="0"/>
                </a:moveTo>
                <a:lnTo>
                  <a:pt x="3307028" y="0"/>
                </a:lnTo>
                <a:lnTo>
                  <a:pt x="3307028" y="6857999"/>
                </a:lnTo>
                <a:lnTo>
                  <a:pt x="0" y="6857999"/>
                </a:lnTo>
                <a:close/>
              </a:path>
            </a:pathLst>
          </a:cu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4FADC4F-775F-984A-FE19-93A6B0EB057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8"/>
          <a:stretch/>
        </p:blipFill>
        <p:spPr>
          <a:xfrm>
            <a:off x="3263900" y="0"/>
            <a:ext cx="8947442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02DA5C7-D881-0B7C-D29D-E5003481FDF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6059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EB717601-75DB-D444-AD70-88592F751A3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587"/>
          <a:stretch/>
        </p:blipFill>
        <p:spPr>
          <a:xfrm>
            <a:off x="-19048" y="0"/>
            <a:ext cx="3263900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10E4C99-7E79-1384-E59D-B617365A978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44852" y="0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1450072-8832-F326-44A9-97D8EA615E7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12178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F870811-1768-7E6F-7EBD-F99B32C2444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-1"/>
            <a:ext cx="3263900" cy="685799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64D76C3-4798-98AA-AA49-EC7A999964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12"/>
          <a:stretch/>
        </p:blipFill>
        <p:spPr>
          <a:xfrm>
            <a:off x="3244852" y="1"/>
            <a:ext cx="8947148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89636F9-7B45-C1B0-57CA-C341B6E932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313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F5C4334-D4F3-6A79-BDF6-95F3E1A2063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0"/>
            <a:ext cx="3282948" cy="68580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F9491-C989-A7E6-2C1F-EAB5D6D87D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-107"/>
          <a:stretch/>
        </p:blipFill>
        <p:spPr>
          <a:xfrm>
            <a:off x="3263900" y="1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451A5-3AF4-C026-3ED3-053DB8150B0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4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AF92125-2B89-2D6B-05ED-2CD46483C458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9048" y="2"/>
            <a:ext cx="3282948" cy="685799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2931ED-241F-A8DA-C81C-E6DD144AE30D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63900" y="0"/>
            <a:ext cx="8928100" cy="4253584"/>
          </a:xfrm>
          <a:prstGeom prst="rect">
            <a:avLst/>
          </a:prstGeom>
        </p:spPr>
      </p:pic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2CE63DF1-1D2F-67E4-3455-7FC11BE830B6}"/>
              </a:ext>
            </a:extLst>
          </p:cNvPr>
          <p:cNvCxnSpPr>
            <a:cxnSpLocks/>
          </p:cNvCxnSpPr>
          <p:nvPr userDrawn="1"/>
        </p:nvCxnSpPr>
        <p:spPr>
          <a:xfrm flipH="1">
            <a:off x="740306" y="4253585"/>
            <a:ext cx="2523594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180717-95E8-4242-7740-4D2547B3941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06800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3503C8C-1296-D903-64F6-CF80F7D5CB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06800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1E08464-E82D-015D-80F9-208B4220B13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3606799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5C5A257C-0BA8-9A27-885E-36CEE489A9C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99703" y="331544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3885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3B978B1-61C1-0E7A-BC45-6363BBFDA4C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39087"/>
            <a:ext cx="12191999" cy="2618913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D0D2E1B4-1F6F-C6BF-51F8-9AD37C2E861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39087"/>
          </a:xfrm>
          <a:prstGeom prst="rect">
            <a:avLst/>
          </a:prstGeom>
        </p:spPr>
      </p:pic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01A1944-51C2-E9E8-A00E-38AB3575AF0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62843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FD3708-C3A3-A639-96AE-15468AEBEDD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b="-3"/>
          <a:stretch/>
        </p:blipFill>
        <p:spPr>
          <a:xfrm>
            <a:off x="0" y="4253582"/>
            <a:ext cx="12192001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7D7EBCC-E995-C5E6-9A85-43AF07EDFC8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3446" y="0"/>
            <a:ext cx="12178554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C91D40E-03E8-45D4-D975-63E7B9B19D7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73564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B8786E5-D2E8-A6FC-3834-253AE88940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39086"/>
            <a:ext cx="12192001" cy="261891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6ED51A76-BB53-BCBC-7CA0-4D39A016ED5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4239087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0054D5B-E732-122B-D892-A7B85C4045E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7822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0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629097-DBCD-C30E-191C-A118D159C3B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4253582"/>
            <a:ext cx="12192001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95714D1-B447-9F54-710C-700BFEB2988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1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CE826F-FEC5-5A11-D1CE-B84ADFD88CCC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8724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0A47434-8253-5CEA-93AC-73BA346008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2024"/>
          <a:stretch/>
        </p:blipFill>
        <p:spPr>
          <a:xfrm>
            <a:off x="-1" y="4253582"/>
            <a:ext cx="12192001" cy="260441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EA98092-0F71-6272-9A71-361714429EF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4241224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35B97CD-EFEE-99BF-AAB1-BE4999FEBCA9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99398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CFD7D0-BD0A-0EDA-FB7C-00E8258ACEA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3750" b="4194"/>
          <a:stretch/>
        </p:blipFill>
        <p:spPr>
          <a:xfrm>
            <a:off x="0" y="4253581"/>
            <a:ext cx="12192000" cy="260441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3DFEB6A3-53AE-1E3B-7C63-2AB3ACDE18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"/>
            <a:ext cx="12192000" cy="4253582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5102578-AE4F-1A5B-5ADF-528D60C9155A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8236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BCC4C3B-A0EE-40B1-826D-A5CCAE2777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t="62024" r="1805"/>
          <a:stretch/>
        </p:blipFill>
        <p:spPr>
          <a:xfrm>
            <a:off x="0" y="4253580"/>
            <a:ext cx="12191999" cy="260441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5E893A2-C7D9-C053-3448-7E1E8F175B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1999" cy="4253581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A0803CD-12F1-BB6A-1010-13480627AAD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46970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84B8D4D-E2E7-7F7D-614C-F450AFA575A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28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937" y="4253580"/>
            <a:ext cx="12202936" cy="260441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F4E2702F-F9CE-D6EF-06EC-8606813E68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0937" y="0"/>
            <a:ext cx="12202936" cy="4253581"/>
          </a:xfrm>
          <a:prstGeom prst="rect">
            <a:avLst/>
          </a:prstGeom>
        </p:spPr>
      </p:pic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8D5C2402-EE99-0FFD-F478-526E5315F745}"/>
              </a:ext>
            </a:extLst>
          </p:cNvPr>
          <p:cNvCxnSpPr>
            <a:cxnSpLocks/>
          </p:cNvCxnSpPr>
          <p:nvPr userDrawn="1"/>
        </p:nvCxnSpPr>
        <p:spPr>
          <a:xfrm>
            <a:off x="930435" y="4253582"/>
            <a:ext cx="0" cy="2037026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C158D123-24E2-4EEB-F7D2-A2ADF8276BA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4583113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6D7A2E9B-516D-5883-6F1B-22D8D746930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5268161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3590577-25DC-90A6-B218-C016F885ED2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6045200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2A021D3-C409-A252-40DF-F76094B2D457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513434" y="5530181"/>
            <a:ext cx="2090058" cy="760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9167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 14 (Brand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5">
            <a:extLst>
              <a:ext uri="{FF2B5EF4-FFF2-40B4-BE49-F238E27FC236}">
                <a16:creationId xmlns:a16="http://schemas.microsoft.com/office/drawing/2014/main" id="{B61063A1-C477-F9D8-4AAD-322B494B2D8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-1682" r="-10048"/>
          <a:stretch/>
        </p:blipFill>
        <p:spPr>
          <a:xfrm>
            <a:off x="5794319" y="2017485"/>
            <a:ext cx="7031766" cy="487680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D59360-DFC4-D2A7-80EB-7561184EAE0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30435" y="6143676"/>
            <a:ext cx="2714755" cy="233085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D9E078E0-D141-240D-7836-CA244491814D}"/>
              </a:ext>
            </a:extLst>
          </p:cNvPr>
          <p:cNvCxnSpPr>
            <a:cxnSpLocks/>
          </p:cNvCxnSpPr>
          <p:nvPr userDrawn="1"/>
        </p:nvCxnSpPr>
        <p:spPr>
          <a:xfrm>
            <a:off x="930435" y="2403"/>
            <a:ext cx="0" cy="3286897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285D10C-BD5A-E3E0-C14D-9E973B8C784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323975" y="821487"/>
            <a:ext cx="8226425" cy="6740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ru-RU" sz="4200" b="1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presentation title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0D597A8B-484E-0739-EBA7-640786CFE12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323975" y="1506535"/>
            <a:ext cx="8226425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0" i="0" u="none" strike="noStrike" kern="120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 panose="020F05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78605DE-933B-2C94-093F-666D9C65A0A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323975" y="2283574"/>
            <a:ext cx="8226426" cy="1698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ru-RU" sz="1100" b="0" i="0" u="none" strike="noStrike" kern="120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DATE IF NEEDED (</a:t>
            </a:r>
            <a:r>
              <a:rPr lang="en-US" sz="1100"/>
              <a:t>OTHERWISE IT CAN BE DELETED)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28023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Kép 10">
            <a:extLst>
              <a:ext uri="{FF2B5EF4-FFF2-40B4-BE49-F238E27FC236}">
                <a16:creationId xmlns:a16="http://schemas.microsoft.com/office/drawing/2014/main" id="{3409B7DB-94EC-2A1B-B1E6-067C9E60E55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5" name="Straight Connector 6">
            <a:extLst>
              <a:ext uri="{FF2B5EF4-FFF2-40B4-BE49-F238E27FC236}">
                <a16:creationId xmlns:a16="http://schemas.microsoft.com/office/drawing/2014/main" id="{AB07703A-BEC6-4E4C-C89D-9A63B5C62C6A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5B9CB6E-33BB-B790-D9CB-DC71D08FE35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Font typeface="Arial" panose="020B0604020202020204" pitchFamily="34" charset="0"/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5F6F82-9564-0A97-2512-39EF882DE4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25123" y="2485016"/>
            <a:ext cx="10107612" cy="3153600"/>
          </a:xfrm>
          <a:prstGeom prst="rect">
            <a:avLst/>
          </a:prstGeom>
        </p:spPr>
        <p:txBody>
          <a:bodyPr/>
          <a:lstStyle>
            <a:lvl1pPr>
              <a:lnSpc>
                <a:spcPct val="200000"/>
              </a:lnSpc>
              <a:spcBef>
                <a:spcPts val="0"/>
              </a:spcBef>
              <a:spcAft>
                <a:spcPts val="600"/>
              </a:spcAft>
              <a:defRPr sz="1800">
                <a:solidFill>
                  <a:schemeClr val="bg1"/>
                </a:solidFill>
              </a:defRPr>
            </a:lvl1pPr>
            <a:lvl2pPr>
              <a:defRPr sz="1800">
                <a:solidFill>
                  <a:schemeClr val="bg1"/>
                </a:solidFill>
              </a:defRPr>
            </a:lvl2pPr>
            <a:lvl3pPr>
              <a:defRPr sz="1800">
                <a:solidFill>
                  <a:schemeClr val="bg1"/>
                </a:solidFill>
              </a:defRPr>
            </a:lvl3pPr>
            <a:lvl4pPr>
              <a:defRPr sz="18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</a:p>
          <a:p>
            <a:pPr lvl="0"/>
            <a:r>
              <a:rPr lang="en-US"/>
              <a:t>Click to add text….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D9153F-BEE1-DBB5-F942-AECF7B816F3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427219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Kép 10">
            <a:extLst>
              <a:ext uri="{FF2B5EF4-FFF2-40B4-BE49-F238E27FC236}">
                <a16:creationId xmlns:a16="http://schemas.microsoft.com/office/drawing/2014/main" id="{431C3264-B391-826A-59B8-15D6540E8C1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2" y="0"/>
            <a:ext cx="12192002" cy="3214996"/>
          </a:xfrm>
          <a:prstGeom prst="rect">
            <a:avLst/>
          </a:prstGeom>
          <a:ln>
            <a:noFill/>
          </a:ln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2AE0D507-8DC5-C2B8-86AD-4218CA361156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2" name="Straight Connector 6">
            <a:extLst>
              <a:ext uri="{FF2B5EF4-FFF2-40B4-BE49-F238E27FC236}">
                <a16:creationId xmlns:a16="http://schemas.microsoft.com/office/drawing/2014/main" id="{D5407E20-FE1F-AF05-31DB-019C62FC4257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5C9696D-D987-8F67-0368-009853A6FD1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B22E60F-E9A3-D5E4-A1D3-69A8E37E679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681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0">
            <a:extLst>
              <a:ext uri="{FF2B5EF4-FFF2-40B4-BE49-F238E27FC236}">
                <a16:creationId xmlns:a16="http://schemas.microsoft.com/office/drawing/2014/main" id="{1A8185E4-CF1C-A65E-2100-E4621AE2D15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9" cy="3214996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8C721D1B-86E0-7C7E-8548-EA6CB03867B4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3" name="Straight Connector 6">
            <a:extLst>
              <a:ext uri="{FF2B5EF4-FFF2-40B4-BE49-F238E27FC236}">
                <a16:creationId xmlns:a16="http://schemas.microsoft.com/office/drawing/2014/main" id="{3FA1CDE3-325E-AD5A-34B0-CB5492E887F4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9109A0CA-5395-E791-233E-A71001E5F4F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73AA4E1-E65C-9E19-616E-77B0D7F20A3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752675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Kép 10">
            <a:extLst>
              <a:ext uri="{FF2B5EF4-FFF2-40B4-BE49-F238E27FC236}">
                <a16:creationId xmlns:a16="http://schemas.microsoft.com/office/drawing/2014/main" id="{78C359A8-2CCD-4121-C645-54328C6A053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2001" cy="3214996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BD981C00-6BE6-28D3-7E73-ADF1EF4186DD}"/>
              </a:ext>
            </a:extLst>
          </p:cNvPr>
          <p:cNvSpPr>
            <a:spLocks/>
          </p:cNvSpPr>
          <p:nvPr userDrawn="1"/>
        </p:nvSpPr>
        <p:spPr>
          <a:xfrm rot="16200000" flipH="1">
            <a:off x="4488503" y="-4488501"/>
            <a:ext cx="3214998" cy="12192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stA="40000" endPos="54000" dist="50800" dir="5400000" sy="-100000" algn="bl" rotWithShape="0"/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1" name="Straight Connector 6">
            <a:extLst>
              <a:ext uri="{FF2B5EF4-FFF2-40B4-BE49-F238E27FC236}">
                <a16:creationId xmlns:a16="http://schemas.microsoft.com/office/drawing/2014/main" id="{E694B79D-DEDC-9B27-0049-9F87C4E32CBB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C816425-3FC2-9A7B-2B7C-E18A226352F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3BAC2F3-1D6E-D9F7-4A78-98523A30029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45728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ransition slide 04 (Branded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557D964C-A5EA-C90E-36EA-363F88B0DA4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5088972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 Placeholder 9">
            <a:extLst>
              <a:ext uri="{FF2B5EF4-FFF2-40B4-BE49-F238E27FC236}">
                <a16:creationId xmlns:a16="http://schemas.microsoft.com/office/drawing/2014/main" id="{24E85491-6F92-566D-FA30-83D5CCAEBF6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823261"/>
            <a:ext cx="11067508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36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section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A07467C-1266-67FE-77FF-613B9BFAEF3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16719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ated Data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Csoportba foglalás 12">
            <a:extLst>
              <a:ext uri="{FF2B5EF4-FFF2-40B4-BE49-F238E27FC236}">
                <a16:creationId xmlns:a16="http://schemas.microsoft.com/office/drawing/2014/main" id="{7CA7D99E-79D3-8416-A510-918A5A97E41B}"/>
              </a:ext>
            </a:extLst>
          </p:cNvPr>
          <p:cNvGrpSpPr/>
          <p:nvPr userDrawn="1"/>
        </p:nvGrpSpPr>
        <p:grpSpPr>
          <a:xfrm>
            <a:off x="3671888" y="-1"/>
            <a:ext cx="8520113" cy="6857999"/>
            <a:chOff x="3671888" y="-1"/>
            <a:chExt cx="8520113" cy="6857999"/>
          </a:xfrm>
        </p:grpSpPr>
        <p:pic>
          <p:nvPicPr>
            <p:cNvPr id="9" name="Picture 15">
              <a:extLst>
                <a:ext uri="{FF2B5EF4-FFF2-40B4-BE49-F238E27FC236}">
                  <a16:creationId xmlns:a16="http://schemas.microsoft.com/office/drawing/2014/main" id="{A2E37D47-FC8F-4E98-F75D-45C10AFB9E0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-1"/>
              <a:ext cx="8520112" cy="6857999"/>
            </a:xfrm>
            <a:prstGeom prst="rect">
              <a:avLst/>
            </a:prstGeom>
          </p:spPr>
        </p:pic>
        <p:sp>
          <p:nvSpPr>
            <p:cNvPr id="14" name="Rectangle 5">
              <a:extLst>
                <a:ext uri="{FF2B5EF4-FFF2-40B4-BE49-F238E27FC236}">
                  <a16:creationId xmlns:a16="http://schemas.microsoft.com/office/drawing/2014/main" id="{4A0520F5-2511-1089-56BA-437FF86E059F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7998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10" name="Straight Connector 6">
            <a:extLst>
              <a:ext uri="{FF2B5EF4-FFF2-40B4-BE49-F238E27FC236}">
                <a16:creationId xmlns:a16="http://schemas.microsoft.com/office/drawing/2014/main" id="{5DB07CEB-3A6F-E7A8-635C-974C1F5C38C7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557CDAD2-D952-76AE-9917-9C5FBE54EC4E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69B7CF34-3571-8923-BEED-F69D9AB72D6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C320386E-9C32-A7DB-020A-6567BACDCA5B}"/>
              </a:ext>
            </a:extLst>
          </p:cNvPr>
          <p:cNvSpPr/>
          <p:nvPr userDrawn="1"/>
        </p:nvSpPr>
        <p:spPr>
          <a:xfrm>
            <a:off x="7010713" y="1386054"/>
            <a:ext cx="4104955" cy="4104955"/>
          </a:xfrm>
          <a:prstGeom prst="ellipse">
            <a:avLst/>
          </a:prstGeom>
          <a:solidFill>
            <a:srgbClr val="FFFFFF"/>
          </a:solidFill>
          <a:ln w="12700" cap="flat" cmpd="sng" algn="ctr">
            <a:solidFill>
              <a:srgbClr val="D31B2C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6C8EB1B-9ED9-F8C9-8A9C-0199C211A120}"/>
              </a:ext>
            </a:extLst>
          </p:cNvPr>
          <p:cNvSpPr/>
          <p:nvPr userDrawn="1"/>
        </p:nvSpPr>
        <p:spPr>
          <a:xfrm>
            <a:off x="5091241" y="936405"/>
            <a:ext cx="2775645" cy="2775645"/>
          </a:xfrm>
          <a:prstGeom prst="ellipse">
            <a:avLst/>
          </a:prstGeom>
          <a:gradFill>
            <a:gsLst>
              <a:gs pos="63000">
                <a:srgbClr val="FFFFFF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 w="12700" cap="flat" cmpd="sng" algn="ctr">
            <a:solidFill>
              <a:srgbClr val="0ECCDE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endParaRPr kumimoji="0" lang="en-GB" sz="17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2A863A92-DE45-4DF4-3D73-B15B072F3D9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541327" y="1768553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74C13545-7E97-9EB8-6128-BCB97F8D03D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554300" y="2445406"/>
            <a:ext cx="1849526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83B62779-1F3B-E13F-28D9-DFE2BB427BF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25453" y="2884880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EFAE3CC6-2818-0015-B1A4-41939D2B225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38427" y="3561733"/>
            <a:ext cx="1849526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B229484-FA55-18A9-C374-399E16950CA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3252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nn Diagr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Csoportba foglalás 12">
            <a:extLst>
              <a:ext uri="{FF2B5EF4-FFF2-40B4-BE49-F238E27FC236}">
                <a16:creationId xmlns:a16="http://schemas.microsoft.com/office/drawing/2014/main" id="{88A59E48-B51C-9744-8150-707A91BE4B40}"/>
              </a:ext>
            </a:extLst>
          </p:cNvPr>
          <p:cNvGrpSpPr/>
          <p:nvPr userDrawn="1"/>
        </p:nvGrpSpPr>
        <p:grpSpPr>
          <a:xfrm>
            <a:off x="3671888" y="-1"/>
            <a:ext cx="8520113" cy="6857999"/>
            <a:chOff x="3671888" y="-1"/>
            <a:chExt cx="8520113" cy="6857999"/>
          </a:xfrm>
        </p:grpSpPr>
        <p:pic>
          <p:nvPicPr>
            <p:cNvPr id="11" name="Picture 15">
              <a:extLst>
                <a:ext uri="{FF2B5EF4-FFF2-40B4-BE49-F238E27FC236}">
                  <a16:creationId xmlns:a16="http://schemas.microsoft.com/office/drawing/2014/main" id="{8B7AB3FE-4AD0-5BF7-3EE5-10D21516C4E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hqprint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-1"/>
              <a:ext cx="8520112" cy="6857999"/>
            </a:xfrm>
            <a:prstGeom prst="rect">
              <a:avLst/>
            </a:prstGeom>
          </p:spPr>
        </p:pic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F833582A-ABF9-5EF2-E217-4095C95B44AD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7998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B5089005-AF30-E3C7-27A4-6705D0A0BB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grpSp>
        <p:nvGrpSpPr>
          <p:cNvPr id="22" name="Group 21">
            <a:extLst>
              <a:ext uri="{FF2B5EF4-FFF2-40B4-BE49-F238E27FC236}">
                <a16:creationId xmlns:a16="http://schemas.microsoft.com/office/drawing/2014/main" id="{DF5C4DC1-F29A-7830-D02A-E7FFDF6C93CC}"/>
              </a:ext>
            </a:extLst>
          </p:cNvPr>
          <p:cNvGrpSpPr/>
          <p:nvPr userDrawn="1"/>
        </p:nvGrpSpPr>
        <p:grpSpPr>
          <a:xfrm>
            <a:off x="5449651" y="935973"/>
            <a:ext cx="4964586" cy="4617721"/>
            <a:chOff x="5344482" y="914901"/>
            <a:chExt cx="4964586" cy="4617721"/>
          </a:xfrm>
        </p:grpSpPr>
        <p:sp>
          <p:nvSpPr>
            <p:cNvPr id="23" name="Oval 15">
              <a:extLst>
                <a:ext uri="{FF2B5EF4-FFF2-40B4-BE49-F238E27FC236}">
                  <a16:creationId xmlns:a16="http://schemas.microsoft.com/office/drawing/2014/main" id="{9AAC9F55-2E95-2EA2-473D-A95E542FADF1}"/>
                </a:ext>
              </a:extLst>
            </p:cNvPr>
            <p:cNvSpPr/>
            <p:nvPr/>
          </p:nvSpPr>
          <p:spPr>
            <a:xfrm>
              <a:off x="7540782" y="914901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D31B2C"/>
              </a:solidFill>
              <a:prstDash val="solid"/>
              <a:miter lim="800000"/>
            </a:ln>
            <a:effectLst/>
          </p:spPr>
          <p:txBody>
            <a:bodyPr lIns="324000" rIns="0" bIns="251999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24" name="Oval 18">
              <a:extLst>
                <a:ext uri="{FF2B5EF4-FFF2-40B4-BE49-F238E27FC236}">
                  <a16:creationId xmlns:a16="http://schemas.microsoft.com/office/drawing/2014/main" id="{50EED221-66F4-D375-71BA-03E104C5C9C8}"/>
                </a:ext>
              </a:extLst>
            </p:cNvPr>
            <p:cNvSpPr/>
            <p:nvPr/>
          </p:nvSpPr>
          <p:spPr>
            <a:xfrm>
              <a:off x="6442632" y="2764336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827878"/>
              </a:solidFill>
              <a:prstDash val="solid"/>
              <a:miter lim="800000"/>
            </a:ln>
            <a:effectLst/>
          </p:spPr>
          <p:txBody>
            <a:bodyPr tIns="4680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  <p:sp>
          <p:nvSpPr>
            <p:cNvPr id="33" name="Oval 19">
              <a:extLst>
                <a:ext uri="{FF2B5EF4-FFF2-40B4-BE49-F238E27FC236}">
                  <a16:creationId xmlns:a16="http://schemas.microsoft.com/office/drawing/2014/main" id="{1907B287-8F57-2F40-ED6C-9E136D43CDBF}"/>
                </a:ext>
              </a:extLst>
            </p:cNvPr>
            <p:cNvSpPr/>
            <p:nvPr/>
          </p:nvSpPr>
          <p:spPr>
            <a:xfrm>
              <a:off x="5344482" y="914901"/>
              <a:ext cx="2768286" cy="2768286"/>
            </a:xfrm>
            <a:prstGeom prst="ellipse">
              <a:avLst/>
            </a:prstGeom>
            <a:solidFill>
              <a:srgbClr val="FFFFFF">
                <a:alpha val="50000"/>
              </a:srgbClr>
            </a:solidFill>
            <a:ln w="12700" cap="flat" cmpd="sng" algn="ctr">
              <a:solidFill>
                <a:srgbClr val="0ECCDE"/>
              </a:solidFill>
              <a:prstDash val="solid"/>
              <a:miter lim="800000"/>
            </a:ln>
            <a:effectLst/>
          </p:spPr>
          <p:txBody>
            <a:bodyPr lIns="0" rIns="324000" bIns="251999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4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9" name="Straight Connector 6">
            <a:extLst>
              <a:ext uri="{FF2B5EF4-FFF2-40B4-BE49-F238E27FC236}">
                <a16:creationId xmlns:a16="http://schemas.microsoft.com/office/drawing/2014/main" id="{67EF4BA4-8F80-560F-63D7-462D0F8AF331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3E0CA4AB-CB17-B67A-EB7B-094CCB54B4D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092357" y="1556074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92E84C48-48EF-93B5-C6FA-7252AF6108F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05331" y="2255306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58D89EFE-9346-B40E-8867-D8CC170A3AD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994207" y="3610207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2282450C-389F-1668-74C6-069E6D4DA3B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007181" y="4309439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C9E7FC48-A1DE-9EB5-8391-D5F56622214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6" name="Text Placeholder 9">
            <a:extLst>
              <a:ext uri="{FF2B5EF4-FFF2-40B4-BE49-F238E27FC236}">
                <a16:creationId xmlns:a16="http://schemas.microsoft.com/office/drawing/2014/main" id="{BC7C4572-2C46-F458-C99D-E325DCED99B5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6E3643BC-4B92-79ED-5F57-1DF1A338B52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96057" y="1556074"/>
            <a:ext cx="1875474" cy="46355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1,2,3…</a:t>
            </a:r>
            <a:endParaRPr lang="ru-RU"/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3AA7EBE8-011E-53DB-71AE-974260E4E2F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909031" y="2255306"/>
            <a:ext cx="1849526" cy="626629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kumimoji="0" lang="ru-RU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3708940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" name="Straight Connector 6">
            <a:extLst>
              <a:ext uri="{FF2B5EF4-FFF2-40B4-BE49-F238E27FC236}">
                <a16:creationId xmlns:a16="http://schemas.microsoft.com/office/drawing/2014/main" id="{139E81B4-0368-88B0-8C34-B3D4959B186C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4916348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F15F808-085C-2B1C-F17B-891B0A54632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4707372"/>
            <a:ext cx="5254083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9B671D21-E91B-C512-3B51-02FA6A2C5F9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5241965"/>
            <a:ext cx="5254083" cy="4247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2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key message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2C495ED-EAE7-D083-81F4-C70535B9DFD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5445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>
            <a:extLst>
              <a:ext uri="{FF2B5EF4-FFF2-40B4-BE49-F238E27FC236}">
                <a16:creationId xmlns:a16="http://schemas.microsoft.com/office/drawing/2014/main" id="{6270DA4D-2DDF-36B0-3C77-2C27983FF53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7" name="Rectangle 5">
            <a:extLst>
              <a:ext uri="{FF2B5EF4-FFF2-40B4-BE49-F238E27FC236}">
                <a16:creationId xmlns:a16="http://schemas.microsoft.com/office/drawing/2014/main" id="{C6323931-9FBB-E2D5-6147-B5AC2E7BC2B8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7" name="Straight Connector 6">
            <a:extLst>
              <a:ext uri="{FF2B5EF4-FFF2-40B4-BE49-F238E27FC236}">
                <a16:creationId xmlns:a16="http://schemas.microsoft.com/office/drawing/2014/main" id="{7F57E6B9-32E1-2369-4395-2FEF130C682E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8" name="Rectangle 27">
            <a:extLst>
              <a:ext uri="{FF2B5EF4-FFF2-40B4-BE49-F238E27FC236}">
                <a16:creationId xmlns:a16="http://schemas.microsoft.com/office/drawing/2014/main" id="{6E6B3250-3D2B-77C3-3AB7-42C49345B89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31" name="Straight Connector 6">
            <a:extLst>
              <a:ext uri="{FF2B5EF4-FFF2-40B4-BE49-F238E27FC236}">
                <a16:creationId xmlns:a16="http://schemas.microsoft.com/office/drawing/2014/main" id="{7AAB358B-F853-865C-6497-76396587EFE9}"/>
              </a:ext>
            </a:extLst>
          </p:cNvPr>
          <p:cNvCxnSpPr>
            <a:cxnSpLocks/>
          </p:cNvCxnSpPr>
          <p:nvPr userDrawn="1"/>
        </p:nvCxnSpPr>
        <p:spPr>
          <a:xfrm flipH="1">
            <a:off x="4335506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4" name="Straight Connector 6">
            <a:extLst>
              <a:ext uri="{FF2B5EF4-FFF2-40B4-BE49-F238E27FC236}">
                <a16:creationId xmlns:a16="http://schemas.microsoft.com/office/drawing/2014/main" id="{A14689FB-2556-FA5C-0420-29127591FA41}"/>
              </a:ext>
            </a:extLst>
          </p:cNvPr>
          <p:cNvCxnSpPr>
            <a:cxnSpLocks/>
          </p:cNvCxnSpPr>
          <p:nvPr userDrawn="1"/>
        </p:nvCxnSpPr>
        <p:spPr>
          <a:xfrm flipH="1">
            <a:off x="6949975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9CC670F5-294D-8F3F-F5B5-E43C986081D9}"/>
              </a:ext>
            </a:extLst>
          </p:cNvPr>
          <p:cNvSpPr/>
          <p:nvPr userDrawn="1"/>
        </p:nvSpPr>
        <p:spPr>
          <a:xfrm>
            <a:off x="9283089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38" name="Straight Connector 6">
            <a:extLst>
              <a:ext uri="{FF2B5EF4-FFF2-40B4-BE49-F238E27FC236}">
                <a16:creationId xmlns:a16="http://schemas.microsoft.com/office/drawing/2014/main" id="{A048B978-E7E3-E4A5-2DAC-76CB26FF738F}"/>
              </a:ext>
            </a:extLst>
          </p:cNvPr>
          <p:cNvCxnSpPr>
            <a:cxnSpLocks/>
          </p:cNvCxnSpPr>
          <p:nvPr userDrawn="1"/>
        </p:nvCxnSpPr>
        <p:spPr>
          <a:xfrm flipH="1">
            <a:off x="9564443" y="2611410"/>
            <a:ext cx="481257" cy="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pic>
        <p:nvPicPr>
          <p:cNvPr id="39" name="Picture 38" descr="A black and white logo&#10;&#10;Description automatically generated">
            <a:extLst>
              <a:ext uri="{FF2B5EF4-FFF2-40B4-BE49-F238E27FC236}">
                <a16:creationId xmlns:a16="http://schemas.microsoft.com/office/drawing/2014/main" id="{730DAC15-21A4-0BFF-92BA-3ECD25C3793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40" name="Text Placeholder 9">
            <a:extLst>
              <a:ext uri="{FF2B5EF4-FFF2-40B4-BE49-F238E27FC236}">
                <a16:creationId xmlns:a16="http://schemas.microsoft.com/office/drawing/2014/main" id="{7FA46B05-E7C6-A44E-358E-AC7B9B7EEAF7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F0C0422C-5D59-3482-4581-36C739F5E8E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5B4C8B99-5CB2-E924-F15E-FBBB8239DCC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29710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414C8DE7-7B8F-61C9-D9D6-445B1934EB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44179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0189CFC0-B2DC-9CBE-F374-CC6A4276683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58647" y="2771398"/>
            <a:ext cx="1978040" cy="2645900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6" name="Text Placeholder 9">
            <a:extLst>
              <a:ext uri="{FF2B5EF4-FFF2-40B4-BE49-F238E27FC236}">
                <a16:creationId xmlns:a16="http://schemas.microsoft.com/office/drawing/2014/main" id="{AB87B982-677A-4480-DFD8-9F8E538630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29710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2FF55CB5-76DE-9252-F1EF-31C56C12C38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844179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813D1230-F1B4-96E0-1E4E-21E43BF3D8F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9458647" y="1865246"/>
            <a:ext cx="1978040" cy="58617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2CD940F-EA6E-26BB-8842-EE50343CFF23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243594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2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239EA2-090D-7235-21A6-C3805885E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6A037539-740F-9B6C-8F6B-41DE1596597F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6" name="Straight Connector 6">
            <a:extLst>
              <a:ext uri="{FF2B5EF4-FFF2-40B4-BE49-F238E27FC236}">
                <a16:creationId xmlns:a16="http://schemas.microsoft.com/office/drawing/2014/main" id="{2775F081-2771-8151-9B42-ED5642D89AD6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31A05-C6B3-CB6A-70FB-8E1523C78C2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52" name="Straight Connector 6">
            <a:extLst>
              <a:ext uri="{FF2B5EF4-FFF2-40B4-BE49-F238E27FC236}">
                <a16:creationId xmlns:a16="http://schemas.microsoft.com/office/drawing/2014/main" id="{13C24A31-F9FD-4DD0-FDE8-51B1D0EFC57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2303377"/>
            <a:ext cx="7233702" cy="0"/>
          </a:xfrm>
          <a:prstGeom prst="line">
            <a:avLst/>
          </a:prstGeom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6">
            <a:extLst>
              <a:ext uri="{FF2B5EF4-FFF2-40B4-BE49-F238E27FC236}">
                <a16:creationId xmlns:a16="http://schemas.microsoft.com/office/drawing/2014/main" id="{3AEB184C-3356-DEA9-D3E1-B5E49437B32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3962645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54" name="Picture 53" descr="A black and white logo&#10;&#10;Description automatically generated">
            <a:extLst>
              <a:ext uri="{FF2B5EF4-FFF2-40B4-BE49-F238E27FC236}">
                <a16:creationId xmlns:a16="http://schemas.microsoft.com/office/drawing/2014/main" id="{351347ED-732F-D76A-DCB5-F4EC733CA9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D63EA2B5-1EA7-CA97-DE4C-5B772A0C90D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0DDF2C7C-6294-4911-EB21-0AF8F89CA09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B008B40-CFC3-B13F-A63F-516CD88BA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8250" y="1194100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6F07654C-9432-EBB5-3C2A-05E198C88A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41185" y="1194100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52EFCFE-B99E-92D9-66E4-708E764BD0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250" y="2853368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63" name="Picture Placeholder 58">
            <a:extLst>
              <a:ext uri="{FF2B5EF4-FFF2-40B4-BE49-F238E27FC236}">
                <a16:creationId xmlns:a16="http://schemas.microsoft.com/office/drawing/2014/main" id="{99FF3143-D5AF-7AC3-BC28-8AECE752AB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41185" y="2853368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46E06608-279C-0BDC-F20D-6D6072A073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4512637"/>
            <a:ext cx="6378033" cy="55928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text</a:t>
            </a:r>
            <a:br>
              <a:rPr lang="en-US"/>
            </a:br>
            <a:r>
              <a:rPr lang="en-US"/>
              <a:t>(2 lines)</a:t>
            </a:r>
          </a:p>
        </p:txBody>
      </p:sp>
      <p:sp>
        <p:nvSpPr>
          <p:cNvPr id="65" name="Picture Placeholder 58">
            <a:extLst>
              <a:ext uri="{FF2B5EF4-FFF2-40B4-BE49-F238E27FC236}">
                <a16:creationId xmlns:a16="http://schemas.microsoft.com/office/drawing/2014/main" id="{5F901A2E-9671-AF2E-EFFA-D984789EEA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41185" y="4512637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081FE22-567C-A87A-9295-6FEAF14351E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294445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Key Points (3 lines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>
            <a:extLst>
              <a:ext uri="{FF2B5EF4-FFF2-40B4-BE49-F238E27FC236}">
                <a16:creationId xmlns:a16="http://schemas.microsoft.com/office/drawing/2014/main" id="{2C239EA2-090D-7235-21A6-C3805885E15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668D81C4-5E36-DD51-FA4E-55ACDF5A7254}"/>
              </a:ext>
            </a:extLst>
          </p:cNvPr>
          <p:cNvSpPr/>
          <p:nvPr userDrawn="1"/>
        </p:nvSpPr>
        <p:spPr>
          <a:xfrm>
            <a:off x="-6" y="0"/>
            <a:ext cx="6096005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6" name="Straight Connector 6">
            <a:extLst>
              <a:ext uri="{FF2B5EF4-FFF2-40B4-BE49-F238E27FC236}">
                <a16:creationId xmlns:a16="http://schemas.microsoft.com/office/drawing/2014/main" id="{2775F081-2771-8151-9B42-ED5642D89AD6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9" name="Rectangle 28">
            <a:extLst>
              <a:ext uri="{FF2B5EF4-FFF2-40B4-BE49-F238E27FC236}">
                <a16:creationId xmlns:a16="http://schemas.microsoft.com/office/drawing/2014/main" id="{CAE31A05-C6B3-CB6A-70FB-8E1523C78C2D}"/>
              </a:ext>
            </a:extLst>
          </p:cNvPr>
          <p:cNvSpPr/>
          <p:nvPr userDrawn="1"/>
        </p:nvSpPr>
        <p:spPr>
          <a:xfrm>
            <a:off x="4193123" y="873310"/>
            <a:ext cx="1787168" cy="4543990"/>
          </a:xfrm>
          <a:prstGeom prst="rect">
            <a:avLst/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52" name="Straight Connector 6">
            <a:extLst>
              <a:ext uri="{FF2B5EF4-FFF2-40B4-BE49-F238E27FC236}">
                <a16:creationId xmlns:a16="http://schemas.microsoft.com/office/drawing/2014/main" id="{13C24A31-F9FD-4DD0-FDE8-51B1D0EFC57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2426209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3" name="Straight Connector 6">
            <a:extLst>
              <a:ext uri="{FF2B5EF4-FFF2-40B4-BE49-F238E27FC236}">
                <a16:creationId xmlns:a16="http://schemas.microsoft.com/office/drawing/2014/main" id="{3AEB184C-3356-DEA9-D3E1-B5E49437B327}"/>
              </a:ext>
            </a:extLst>
          </p:cNvPr>
          <p:cNvCxnSpPr>
            <a:cxnSpLocks/>
          </p:cNvCxnSpPr>
          <p:nvPr userDrawn="1"/>
        </p:nvCxnSpPr>
        <p:spPr>
          <a:xfrm>
            <a:off x="4193123" y="4085477"/>
            <a:ext cx="7233702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D63EA2B5-1EA7-CA97-DE4C-5B772A0C90DC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6" name="Text Placeholder 9">
            <a:extLst>
              <a:ext uri="{FF2B5EF4-FFF2-40B4-BE49-F238E27FC236}">
                <a16:creationId xmlns:a16="http://schemas.microsoft.com/office/drawing/2014/main" id="{0DDF2C7C-6294-4911-EB21-0AF8F89CA096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EB008B40-CFC3-B13F-A63F-516CD88BAA8B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048250" y="1194099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59" name="Picture Placeholder 58">
            <a:extLst>
              <a:ext uri="{FF2B5EF4-FFF2-40B4-BE49-F238E27FC236}">
                <a16:creationId xmlns:a16="http://schemas.microsoft.com/office/drawing/2014/main" id="{6F07654C-9432-EBB5-3C2A-05E198C88A0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241185" y="1194100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752EFCFE-B99E-92D9-66E4-708E764BD04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048250" y="2853367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63" name="Picture Placeholder 58">
            <a:extLst>
              <a:ext uri="{FF2B5EF4-FFF2-40B4-BE49-F238E27FC236}">
                <a16:creationId xmlns:a16="http://schemas.microsoft.com/office/drawing/2014/main" id="{99FF3143-D5AF-7AC3-BC28-8AECE752ABA4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4241185" y="2853368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46E06608-279C-0BDC-F20D-6D6072A0738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048250" y="4512636"/>
            <a:ext cx="6378033" cy="804951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spcBef>
                <a:spcPts val="0"/>
              </a:spcBef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</a:t>
            </a:r>
            <a:br>
              <a:rPr lang="en-US"/>
            </a:br>
            <a:r>
              <a:rPr lang="en-US"/>
              <a:t>to add text</a:t>
            </a:r>
            <a:br>
              <a:rPr lang="en-US"/>
            </a:br>
            <a:r>
              <a:rPr lang="en-US"/>
              <a:t>(3lines)</a:t>
            </a:r>
          </a:p>
        </p:txBody>
      </p:sp>
      <p:sp>
        <p:nvSpPr>
          <p:cNvPr id="65" name="Picture Placeholder 58">
            <a:extLst>
              <a:ext uri="{FF2B5EF4-FFF2-40B4-BE49-F238E27FC236}">
                <a16:creationId xmlns:a16="http://schemas.microsoft.com/office/drawing/2014/main" id="{5F901A2E-9671-AF2E-EFFA-D984789EEA2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4241185" y="4512637"/>
            <a:ext cx="559286" cy="55928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F7E874-5C1F-DD7D-DD54-333A68117DA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49212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Kép 10">
            <a:extLst>
              <a:ext uri="{FF2B5EF4-FFF2-40B4-BE49-F238E27FC236}">
                <a16:creationId xmlns:a16="http://schemas.microsoft.com/office/drawing/2014/main" id="{84C3ADAF-6C0C-1C62-0576-EBE9DA6A440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222209" cy="6858000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0B237DAF-5455-E35C-02CB-1C2E73978FD7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9" name="Straight Connector 6">
            <a:extLst>
              <a:ext uri="{FF2B5EF4-FFF2-40B4-BE49-F238E27FC236}">
                <a16:creationId xmlns:a16="http://schemas.microsoft.com/office/drawing/2014/main" id="{A6AC7960-6A28-F558-6714-30BA4AA215B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B647211-27A7-4468-08DF-22C18C22918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BF32276E-1DFE-38B3-513D-0F956126AE1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5" name="Media Placeholder 24">
            <a:extLst>
              <a:ext uri="{FF2B5EF4-FFF2-40B4-BE49-F238E27FC236}">
                <a16:creationId xmlns:a16="http://schemas.microsoft.com/office/drawing/2014/main" id="{D3D19B6A-3CBC-FBAD-1245-E94A1CE9BE33}"/>
              </a:ext>
            </a:extLst>
          </p:cNvPr>
          <p:cNvSpPr>
            <a:spLocks noGrp="1"/>
          </p:cNvSpPr>
          <p:nvPr>
            <p:ph type="media" sz="quarter" idx="13" hasCustomPrompt="1"/>
          </p:nvPr>
        </p:nvSpPr>
        <p:spPr>
          <a:xfrm>
            <a:off x="3568700" y="638175"/>
            <a:ext cx="8623300" cy="47783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video</a:t>
            </a:r>
            <a:endParaRPr lang="ru-R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0960A8E-D9CE-F4C8-BB42-4599BB2FF0B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0660342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pward Growt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Csoportba foglalás 12">
            <a:extLst>
              <a:ext uri="{FF2B5EF4-FFF2-40B4-BE49-F238E27FC236}">
                <a16:creationId xmlns:a16="http://schemas.microsoft.com/office/drawing/2014/main" id="{8D40BAF4-9BDC-2B3C-4C1C-7C474C9BB183}"/>
              </a:ext>
            </a:extLst>
          </p:cNvPr>
          <p:cNvGrpSpPr/>
          <p:nvPr userDrawn="1"/>
        </p:nvGrpSpPr>
        <p:grpSpPr>
          <a:xfrm>
            <a:off x="3671887" y="0"/>
            <a:ext cx="8520113" cy="6858000"/>
            <a:chOff x="3671888" y="0"/>
            <a:chExt cx="8520113" cy="6858000"/>
          </a:xfrm>
        </p:grpSpPr>
        <p:pic>
          <p:nvPicPr>
            <p:cNvPr id="17" name="Picture 15">
              <a:extLst>
                <a:ext uri="{FF2B5EF4-FFF2-40B4-BE49-F238E27FC236}">
                  <a16:creationId xmlns:a16="http://schemas.microsoft.com/office/drawing/2014/main" id="{8BB2A13D-271D-1C57-3EB0-3E65C06647A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9" y="0"/>
              <a:ext cx="8520112" cy="6858000"/>
            </a:xfrm>
            <a:prstGeom prst="rect">
              <a:avLst/>
            </a:prstGeom>
          </p:spPr>
        </p:pic>
        <p:sp>
          <p:nvSpPr>
            <p:cNvPr id="18" name="Rectangle 5">
              <a:extLst>
                <a:ext uri="{FF2B5EF4-FFF2-40B4-BE49-F238E27FC236}">
                  <a16:creationId xmlns:a16="http://schemas.microsoft.com/office/drawing/2014/main" id="{2452B415-3CCE-D2DB-FB7A-5C65F9CB5983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36" name="Straight Connector 6">
            <a:extLst>
              <a:ext uri="{FF2B5EF4-FFF2-40B4-BE49-F238E27FC236}">
                <a16:creationId xmlns:a16="http://schemas.microsoft.com/office/drawing/2014/main" id="{3CC75229-93A9-8E29-B265-1089295364A8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8" name="Straight Connector 6">
            <a:extLst>
              <a:ext uri="{FF2B5EF4-FFF2-40B4-BE49-F238E27FC236}">
                <a16:creationId xmlns:a16="http://schemas.microsoft.com/office/drawing/2014/main" id="{B68A5179-59BC-95C5-1232-C0EF31D1C64D}"/>
              </a:ext>
            </a:extLst>
          </p:cNvPr>
          <p:cNvCxnSpPr>
            <a:cxnSpLocks/>
          </p:cNvCxnSpPr>
          <p:nvPr userDrawn="1"/>
        </p:nvCxnSpPr>
        <p:spPr>
          <a:xfrm flipH="1">
            <a:off x="4030789" y="5648325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1" name="Straight Connector 6">
            <a:extLst>
              <a:ext uri="{FF2B5EF4-FFF2-40B4-BE49-F238E27FC236}">
                <a16:creationId xmlns:a16="http://schemas.microsoft.com/office/drawing/2014/main" id="{C9535F38-E787-9DAD-E673-EFBB6394FC2D}"/>
              </a:ext>
            </a:extLst>
          </p:cNvPr>
          <p:cNvCxnSpPr>
            <a:cxnSpLocks/>
          </p:cNvCxnSpPr>
          <p:nvPr userDrawn="1"/>
        </p:nvCxnSpPr>
        <p:spPr>
          <a:xfrm flipH="1">
            <a:off x="5170318" y="4735012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4" name="Straight Connector 6">
            <a:extLst>
              <a:ext uri="{FF2B5EF4-FFF2-40B4-BE49-F238E27FC236}">
                <a16:creationId xmlns:a16="http://schemas.microsoft.com/office/drawing/2014/main" id="{5AD0859E-BF28-8885-656B-C23C05D76C84}"/>
              </a:ext>
            </a:extLst>
          </p:cNvPr>
          <p:cNvCxnSpPr>
            <a:cxnSpLocks/>
          </p:cNvCxnSpPr>
          <p:nvPr userDrawn="1"/>
        </p:nvCxnSpPr>
        <p:spPr>
          <a:xfrm flipH="1">
            <a:off x="6309847" y="3821697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7" name="Straight Connector 6">
            <a:extLst>
              <a:ext uri="{FF2B5EF4-FFF2-40B4-BE49-F238E27FC236}">
                <a16:creationId xmlns:a16="http://schemas.microsoft.com/office/drawing/2014/main" id="{8867D8EC-FFE9-A476-0C69-07C929B85979}"/>
              </a:ext>
            </a:extLst>
          </p:cNvPr>
          <p:cNvCxnSpPr>
            <a:cxnSpLocks/>
          </p:cNvCxnSpPr>
          <p:nvPr userDrawn="1"/>
        </p:nvCxnSpPr>
        <p:spPr>
          <a:xfrm flipH="1">
            <a:off x="7449376" y="2908382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1" name="Straight Connector 6">
            <a:extLst>
              <a:ext uri="{FF2B5EF4-FFF2-40B4-BE49-F238E27FC236}">
                <a16:creationId xmlns:a16="http://schemas.microsoft.com/office/drawing/2014/main" id="{7A2F4EE3-2443-836B-F06E-DCCD55C82F13}"/>
              </a:ext>
            </a:extLst>
          </p:cNvPr>
          <p:cNvCxnSpPr>
            <a:cxnSpLocks/>
          </p:cNvCxnSpPr>
          <p:nvPr userDrawn="1"/>
        </p:nvCxnSpPr>
        <p:spPr>
          <a:xfrm flipH="1">
            <a:off x="8588906" y="1995067"/>
            <a:ext cx="1728000" cy="0"/>
          </a:xfrm>
          <a:prstGeom prst="line">
            <a:avLst/>
          </a:prstGeom>
          <a:noFill/>
          <a:ln w="9525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sp>
        <p:nvSpPr>
          <p:cNvPr id="53" name="Text Placeholder 9">
            <a:extLst>
              <a:ext uri="{FF2B5EF4-FFF2-40B4-BE49-F238E27FC236}">
                <a16:creationId xmlns:a16="http://schemas.microsoft.com/office/drawing/2014/main" id="{410B011C-A24D-E6D4-C2F1-49248AB5D3C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477A45BD-756C-C819-64A7-EBC4E4D398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55" name="Text Placeholder 20">
            <a:extLst>
              <a:ext uri="{FF2B5EF4-FFF2-40B4-BE49-F238E27FC236}">
                <a16:creationId xmlns:a16="http://schemas.microsoft.com/office/drawing/2014/main" id="{18D3C8D3-C83A-E705-CC7D-A7382F033FC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967108" y="4503237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6" name="Text Placeholder 20">
            <a:extLst>
              <a:ext uri="{FF2B5EF4-FFF2-40B4-BE49-F238E27FC236}">
                <a16:creationId xmlns:a16="http://schemas.microsoft.com/office/drawing/2014/main" id="{22959BE4-5D3D-C245-5A2C-82A8077AC084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105133" y="3589922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7" name="Text Placeholder 20">
            <a:extLst>
              <a:ext uri="{FF2B5EF4-FFF2-40B4-BE49-F238E27FC236}">
                <a16:creationId xmlns:a16="http://schemas.microsoft.com/office/drawing/2014/main" id="{F65DEF95-2D18-7907-D4E8-D731BEEA59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243158" y="2676607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8" name="Text Placeholder 20">
            <a:extLst>
              <a:ext uri="{FF2B5EF4-FFF2-40B4-BE49-F238E27FC236}">
                <a16:creationId xmlns:a16="http://schemas.microsoft.com/office/drawing/2014/main" id="{29B1716D-462F-EF16-F511-BDEE8988CF4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29083" y="5416550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59" name="Text Placeholder 20">
            <a:extLst>
              <a:ext uri="{FF2B5EF4-FFF2-40B4-BE49-F238E27FC236}">
                <a16:creationId xmlns:a16="http://schemas.microsoft.com/office/drawing/2014/main" id="{6996E84A-C1FE-088E-E227-6903785AC25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0381182" y="1763292"/>
            <a:ext cx="1452043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3" name="Text Placeholder 20">
            <a:extLst>
              <a:ext uri="{FF2B5EF4-FFF2-40B4-BE49-F238E27FC236}">
                <a16:creationId xmlns:a16="http://schemas.microsoft.com/office/drawing/2014/main" id="{289D44D4-D27D-98A7-CD6C-FDD75357B8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8588906" y="1392451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5" name="Text Placeholder 20">
            <a:extLst>
              <a:ext uri="{FF2B5EF4-FFF2-40B4-BE49-F238E27FC236}">
                <a16:creationId xmlns:a16="http://schemas.microsoft.com/office/drawing/2014/main" id="{BF161ACE-A7D2-4879-A421-95604043871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449376" y="2307060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7" name="Text Placeholder 20">
            <a:extLst>
              <a:ext uri="{FF2B5EF4-FFF2-40B4-BE49-F238E27FC236}">
                <a16:creationId xmlns:a16="http://schemas.microsoft.com/office/drawing/2014/main" id="{87019DFC-8643-C17C-2839-4749F301553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309847" y="3220695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9" name="Text Placeholder 20">
            <a:extLst>
              <a:ext uri="{FF2B5EF4-FFF2-40B4-BE49-F238E27FC236}">
                <a16:creationId xmlns:a16="http://schemas.microsoft.com/office/drawing/2014/main" id="{AB73A8AD-C6DC-DF49-CE52-FE6570F70796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70318" y="4135582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sp>
        <p:nvSpPr>
          <p:cNvPr id="11" name="Text Placeholder 20">
            <a:extLst>
              <a:ext uri="{FF2B5EF4-FFF2-40B4-BE49-F238E27FC236}">
                <a16:creationId xmlns:a16="http://schemas.microsoft.com/office/drawing/2014/main" id="{04099957-5E93-9435-5CB7-1E5ECF9058A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030789" y="5048894"/>
            <a:ext cx="1549152" cy="26169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kumimoji="0" lang="en-GB" sz="1400" b="1" i="0" u="none" strike="noStrike" kern="0" cap="none" spc="0" normalizeH="0" baseline="0" noProof="0" dirty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</a:defRPr>
            </a:lvl1pPr>
          </a:lstStyle>
          <a:p>
            <a:pPr marL="228600" marR="0" lvl="0" indent="-228600" fontAlgn="auto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tabLst/>
            </a:pPr>
            <a:r>
              <a:rPr kumimoji="0" lang="en-US" sz="1400" b="1" i="0" u="none" strike="noStrike" kern="0" cap="none" spc="0" normalizeH="0" baseline="0" noProof="0">
                <a:ln>
                  <a:noFill/>
                </a:ln>
                <a:solidFill>
                  <a:srgbClr val="D31B2C"/>
                </a:solidFill>
                <a:effectLst/>
                <a:uLnTx/>
                <a:uFillTx/>
                <a:latin typeface="Lato"/>
                <a:ea typeface="+mn-ea"/>
                <a:cs typeface="+mn-cs"/>
              </a:rPr>
              <a:t>Click to add text</a:t>
            </a:r>
            <a:endParaRPr kumimoji="0" lang="en-GB" sz="1400" b="1" i="0" u="none" strike="noStrike" kern="0" cap="none" spc="0" normalizeH="0" baseline="0" noProof="0">
              <a:ln>
                <a:noFill/>
              </a:ln>
              <a:solidFill>
                <a:srgbClr val="D31B2C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2ADE510-B5C2-D73B-9DAB-82613C1454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13" name="Text Placeholder 9">
            <a:extLst>
              <a:ext uri="{FF2B5EF4-FFF2-40B4-BE49-F238E27FC236}">
                <a16:creationId xmlns:a16="http://schemas.microsoft.com/office/drawing/2014/main" id="{52732433-B800-5DBD-83C3-BB04EDB47ABF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30790" y="5350201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2659A209-38AA-8E0D-D0B9-9CE456DA22A0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170318" y="4436889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00A2BE5A-EC44-FAD8-9533-252A93EA7D0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309847" y="3522002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56B05D8B-26A7-7BB2-0D70-D7C5323649D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449376" y="2608367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DA50CE73-0202-903B-56A5-5B6F392100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8588906" y="1693758"/>
            <a:ext cx="1549152" cy="261694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data</a:t>
            </a:r>
          </a:p>
        </p:txBody>
      </p:sp>
    </p:spTree>
    <p:extLst>
      <p:ext uri="{BB962C8B-B14F-4D97-AF65-F5344CB8AC3E}">
        <p14:creationId xmlns:p14="http://schemas.microsoft.com/office/powerpoint/2010/main" val="420479186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FC8C482-F4F5-509E-A011-67903966AD7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34560" y="-1"/>
            <a:ext cx="12261120" cy="6858001"/>
          </a:xfrm>
          <a:prstGeom prst="rect">
            <a:avLst/>
          </a:prstGeom>
        </p:spPr>
      </p:pic>
      <p:cxnSp>
        <p:nvCxnSpPr>
          <p:cNvPr id="29" name="Straight Connector 6">
            <a:extLst>
              <a:ext uri="{FF2B5EF4-FFF2-40B4-BE49-F238E27FC236}">
                <a16:creationId xmlns:a16="http://schemas.microsoft.com/office/drawing/2014/main" id="{8C8588E8-7B6E-11AC-5B2E-56FF611054EA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37" name="Straight Connector 6">
            <a:extLst>
              <a:ext uri="{FF2B5EF4-FFF2-40B4-BE49-F238E27FC236}">
                <a16:creationId xmlns:a16="http://schemas.microsoft.com/office/drawing/2014/main" id="{B1195CEB-B743-65BA-6A61-DAC96B21AFB3}"/>
              </a:ext>
            </a:extLst>
          </p:cNvPr>
          <p:cNvCxnSpPr>
            <a:cxnSpLocks/>
          </p:cNvCxnSpPr>
          <p:nvPr userDrawn="1"/>
        </p:nvCxnSpPr>
        <p:spPr>
          <a:xfrm>
            <a:off x="1403351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39" name="Straight Connector 6">
            <a:extLst>
              <a:ext uri="{FF2B5EF4-FFF2-40B4-BE49-F238E27FC236}">
                <a16:creationId xmlns:a16="http://schemas.microsoft.com/office/drawing/2014/main" id="{F12E89CE-E39B-B436-93EE-5FC42A636C45}"/>
              </a:ext>
            </a:extLst>
          </p:cNvPr>
          <p:cNvCxnSpPr>
            <a:cxnSpLocks/>
          </p:cNvCxnSpPr>
          <p:nvPr userDrawn="1"/>
        </p:nvCxnSpPr>
        <p:spPr>
          <a:xfrm>
            <a:off x="3340101" y="2116839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43" name="Straight Connector 6">
            <a:extLst>
              <a:ext uri="{FF2B5EF4-FFF2-40B4-BE49-F238E27FC236}">
                <a16:creationId xmlns:a16="http://schemas.microsoft.com/office/drawing/2014/main" id="{B79360FC-4B9C-9A45-6C0D-781C5AD2E0A0}"/>
              </a:ext>
            </a:extLst>
          </p:cNvPr>
          <p:cNvCxnSpPr>
            <a:cxnSpLocks/>
          </p:cNvCxnSpPr>
          <p:nvPr userDrawn="1"/>
        </p:nvCxnSpPr>
        <p:spPr>
          <a:xfrm>
            <a:off x="7220649" y="2116839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cxnSp>
        <p:nvCxnSpPr>
          <p:cNvPr id="50" name="Straight Connector 6">
            <a:extLst>
              <a:ext uri="{FF2B5EF4-FFF2-40B4-BE49-F238E27FC236}">
                <a16:creationId xmlns:a16="http://schemas.microsoft.com/office/drawing/2014/main" id="{6749B2FF-FEA1-75DE-6DE8-52DD34D7CB23}"/>
              </a:ext>
            </a:extLst>
          </p:cNvPr>
          <p:cNvCxnSpPr>
            <a:cxnSpLocks/>
          </p:cNvCxnSpPr>
          <p:nvPr userDrawn="1"/>
        </p:nvCxnSpPr>
        <p:spPr>
          <a:xfrm>
            <a:off x="5275629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52" name="Graphic 51">
            <a:extLst>
              <a:ext uri="{FF2B5EF4-FFF2-40B4-BE49-F238E27FC236}">
                <a16:creationId xmlns:a16="http://schemas.microsoft.com/office/drawing/2014/main" id="{DDF9F73A-2BB1-11AC-D7DC-8E682A999F7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720042" y="3228151"/>
            <a:ext cx="443132" cy="443132"/>
          </a:xfrm>
          <a:prstGeom prst="rect">
            <a:avLst/>
          </a:prstGeom>
        </p:spPr>
      </p:pic>
      <p:pic>
        <p:nvPicPr>
          <p:cNvPr id="65" name="Graphic 64">
            <a:extLst>
              <a:ext uri="{FF2B5EF4-FFF2-40B4-BE49-F238E27FC236}">
                <a16:creationId xmlns:a16="http://schemas.microsoft.com/office/drawing/2014/main" id="{7DF45286-4033-ECBD-8305-6532033C97B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57943" y="3228151"/>
            <a:ext cx="443132" cy="443132"/>
          </a:xfrm>
          <a:prstGeom prst="rect">
            <a:avLst/>
          </a:prstGeom>
        </p:spPr>
      </p:pic>
      <p:pic>
        <p:nvPicPr>
          <p:cNvPr id="66" name="Graphic 65">
            <a:extLst>
              <a:ext uri="{FF2B5EF4-FFF2-40B4-BE49-F238E27FC236}">
                <a16:creationId xmlns:a16="http://schemas.microsoft.com/office/drawing/2014/main" id="{D869D634-1B9B-198D-22B0-DE3F27B6B34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0590" y="3228151"/>
            <a:ext cx="443132" cy="443132"/>
          </a:xfrm>
          <a:prstGeom prst="rect">
            <a:avLst/>
          </a:prstGeom>
        </p:spPr>
      </p:pic>
      <p:cxnSp>
        <p:nvCxnSpPr>
          <p:cNvPr id="69" name="Straight Connector 6">
            <a:extLst>
              <a:ext uri="{FF2B5EF4-FFF2-40B4-BE49-F238E27FC236}">
                <a16:creationId xmlns:a16="http://schemas.microsoft.com/office/drawing/2014/main" id="{56FC5507-FF2D-5DDA-4DAD-6EF721AF7665}"/>
              </a:ext>
            </a:extLst>
          </p:cNvPr>
          <p:cNvCxnSpPr>
            <a:cxnSpLocks/>
          </p:cNvCxnSpPr>
          <p:nvPr userDrawn="1"/>
        </p:nvCxnSpPr>
        <p:spPr>
          <a:xfrm>
            <a:off x="9147907" y="3241717"/>
            <a:ext cx="0" cy="1584000"/>
          </a:xfrm>
          <a:prstGeom prst="line">
            <a:avLst/>
          </a:prstGeom>
          <a:noFill/>
          <a:ln w="12700" cap="flat" cmpd="sng" algn="ctr">
            <a:solidFill>
              <a:schemeClr val="bg1"/>
            </a:solidFill>
            <a:prstDash val="solid"/>
            <a:miter lim="800000"/>
          </a:ln>
          <a:effectLst/>
        </p:spPr>
      </p:cxnSp>
      <p:pic>
        <p:nvPicPr>
          <p:cNvPr id="70" name="Graphic 69">
            <a:extLst>
              <a:ext uri="{FF2B5EF4-FFF2-40B4-BE49-F238E27FC236}">
                <a16:creationId xmlns:a16="http://schemas.microsoft.com/office/drawing/2014/main" id="{191A530B-2838-7877-F23A-D307CD63FCB7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4356" y="3228151"/>
            <a:ext cx="443132" cy="443132"/>
          </a:xfrm>
          <a:prstGeom prst="rect">
            <a:avLst/>
          </a:prstGeom>
        </p:spPr>
      </p:pic>
      <p:sp>
        <p:nvSpPr>
          <p:cNvPr id="74" name="Text Placeholder 20">
            <a:extLst>
              <a:ext uri="{FF2B5EF4-FFF2-40B4-BE49-F238E27FC236}">
                <a16:creationId xmlns:a16="http://schemas.microsoft.com/office/drawing/2014/main" id="{B454D3A7-BBA4-2D6C-631F-BF0D5E6FF3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451665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5" name="Text Placeholder 20">
            <a:extLst>
              <a:ext uri="{FF2B5EF4-FFF2-40B4-BE49-F238E27FC236}">
                <a16:creationId xmlns:a16="http://schemas.microsoft.com/office/drawing/2014/main" id="{6DBC1C57-5AA5-A9D1-AEAE-0BA514646C9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11391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6" name="Text Placeholder 20">
            <a:extLst>
              <a:ext uri="{FF2B5EF4-FFF2-40B4-BE49-F238E27FC236}">
                <a16:creationId xmlns:a16="http://schemas.microsoft.com/office/drawing/2014/main" id="{B1A1ED69-6E85-2C8D-DF6E-BC2976FB3CA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71117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7" name="Text Placeholder 20">
            <a:extLst>
              <a:ext uri="{FF2B5EF4-FFF2-40B4-BE49-F238E27FC236}">
                <a16:creationId xmlns:a16="http://schemas.microsoft.com/office/drawing/2014/main" id="{F57DDB91-1EED-486C-B642-3191207A694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391938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XXXX</a:t>
            </a:r>
            <a:endParaRPr lang="ru-RU"/>
          </a:p>
        </p:txBody>
      </p:sp>
      <p:sp>
        <p:nvSpPr>
          <p:cNvPr id="78" name="Text Placeholder 20">
            <a:extLst>
              <a:ext uri="{FF2B5EF4-FFF2-40B4-BE49-F238E27FC236}">
                <a16:creationId xmlns:a16="http://schemas.microsoft.com/office/drawing/2014/main" id="{B61D4CD1-CB0D-81AA-7125-655E67B9DB4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323943" y="3237027"/>
            <a:ext cx="1314600" cy="463550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kumimoji="0" lang="ru-RU" sz="2700" b="1" i="0" u="none" strike="noStrike" kern="0" cap="none" spc="30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  <a:lvl2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2pPr>
            <a:lvl3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3pPr>
            <a:lvl4pPr>
              <a:defRPr kumimoji="0" lang="en-US" sz="4200" b="1" i="0" u="none" strike="noStrike" kern="0" cap="none" spc="0" normalizeH="0" baseline="0" dirty="0" smtClean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4pPr>
            <a:lvl5pPr>
              <a:defRPr kumimoji="0" lang="ru-RU" sz="4200" b="1" i="0" u="none" strike="noStrike" kern="0" cap="none" spc="0" normalizeH="0" baseline="0" dirty="0">
                <a:ln>
                  <a:noFill/>
                </a:ln>
                <a:solidFill>
                  <a:srgbClr val="0ECCDE"/>
                </a:solidFill>
                <a:effectLst/>
                <a:uLnTx/>
                <a:uFillTx/>
                <a:latin typeface="Lato"/>
                <a:ea typeface="+mn-ea"/>
                <a:cs typeface="+mn-cs"/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XXXX</a:t>
            </a:r>
            <a:endParaRPr lang="ru-RU"/>
          </a:p>
        </p:txBody>
      </p:sp>
      <p:sp>
        <p:nvSpPr>
          <p:cNvPr id="84" name="Text Placeholder 9">
            <a:extLst>
              <a:ext uri="{FF2B5EF4-FFF2-40B4-BE49-F238E27FC236}">
                <a16:creationId xmlns:a16="http://schemas.microsoft.com/office/drawing/2014/main" id="{1FF4B8E0-0A9C-9EF4-CFB3-5D3BE0E4DF3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6352254-F992-2F6E-3AD4-983F921436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94ECB36-CDF7-EF46-8EFF-53B70A45ECC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1571625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4689618-7B8C-8000-6711-409AB85C7892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443394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C793FE6-1D0E-F677-EB71-B4FBEB2177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315672" y="3943350"/>
            <a:ext cx="1549400" cy="8397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03F83DA-1805-9C92-042F-87F27DE0B1C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391938" y="2138231"/>
            <a:ext cx="1549400" cy="839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C0F6B73-E1B8-ABC8-B6EA-AC76220F75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511390" y="2138231"/>
            <a:ext cx="1549400" cy="839788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lang="en-US" sz="14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sz="1400">
                <a:solidFill>
                  <a:schemeClr val="bg1"/>
                </a:solidFill>
              </a:defRPr>
            </a:lvl2pPr>
            <a:lvl3pPr>
              <a:defRPr sz="1400">
                <a:solidFill>
                  <a:schemeClr val="bg1"/>
                </a:solidFill>
              </a:defRPr>
            </a:lvl3pPr>
            <a:lvl4pPr>
              <a:defRPr sz="1400">
                <a:solidFill>
                  <a:schemeClr val="bg1"/>
                </a:solidFill>
              </a:defRPr>
            </a:lvl4pPr>
            <a:lvl5pPr>
              <a:defRPr sz="14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934705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w Artic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Kép 10">
            <a:extLst>
              <a:ext uri="{FF2B5EF4-FFF2-40B4-BE49-F238E27FC236}">
                <a16:creationId xmlns:a16="http://schemas.microsoft.com/office/drawing/2014/main" id="{78225C66-E24B-8066-1E58-259499CA7A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19" name="Straight Connector 6">
            <a:extLst>
              <a:ext uri="{FF2B5EF4-FFF2-40B4-BE49-F238E27FC236}">
                <a16:creationId xmlns:a16="http://schemas.microsoft.com/office/drawing/2014/main" id="{226F56A5-1694-58BD-C88E-7267B7943F8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49F2F9EE-EDD0-4080-ACB4-C748B4B3053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390557"/>
            <a:ext cx="11067508" cy="466281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28FA3FD8-2EC8-A85D-EC58-CA4693E79B34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762000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sp>
        <p:nvSpPr>
          <p:cNvPr id="28" name="Picture Placeholder 26">
            <a:extLst>
              <a:ext uri="{FF2B5EF4-FFF2-40B4-BE49-F238E27FC236}">
                <a16:creationId xmlns:a16="http://schemas.microsoft.com/office/drawing/2014/main" id="{08FF9FAA-034B-C0DE-ECA3-BD1D29013A5D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232275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sp>
        <p:nvSpPr>
          <p:cNvPr id="29" name="Picture Placeholder 26">
            <a:extLst>
              <a:ext uri="{FF2B5EF4-FFF2-40B4-BE49-F238E27FC236}">
                <a16:creationId xmlns:a16="http://schemas.microsoft.com/office/drawing/2014/main" id="{4FA34BCA-F6CD-AB9B-E05D-D3697615BBA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702550" y="2279650"/>
            <a:ext cx="3317875" cy="33686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add screenshot</a:t>
            </a:r>
            <a:endParaRPr lang="ru-RU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EB1A329-42D1-4EEC-358A-4F74E6F841C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81791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Kép 10">
            <a:extLst>
              <a:ext uri="{FF2B5EF4-FFF2-40B4-BE49-F238E27FC236}">
                <a16:creationId xmlns:a16="http://schemas.microsoft.com/office/drawing/2014/main" id="{671BEAAE-B57C-84B0-FBA1-23C72F876A3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3" name="Rectangle 5">
            <a:extLst>
              <a:ext uri="{FF2B5EF4-FFF2-40B4-BE49-F238E27FC236}">
                <a16:creationId xmlns:a16="http://schemas.microsoft.com/office/drawing/2014/main" id="{24B9111F-B51B-0432-F798-D87298509910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24" name="Straight Connector 6">
            <a:extLst>
              <a:ext uri="{FF2B5EF4-FFF2-40B4-BE49-F238E27FC236}">
                <a16:creationId xmlns:a16="http://schemas.microsoft.com/office/drawing/2014/main" id="{C9DC2785-C2A3-AFFE-F772-82F55211BC2C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pic>
        <p:nvPicPr>
          <p:cNvPr id="29" name="Picture 28" descr="A black and white logo&#10;&#10;Description automatically generated">
            <a:extLst>
              <a:ext uri="{FF2B5EF4-FFF2-40B4-BE49-F238E27FC236}">
                <a16:creationId xmlns:a16="http://schemas.microsoft.com/office/drawing/2014/main" id="{3C143C44-1C5C-7CB4-970C-B5C565D3E60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24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80860" y="5795963"/>
            <a:ext cx="1125023" cy="867508"/>
          </a:xfrm>
          <a:prstGeom prst="rect">
            <a:avLst/>
          </a:prstGeom>
        </p:spPr>
      </p:pic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D5B5BD2B-6C85-378A-4965-5EAAFB939E3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4B713851-CD74-5687-85A4-D181C6C25871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2568713" y="2783136"/>
            <a:ext cx="4269600" cy="28336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7" name="Picture Placeholder 35">
            <a:extLst>
              <a:ext uri="{FF2B5EF4-FFF2-40B4-BE49-F238E27FC236}">
                <a16:creationId xmlns:a16="http://schemas.microsoft.com/office/drawing/2014/main" id="{F307ADAF-2C8A-8CD5-4AD4-EC05A37B58C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006213" y="-2"/>
            <a:ext cx="2833200" cy="268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8" name="Picture Placeholder 35">
            <a:extLst>
              <a:ext uri="{FF2B5EF4-FFF2-40B4-BE49-F238E27FC236}">
                <a16:creationId xmlns:a16="http://schemas.microsoft.com/office/drawing/2014/main" id="{E94AB0D2-030D-CCA7-18E7-2D5CE8A7FB3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936494" y="541192"/>
            <a:ext cx="2833200" cy="3538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9" name="Picture Placeholder 35">
            <a:extLst>
              <a:ext uri="{FF2B5EF4-FFF2-40B4-BE49-F238E27FC236}">
                <a16:creationId xmlns:a16="http://schemas.microsoft.com/office/drawing/2014/main" id="{F0FAB336-7487-B694-0668-24C908FA390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936493" y="4167949"/>
            <a:ext cx="2833200" cy="26892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44BFE883-979C-2E8D-79D1-94C28D5619E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200565" y="2063080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2" name="Text Placeholder 40">
            <a:extLst>
              <a:ext uri="{FF2B5EF4-FFF2-40B4-BE49-F238E27FC236}">
                <a16:creationId xmlns:a16="http://schemas.microsoft.com/office/drawing/2014/main" id="{77C748F4-093B-DDA0-6540-7073993BEA5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200565" y="2379321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46" name="Text Placeholder 40">
            <a:extLst>
              <a:ext uri="{FF2B5EF4-FFF2-40B4-BE49-F238E27FC236}">
                <a16:creationId xmlns:a16="http://schemas.microsoft.com/office/drawing/2014/main" id="{983EF415-FCA1-8755-F7AB-BEC4E538126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5310" y="4992805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7" name="Text Placeholder 40">
            <a:extLst>
              <a:ext uri="{FF2B5EF4-FFF2-40B4-BE49-F238E27FC236}">
                <a16:creationId xmlns:a16="http://schemas.microsoft.com/office/drawing/2014/main" id="{68F2D69F-A53F-BA07-94DB-BADE88ADA8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65310" y="5309046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48" name="Text Placeholder 40">
            <a:extLst>
              <a:ext uri="{FF2B5EF4-FFF2-40B4-BE49-F238E27FC236}">
                <a16:creationId xmlns:a16="http://schemas.microsoft.com/office/drawing/2014/main" id="{4CD8C29E-5D53-10DA-0E3D-185476D27F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773282" y="3455942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49" name="Text Placeholder 40">
            <a:extLst>
              <a:ext uri="{FF2B5EF4-FFF2-40B4-BE49-F238E27FC236}">
                <a16:creationId xmlns:a16="http://schemas.microsoft.com/office/drawing/2014/main" id="{C48E698A-6EB3-E429-E83E-9D1BDE6C250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773282" y="3772183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sp>
        <p:nvSpPr>
          <p:cNvPr id="50" name="Text Placeholder 40">
            <a:extLst>
              <a:ext uri="{FF2B5EF4-FFF2-40B4-BE49-F238E27FC236}">
                <a16:creationId xmlns:a16="http://schemas.microsoft.com/office/drawing/2014/main" id="{4EA65AA8-0960-853B-DB4D-A45CD9AC544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773282" y="4167917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1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name</a:t>
            </a:r>
          </a:p>
        </p:txBody>
      </p:sp>
      <p:sp>
        <p:nvSpPr>
          <p:cNvPr id="51" name="Text Placeholder 40">
            <a:extLst>
              <a:ext uri="{FF2B5EF4-FFF2-40B4-BE49-F238E27FC236}">
                <a16:creationId xmlns:a16="http://schemas.microsoft.com/office/drawing/2014/main" id="{6ECF0C0F-442C-F1CE-EC17-6BE8C8CAFAB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773282" y="4484158"/>
            <a:ext cx="18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 algn="l">
              <a:defRPr kumimoji="0" lang="en-US" sz="1400" b="0" i="0" u="none" strike="noStrike" kern="0" cap="none" spc="0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  <a:lvl2pPr>
              <a:defRPr lang="en-US" sz="1800" dirty="0" smtClean="0"/>
            </a:lvl2pPr>
            <a:lvl3pPr>
              <a:defRPr lang="en-US" sz="1800" dirty="0" smtClean="0"/>
            </a:lvl3pPr>
            <a:lvl4pPr>
              <a:defRPr lang="en-US" dirty="0" smtClean="0"/>
            </a:lvl4pPr>
            <a:lvl5pPr>
              <a:defRPr lang="ru-RU" dirty="0"/>
            </a:lvl5pPr>
          </a:lstStyle>
          <a:p>
            <a:pPr marL="0" marR="0" lvl="0" indent="0" algn="r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/>
              <a:t>Click to add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1A438C-D4F2-CEF7-4317-A748A305D6A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6413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Kép 10">
            <a:extLst>
              <a:ext uri="{FF2B5EF4-FFF2-40B4-BE49-F238E27FC236}">
                <a16:creationId xmlns:a16="http://schemas.microsoft.com/office/drawing/2014/main" id="{2C78654A-11B2-4311-0F6C-15C51C05965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B5A5225F-8206-C319-2871-548A3E52AD74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6100D2-E897-8CAC-268C-43A13F721F6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17" name="Straight Connector 6">
            <a:extLst>
              <a:ext uri="{FF2B5EF4-FFF2-40B4-BE49-F238E27FC236}">
                <a16:creationId xmlns:a16="http://schemas.microsoft.com/office/drawing/2014/main" id="{B448AE36-6F8A-4854-1A52-08926C975272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261A3653-6986-8EFF-33AF-D8690E1FC02A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038598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31" name="Picture Placeholder 35">
            <a:extLst>
              <a:ext uri="{FF2B5EF4-FFF2-40B4-BE49-F238E27FC236}">
                <a16:creationId xmlns:a16="http://schemas.microsoft.com/office/drawing/2014/main" id="{5659E202-C345-6E82-4C60-27437688B83B}"/>
              </a:ext>
            </a:extLst>
          </p:cNvPr>
          <p:cNvSpPr>
            <a:spLocks noGrp="1"/>
          </p:cNvSpPr>
          <p:nvPr userDrawn="1">
            <p:ph type="pic" sz="quarter" idx="13"/>
          </p:nvPr>
        </p:nvSpPr>
        <p:spPr>
          <a:xfrm>
            <a:off x="3120336" y="341888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2" name="Picture Placeholder 35">
            <a:extLst>
              <a:ext uri="{FF2B5EF4-FFF2-40B4-BE49-F238E27FC236}">
                <a16:creationId xmlns:a16="http://schemas.microsoft.com/office/drawing/2014/main" id="{47444E3B-BDAA-08C2-B296-2ACEE3E16E4B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200433" y="341888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3" name="Picture Placeholder 35">
            <a:extLst>
              <a:ext uri="{FF2B5EF4-FFF2-40B4-BE49-F238E27FC236}">
                <a16:creationId xmlns:a16="http://schemas.microsoft.com/office/drawing/2014/main" id="{58494B3E-66E1-D0CC-925A-607815755EB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200433" y="2871082"/>
            <a:ext cx="2448000" cy="30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5" name="Picture Placeholder 35">
            <a:extLst>
              <a:ext uri="{FF2B5EF4-FFF2-40B4-BE49-F238E27FC236}">
                <a16:creationId xmlns:a16="http://schemas.microsoft.com/office/drawing/2014/main" id="{90CF83ED-945B-4DF1-AE5E-9093FB7F35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653515" y="932538"/>
            <a:ext cx="2448000" cy="3060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0" name="Picture Placeholder 35">
            <a:extLst>
              <a:ext uri="{FF2B5EF4-FFF2-40B4-BE49-F238E27FC236}">
                <a16:creationId xmlns:a16="http://schemas.microsoft.com/office/drawing/2014/main" id="{5B2AE6DE-63FE-B356-0DE7-941CE2DCDD8C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653514" y="4067809"/>
            <a:ext cx="2448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3" name="Picture Placeholder 35">
            <a:extLst>
              <a:ext uri="{FF2B5EF4-FFF2-40B4-BE49-F238E27FC236}">
                <a16:creationId xmlns:a16="http://schemas.microsoft.com/office/drawing/2014/main" id="{54B82493-041F-0034-4BBA-89B952E67B35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878283" y="2871082"/>
            <a:ext cx="3690000" cy="244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452920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eople slide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Kép 10">
            <a:extLst>
              <a:ext uri="{FF2B5EF4-FFF2-40B4-BE49-F238E27FC236}">
                <a16:creationId xmlns:a16="http://schemas.microsoft.com/office/drawing/2014/main" id="{2812BE46-8470-B5F3-E2D4-1FAC7927252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12191997" cy="6857998"/>
          </a:xfrm>
          <a:prstGeom prst="rect">
            <a:avLst/>
          </a:prstGeom>
        </p:spPr>
      </p:pic>
      <p:sp>
        <p:nvSpPr>
          <p:cNvPr id="2" name="Rectangle 5">
            <a:extLst>
              <a:ext uri="{FF2B5EF4-FFF2-40B4-BE49-F238E27FC236}">
                <a16:creationId xmlns:a16="http://schemas.microsoft.com/office/drawing/2014/main" id="{0CD124B2-BFEC-435B-03E1-949D89FD0E9A}"/>
              </a:ext>
            </a:extLst>
          </p:cNvPr>
          <p:cNvSpPr/>
          <p:nvPr userDrawn="1"/>
        </p:nvSpPr>
        <p:spPr>
          <a:xfrm>
            <a:off x="0" y="0"/>
            <a:ext cx="12222208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90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FB5FE17-5EAA-D735-AF61-433BB4766C1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22" name="Straight Connector 6">
            <a:extLst>
              <a:ext uri="{FF2B5EF4-FFF2-40B4-BE49-F238E27FC236}">
                <a16:creationId xmlns:a16="http://schemas.microsoft.com/office/drawing/2014/main" id="{ABF77D2D-A0F4-DD60-56BA-A6E1C84912B5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046336DE-2393-6D6E-C28F-087406A66C3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41" name="Picture Placeholder 35">
            <a:extLst>
              <a:ext uri="{FF2B5EF4-FFF2-40B4-BE49-F238E27FC236}">
                <a16:creationId xmlns:a16="http://schemas.microsoft.com/office/drawing/2014/main" id="{91621271-BD60-7B37-8FDE-4C0E15E798A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447865" y="343886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2" name="Picture Placeholder 35">
            <a:extLst>
              <a:ext uri="{FF2B5EF4-FFF2-40B4-BE49-F238E27FC236}">
                <a16:creationId xmlns:a16="http://schemas.microsoft.com/office/drawing/2014/main" id="{19139D78-9C3B-5EA7-E2A9-6BBADC889AC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998600" y="343886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4" name="Picture Placeholder 35">
            <a:extLst>
              <a:ext uri="{FF2B5EF4-FFF2-40B4-BE49-F238E27FC236}">
                <a16:creationId xmlns:a16="http://schemas.microsoft.com/office/drawing/2014/main" id="{8B3AEE91-376D-FC79-3AF3-70C8CC9F387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717079" y="0"/>
            <a:ext cx="2192400" cy="25380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5" name="Picture Placeholder 35">
            <a:extLst>
              <a:ext uri="{FF2B5EF4-FFF2-40B4-BE49-F238E27FC236}">
                <a16:creationId xmlns:a16="http://schemas.microsoft.com/office/drawing/2014/main" id="{17523340-FD37-B019-42D4-7068AB68020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551596" y="2610381"/>
            <a:ext cx="2192400" cy="27396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6" name="Picture Placeholder 35">
            <a:extLst>
              <a:ext uri="{FF2B5EF4-FFF2-40B4-BE49-F238E27FC236}">
                <a16:creationId xmlns:a16="http://schemas.microsoft.com/office/drawing/2014/main" id="{8F33EC31-BDA1-42E2-836E-F9AAF86F9FF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268314" y="2610381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7" name="Picture Placeholder 35">
            <a:extLst>
              <a:ext uri="{FF2B5EF4-FFF2-40B4-BE49-F238E27FC236}">
                <a16:creationId xmlns:a16="http://schemas.microsoft.com/office/drawing/2014/main" id="{B2F3D44B-BD37-30A1-1C1A-A6B58997025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886474" y="2607815"/>
            <a:ext cx="33048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8" name="Picture Placeholder 35">
            <a:extLst>
              <a:ext uri="{FF2B5EF4-FFF2-40B4-BE49-F238E27FC236}">
                <a16:creationId xmlns:a16="http://schemas.microsoft.com/office/drawing/2014/main" id="{966BBDDF-E313-01BD-4001-83C2DC590BC0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05356" y="3980350"/>
            <a:ext cx="2192400" cy="2192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49" name="Picture Placeholder 35">
            <a:extLst>
              <a:ext uri="{FF2B5EF4-FFF2-40B4-BE49-F238E27FC236}">
                <a16:creationId xmlns:a16="http://schemas.microsoft.com/office/drawing/2014/main" id="{DEBBD689-9460-BDC4-4B82-6E8D3BFA0685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2887256" y="4885930"/>
            <a:ext cx="2192400" cy="1972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50" name="Picture Placeholder 35">
            <a:extLst>
              <a:ext uri="{FF2B5EF4-FFF2-40B4-BE49-F238E27FC236}">
                <a16:creationId xmlns:a16="http://schemas.microsoft.com/office/drawing/2014/main" id="{610396A7-536B-75D4-FBCC-7E7A2083F94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5158156" y="4885930"/>
            <a:ext cx="3304800" cy="19728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83501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48813232-B9EE-F62B-D44D-747B8C0804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ABA8EA50-AB40-5166-AB83-AA011D67C853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9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15" name="Straight Connector 6">
            <a:extLst>
              <a:ext uri="{FF2B5EF4-FFF2-40B4-BE49-F238E27FC236}">
                <a16:creationId xmlns:a16="http://schemas.microsoft.com/office/drawing/2014/main" id="{8EE7BFCA-B322-1FBD-09B9-43EBD9271F17}"/>
              </a:ext>
            </a:extLst>
          </p:cNvPr>
          <p:cNvCxnSpPr>
            <a:cxnSpLocks/>
          </p:cNvCxnSpPr>
          <p:nvPr userDrawn="1"/>
        </p:nvCxnSpPr>
        <p:spPr>
          <a:xfrm>
            <a:off x="6562861" y="1522275"/>
            <a:ext cx="0" cy="3293952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20" name="Straight Connector 6">
            <a:extLst>
              <a:ext uri="{FF2B5EF4-FFF2-40B4-BE49-F238E27FC236}">
                <a16:creationId xmlns:a16="http://schemas.microsoft.com/office/drawing/2014/main" id="{6C5A0DCA-AB93-9933-3A3C-78A49286243E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8AC19302-E70B-AD30-3CF9-D52B6D13D52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C715383F-8E28-D836-8661-E94C9A90B56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133FD85A-AB89-12BD-A086-3648C6D7EE8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140575" y="1522275"/>
            <a:ext cx="3856063" cy="329395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description </a:t>
            </a:r>
          </a:p>
        </p:txBody>
      </p:sp>
      <p:sp>
        <p:nvSpPr>
          <p:cNvPr id="27" name="Picture Placeholder 26">
            <a:extLst>
              <a:ext uri="{FF2B5EF4-FFF2-40B4-BE49-F238E27FC236}">
                <a16:creationId xmlns:a16="http://schemas.microsoft.com/office/drawing/2014/main" id="{0D749BFD-B791-57FC-2039-B523E5730F4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007121" y="1522413"/>
            <a:ext cx="1978025" cy="226377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50CD8B0-EAFD-E32F-81E7-1A2F164F5C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572709" y="4112132"/>
            <a:ext cx="2846848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0B1EE2FC-3206-1BE0-E09F-428465FF91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572709" y="4474595"/>
            <a:ext cx="2846848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ctr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F996110-05ED-3AFA-A34A-2762CFE96B1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3666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slid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15">
            <a:extLst>
              <a:ext uri="{FF2B5EF4-FFF2-40B4-BE49-F238E27FC236}">
                <a16:creationId xmlns:a16="http://schemas.microsoft.com/office/drawing/2014/main" id="{5D81988E-48F2-F94B-4886-1F3512FF80A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1888" y="1"/>
            <a:ext cx="8520112" cy="6857998"/>
          </a:xfrm>
          <a:prstGeom prst="rect">
            <a:avLst/>
          </a:prstGeom>
        </p:spPr>
      </p:pic>
      <p:sp>
        <p:nvSpPr>
          <p:cNvPr id="4" name="Rectangle 5">
            <a:extLst>
              <a:ext uri="{FF2B5EF4-FFF2-40B4-BE49-F238E27FC236}">
                <a16:creationId xmlns:a16="http://schemas.microsoft.com/office/drawing/2014/main" id="{550FF4C4-FE59-0C80-09FF-2D011D077120}"/>
              </a:ext>
            </a:extLst>
          </p:cNvPr>
          <p:cNvSpPr/>
          <p:nvPr userDrawn="1"/>
        </p:nvSpPr>
        <p:spPr>
          <a:xfrm flipH="1">
            <a:off x="3671887" y="1"/>
            <a:ext cx="8520112" cy="6857998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41" name="Straight Connector 6">
            <a:extLst>
              <a:ext uri="{FF2B5EF4-FFF2-40B4-BE49-F238E27FC236}">
                <a16:creationId xmlns:a16="http://schemas.microsoft.com/office/drawing/2014/main" id="{F68FEFB2-748C-47CC-17F8-1D9E0FD6C0E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42" name="Rectangle: Rounded Corners 41">
            <a:extLst>
              <a:ext uri="{FF2B5EF4-FFF2-40B4-BE49-F238E27FC236}">
                <a16:creationId xmlns:a16="http://schemas.microsoft.com/office/drawing/2014/main" id="{861CA2C1-DF61-ABBB-2FFB-04C12E2D8574}"/>
              </a:ext>
            </a:extLst>
          </p:cNvPr>
          <p:cNvSpPr/>
          <p:nvPr userDrawn="1"/>
        </p:nvSpPr>
        <p:spPr>
          <a:xfrm>
            <a:off x="4657797" y="1522275"/>
            <a:ext cx="3160021" cy="3407944"/>
          </a:xfrm>
          <a:prstGeom prst="roundRect">
            <a:avLst>
              <a:gd name="adj" fmla="val 9178"/>
            </a:avLst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sp>
        <p:nvSpPr>
          <p:cNvPr id="46" name="Rectangle: Rounded Corners 45">
            <a:extLst>
              <a:ext uri="{FF2B5EF4-FFF2-40B4-BE49-F238E27FC236}">
                <a16:creationId xmlns:a16="http://schemas.microsoft.com/office/drawing/2014/main" id="{96747F6A-EB51-4021-3223-4CDE687CB4A2}"/>
              </a:ext>
            </a:extLst>
          </p:cNvPr>
          <p:cNvSpPr/>
          <p:nvPr userDrawn="1"/>
        </p:nvSpPr>
        <p:spPr>
          <a:xfrm>
            <a:off x="8357465" y="1522275"/>
            <a:ext cx="3160021" cy="3407944"/>
          </a:xfrm>
          <a:prstGeom prst="roundRect">
            <a:avLst>
              <a:gd name="adj" fmla="val 9178"/>
            </a:avLst>
          </a:prstGeom>
          <a:noFill/>
          <a:ln w="63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noFill/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57" name="Straight Connector 6">
            <a:extLst>
              <a:ext uri="{FF2B5EF4-FFF2-40B4-BE49-F238E27FC236}">
                <a16:creationId xmlns:a16="http://schemas.microsoft.com/office/drawing/2014/main" id="{BA37A82F-94CE-31BF-3B1A-233E2EC832D3}"/>
              </a:ext>
            </a:extLst>
          </p:cNvPr>
          <p:cNvCxnSpPr>
            <a:cxnSpLocks/>
          </p:cNvCxnSpPr>
          <p:nvPr userDrawn="1"/>
        </p:nvCxnSpPr>
        <p:spPr>
          <a:xfrm>
            <a:off x="4657797" y="1522275"/>
            <a:ext cx="0" cy="191534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58" name="Straight Connector 6">
            <a:extLst>
              <a:ext uri="{FF2B5EF4-FFF2-40B4-BE49-F238E27FC236}">
                <a16:creationId xmlns:a16="http://schemas.microsoft.com/office/drawing/2014/main" id="{CA3FAC85-905E-8ADC-A12E-6671BEAF39F8}"/>
              </a:ext>
            </a:extLst>
          </p:cNvPr>
          <p:cNvCxnSpPr>
            <a:cxnSpLocks/>
          </p:cNvCxnSpPr>
          <p:nvPr userDrawn="1"/>
        </p:nvCxnSpPr>
        <p:spPr>
          <a:xfrm>
            <a:off x="8357466" y="1522275"/>
            <a:ext cx="0" cy="191534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59" name="Text Placeholder 9">
            <a:extLst>
              <a:ext uri="{FF2B5EF4-FFF2-40B4-BE49-F238E27FC236}">
                <a16:creationId xmlns:a16="http://schemas.microsoft.com/office/drawing/2014/main" id="{44D6C526-F726-EAF8-011C-CBD99876D1C4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19281312-0881-CA13-BABE-BD621D9DCA21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sp>
        <p:nvSpPr>
          <p:cNvPr id="61" name="Picture Placeholder 26">
            <a:extLst>
              <a:ext uri="{FF2B5EF4-FFF2-40B4-BE49-F238E27FC236}">
                <a16:creationId xmlns:a16="http://schemas.microsoft.com/office/drawing/2014/main" id="{2C890884-8F90-1B8C-0583-701DAF17CD13}"/>
              </a:ext>
            </a:extLst>
          </p:cNvPr>
          <p:cNvSpPr>
            <a:spLocks noGrp="1"/>
          </p:cNvSpPr>
          <p:nvPr userDrawn="1">
            <p:ph type="pic" sz="quarter" idx="14"/>
          </p:nvPr>
        </p:nvSpPr>
        <p:spPr>
          <a:xfrm>
            <a:off x="4274610" y="3437616"/>
            <a:ext cx="1232782" cy="14098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65" name="Picture Placeholder 26">
            <a:extLst>
              <a:ext uri="{FF2B5EF4-FFF2-40B4-BE49-F238E27FC236}">
                <a16:creationId xmlns:a16="http://schemas.microsoft.com/office/drawing/2014/main" id="{9B4E7A95-1F7C-F4B4-24DF-04B561DB0F00}"/>
              </a:ext>
            </a:extLst>
          </p:cNvPr>
          <p:cNvSpPr>
            <a:spLocks noGrp="1"/>
          </p:cNvSpPr>
          <p:nvPr userDrawn="1">
            <p:ph type="pic" sz="quarter" idx="15"/>
          </p:nvPr>
        </p:nvSpPr>
        <p:spPr>
          <a:xfrm>
            <a:off x="7975703" y="3437616"/>
            <a:ext cx="1232782" cy="140982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70" name="Text Placeholder 69">
            <a:extLst>
              <a:ext uri="{FF2B5EF4-FFF2-40B4-BE49-F238E27FC236}">
                <a16:creationId xmlns:a16="http://schemas.microsoft.com/office/drawing/2014/main" id="{1A2B5E6C-A7FA-A7BB-BAA4-F3E1FA00884C}"/>
              </a:ext>
            </a:extLst>
          </p:cNvPr>
          <p:cNvSpPr>
            <a:spLocks noGrp="1"/>
          </p:cNvSpPr>
          <p:nvPr userDrawn="1">
            <p:ph type="body" sz="quarter" idx="18" hasCustomPrompt="1"/>
          </p:nvPr>
        </p:nvSpPr>
        <p:spPr>
          <a:xfrm>
            <a:off x="4892425" y="2184873"/>
            <a:ext cx="2690763" cy="1031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bg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2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9144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13716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1828800" indent="0">
              <a:buNone/>
              <a:defRPr lang="ru-RU" sz="1800" kern="1200" dirty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72" name="Picture Placeholder 71">
            <a:extLst>
              <a:ext uri="{FF2B5EF4-FFF2-40B4-BE49-F238E27FC236}">
                <a16:creationId xmlns:a16="http://schemas.microsoft.com/office/drawing/2014/main" id="{814A83D3-EF82-48FC-A203-17E6EE311AAA}"/>
              </a:ext>
            </a:extLst>
          </p:cNvPr>
          <p:cNvSpPr>
            <a:spLocks noGrp="1"/>
          </p:cNvSpPr>
          <p:nvPr userDrawn="1">
            <p:ph type="pic" sz="quarter" idx="19" hasCustomPrompt="1"/>
          </p:nvPr>
        </p:nvSpPr>
        <p:spPr>
          <a:xfrm>
            <a:off x="4892425" y="1739901"/>
            <a:ext cx="307976" cy="308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74" name="Text Placeholder 69">
            <a:extLst>
              <a:ext uri="{FF2B5EF4-FFF2-40B4-BE49-F238E27FC236}">
                <a16:creationId xmlns:a16="http://schemas.microsoft.com/office/drawing/2014/main" id="{2F090A45-5BD6-483E-1AE9-E1541BCFA8F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8592094" y="2184873"/>
            <a:ext cx="2690763" cy="10316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en-US" sz="1800" kern="1200" dirty="0" smtClean="0">
                <a:solidFill>
                  <a:schemeClr val="bg1"/>
                </a:solidFill>
                <a:latin typeface="Lato" panose="020F0502020204030203" pitchFamily="34" charset="77"/>
                <a:ea typeface="+mn-ea"/>
                <a:cs typeface="+mn-cs"/>
              </a:defRPr>
            </a:lvl1pPr>
            <a:lvl2pPr marL="4572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2pPr>
            <a:lvl3pPr marL="9144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3pPr>
            <a:lvl4pPr marL="1371600" indent="0">
              <a:buNone/>
              <a:defRPr lang="en-US" sz="1800" kern="1200" dirty="0" smtClean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4pPr>
            <a:lvl5pPr marL="1828800" indent="0">
              <a:buNone/>
              <a:defRPr lang="ru-RU" sz="1800" kern="1200" dirty="0">
                <a:solidFill>
                  <a:srgbClr val="FFFFFF"/>
                </a:solidFill>
                <a:latin typeface="Lato" panose="020F0502020204030203" pitchFamily="34" charset="77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add text</a:t>
            </a:r>
            <a:endParaRPr lang="ru-RU"/>
          </a:p>
        </p:txBody>
      </p:sp>
      <p:sp>
        <p:nvSpPr>
          <p:cNvPr id="75" name="Picture Placeholder 71">
            <a:extLst>
              <a:ext uri="{FF2B5EF4-FFF2-40B4-BE49-F238E27FC236}">
                <a16:creationId xmlns:a16="http://schemas.microsoft.com/office/drawing/2014/main" id="{C39F4A37-DB4D-4E2D-4262-F7C721F1FD2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8592094" y="1739469"/>
            <a:ext cx="307976" cy="30840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500">
                <a:solidFill>
                  <a:schemeClr val="bg1"/>
                </a:solidFill>
              </a:defRPr>
            </a:lvl1pPr>
          </a:lstStyle>
          <a:p>
            <a:r>
              <a:rPr lang="en-US"/>
              <a:t>Icon</a:t>
            </a:r>
            <a:endParaRPr lang="ru-RU"/>
          </a:p>
        </p:txBody>
      </p:sp>
      <p:sp>
        <p:nvSpPr>
          <p:cNvPr id="78" name="Text Placeholder 9">
            <a:extLst>
              <a:ext uri="{FF2B5EF4-FFF2-40B4-BE49-F238E27FC236}">
                <a16:creationId xmlns:a16="http://schemas.microsoft.com/office/drawing/2014/main" id="{00AD8CC7-5075-7200-240E-D0DD99BBB07B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688273" y="3914882"/>
            <a:ext cx="1894914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79" name="Text Placeholder 9">
            <a:extLst>
              <a:ext uri="{FF2B5EF4-FFF2-40B4-BE49-F238E27FC236}">
                <a16:creationId xmlns:a16="http://schemas.microsoft.com/office/drawing/2014/main" id="{8F87BBBC-D799-A35D-F511-EDB58A99A11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688273" y="4505813"/>
            <a:ext cx="189491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80" name="Text Placeholder 9">
            <a:extLst>
              <a:ext uri="{FF2B5EF4-FFF2-40B4-BE49-F238E27FC236}">
                <a16:creationId xmlns:a16="http://schemas.microsoft.com/office/drawing/2014/main" id="{F7C3EAA6-9485-6A4F-ED0B-275FA57FB9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9387942" y="3914882"/>
            <a:ext cx="1894914" cy="59093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name</a:t>
            </a:r>
          </a:p>
        </p:txBody>
      </p:sp>
      <p:sp>
        <p:nvSpPr>
          <p:cNvPr id="81" name="Text Placeholder 9">
            <a:extLst>
              <a:ext uri="{FF2B5EF4-FFF2-40B4-BE49-F238E27FC236}">
                <a16:creationId xmlns:a16="http://schemas.microsoft.com/office/drawing/2014/main" id="{442F3514-AA4B-EC70-A18E-39374CD3105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387942" y="4505813"/>
            <a:ext cx="189491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 algn="l">
              <a:buNone/>
              <a:defRPr kumimoji="0" lang="en-US" sz="18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6FAE1CF-7431-8427-8822-2EB005C6AF9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FE10B196-ADE0-F194-6100-2E7AEB78D15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261443" y="1742671"/>
            <a:ext cx="2321739" cy="3028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Date, time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AF0FE2-26D6-D574-BBD7-48369D8079C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61113" y="1742671"/>
            <a:ext cx="2321739" cy="3028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 algn="l">
              <a:buNone/>
              <a:defRPr kumimoji="0" lang="en-US" sz="1400" b="0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Lato Light" panose="020F0302020204030203" pitchFamily="34" charset="0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Date, time</a:t>
            </a:r>
          </a:p>
        </p:txBody>
      </p:sp>
    </p:spTree>
    <p:extLst>
      <p:ext uri="{BB962C8B-B14F-4D97-AF65-F5344CB8AC3E}">
        <p14:creationId xmlns:p14="http://schemas.microsoft.com/office/powerpoint/2010/main" val="37728469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cep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EB7595C-4E38-4C58-72E6-FADDA612EA30}"/>
              </a:ext>
            </a:extLst>
          </p:cNvPr>
          <p:cNvSpPr/>
          <p:nvPr userDrawn="1"/>
        </p:nvSpPr>
        <p:spPr>
          <a:xfrm>
            <a:off x="0" y="0"/>
            <a:ext cx="2763386" cy="6868544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7D083C62-BF55-1753-E664-30218DD0018C}"/>
              </a:ext>
            </a:extLst>
          </p:cNvPr>
          <p:cNvCxnSpPr>
            <a:cxnSpLocks/>
          </p:cNvCxnSpPr>
          <p:nvPr userDrawn="1"/>
        </p:nvCxnSpPr>
        <p:spPr>
          <a:xfrm flipH="1">
            <a:off x="0" y="3135086"/>
            <a:ext cx="603849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73A0E11B-6C1E-7890-914E-A62D3E2552A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2936557"/>
            <a:ext cx="4282533" cy="466281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 and text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D9738AD-6674-7F01-9548-A34D7B0FEC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67875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D5CC00E-D8D3-8F3B-1CC1-9A9043951E4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6095999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B6612CCD-9326-864C-CDF7-A1C7D50B1F03}"/>
              </a:ext>
            </a:extLst>
          </p:cNvPr>
          <p:cNvSpPr/>
          <p:nvPr userDrawn="1"/>
        </p:nvSpPr>
        <p:spPr>
          <a:xfrm>
            <a:off x="1" y="0"/>
            <a:ext cx="6095999" cy="6858000"/>
          </a:xfrm>
          <a:prstGeom prst="rect">
            <a:avLst/>
          </a:prstGeom>
          <a:gradFill flip="none" rotWithShape="1">
            <a:gsLst>
              <a:gs pos="0">
                <a:srgbClr val="FFFFFF"/>
              </a:gs>
              <a:gs pos="100000">
                <a:srgbClr val="FFFFFF">
                  <a:alpha val="95000"/>
                </a:srgbClr>
              </a:gs>
            </a:gsLst>
            <a:lin ang="1080000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ea typeface="+mn-ea"/>
              <a:cs typeface="+mn-cs"/>
            </a:endParaRP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CD5534E-9641-2ECA-8056-94AE594BA88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80740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15">
            <a:extLst>
              <a:ext uri="{FF2B5EF4-FFF2-40B4-BE49-F238E27FC236}">
                <a16:creationId xmlns:a16="http://schemas.microsoft.com/office/drawing/2014/main" id="{FFD0D3E0-90C7-0BD1-6CFE-17824F6C63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3671887" y="0"/>
            <a:ext cx="8520111" cy="685800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776FE36-E958-CBE7-81CB-C9344F413F3F}"/>
              </a:ext>
            </a:extLst>
          </p:cNvPr>
          <p:cNvSpPr/>
          <p:nvPr userDrawn="1"/>
        </p:nvSpPr>
        <p:spPr>
          <a:xfrm flipH="1">
            <a:off x="3671888" y="0"/>
            <a:ext cx="8520112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66EFE17-A0AE-2121-2923-A3C0AD7D515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</p:spTree>
    <p:extLst>
      <p:ext uri="{BB962C8B-B14F-4D97-AF65-F5344CB8AC3E}">
        <p14:creationId xmlns:p14="http://schemas.microsoft.com/office/powerpoint/2010/main" val="7473020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2A789998-B7ED-9F9D-C1DF-3F86D7729A2E}"/>
              </a:ext>
            </a:extLst>
          </p:cNvPr>
          <p:cNvGrpSpPr/>
          <p:nvPr userDrawn="1"/>
        </p:nvGrpSpPr>
        <p:grpSpPr>
          <a:xfrm>
            <a:off x="3671888" y="0"/>
            <a:ext cx="8520112" cy="6858000"/>
            <a:chOff x="3671888" y="0"/>
            <a:chExt cx="8520112" cy="6858000"/>
          </a:xfrm>
        </p:grpSpPr>
        <p:pic>
          <p:nvPicPr>
            <p:cNvPr id="10" name="Picture 15">
              <a:extLst>
                <a:ext uri="{FF2B5EF4-FFF2-40B4-BE49-F238E27FC236}">
                  <a16:creationId xmlns:a16="http://schemas.microsoft.com/office/drawing/2014/main" id="{358DE005-F025-468F-831F-42B65FCC3EC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 b="-1"/>
            <a:stretch/>
          </p:blipFill>
          <p:spPr>
            <a:xfrm>
              <a:off x="3671888" y="0"/>
              <a:ext cx="8520111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B58E6AE-9E56-E2D2-9FFC-5BCFF4FC979C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6159074-1CA3-A88E-5E02-52530BFFB3C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49513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783D51B-1EA6-7484-5956-316BF02BBF6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671889" y="0"/>
            <a:ext cx="8520111" cy="6858000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3D67AC2-FAF4-E67E-220E-42F246674122}"/>
              </a:ext>
            </a:extLst>
          </p:cNvPr>
          <p:cNvSpPr/>
          <p:nvPr userDrawn="1"/>
        </p:nvSpPr>
        <p:spPr>
          <a:xfrm flipH="1">
            <a:off x="3671888" y="0"/>
            <a:ext cx="8520112" cy="6858000"/>
          </a:xfrm>
          <a:prstGeom prst="rect">
            <a:avLst/>
          </a:prstGeom>
          <a:gradFill flip="none" rotWithShape="1">
            <a:gsLst>
              <a:gs pos="0">
                <a:srgbClr val="FFFFFF">
                  <a:alpha val="75000"/>
                </a:srgbClr>
              </a:gs>
              <a:gs pos="100000">
                <a:srgbClr val="FFFFFF"/>
              </a:gs>
            </a:gsLst>
            <a:lin ang="0" scaled="1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Lato"/>
              <a:ea typeface="+mn-ea"/>
              <a:cs typeface="+mn-cs"/>
            </a:endParaRPr>
          </a:p>
        </p:txBody>
      </p: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BD9B8A-4A0B-B1B1-CCDE-7540C91091A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378485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10">
            <a:extLst>
              <a:ext uri="{FF2B5EF4-FFF2-40B4-BE49-F238E27FC236}">
                <a16:creationId xmlns:a16="http://schemas.microsoft.com/office/drawing/2014/main" id="{DB8472C1-9CE3-2406-054B-6DB979E05EE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alphaModFix amt="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0"/>
            <a:ext cx="12192000" cy="6857998"/>
          </a:xfrm>
          <a:prstGeom prst="rect">
            <a:avLst/>
          </a:prstGeom>
        </p:spPr>
      </p:pic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F8535FA-7ED8-A326-1F49-1F75A281BAD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1244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AEAE0B1-316D-2A49-FD5E-A5BAF76D7CB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3263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_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6802119-2F46-E796-2BE0-CD991FC65E7B}"/>
              </a:ext>
            </a:extLst>
          </p:cNvPr>
          <p:cNvGrpSpPr/>
          <p:nvPr userDrawn="1"/>
        </p:nvGrpSpPr>
        <p:grpSpPr>
          <a:xfrm>
            <a:off x="3671888" y="0"/>
            <a:ext cx="8520112" cy="6858000"/>
            <a:chOff x="3671888" y="0"/>
            <a:chExt cx="8520112" cy="6858000"/>
          </a:xfrm>
        </p:grpSpPr>
        <p:pic>
          <p:nvPicPr>
            <p:cNvPr id="10" name="Picture 15">
              <a:extLst>
                <a:ext uri="{FF2B5EF4-FFF2-40B4-BE49-F238E27FC236}">
                  <a16:creationId xmlns:a16="http://schemas.microsoft.com/office/drawing/2014/main" id="{F3E3ECAC-F1B4-576E-EABA-F322A4B900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 cstate="screen">
              <a:alphaModFix amt="5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3671888" y="0"/>
              <a:ext cx="8520111" cy="6858000"/>
            </a:xfrm>
            <a:prstGeom prst="rect">
              <a:avLst/>
            </a:prstGeom>
          </p:spPr>
        </p:pic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8144F0-0DE3-2F47-1231-1D99F980ADE5}"/>
                </a:ext>
              </a:extLst>
            </p:cNvPr>
            <p:cNvSpPr/>
            <p:nvPr/>
          </p:nvSpPr>
          <p:spPr>
            <a:xfrm flipH="1">
              <a:off x="3671888" y="0"/>
              <a:ext cx="8520112" cy="6858000"/>
            </a:xfrm>
            <a:prstGeom prst="rect">
              <a:avLst/>
            </a:prstGeom>
            <a:gradFill flip="none" rotWithShape="1">
              <a:gsLst>
                <a:gs pos="0">
                  <a:srgbClr val="FFFFFF">
                    <a:alpha val="75000"/>
                  </a:srgbClr>
                </a:gs>
                <a:gs pos="100000">
                  <a:srgbClr val="FFFFFF"/>
                </a:gs>
              </a:gsLst>
              <a:lin ang="0" scaled="1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Lato"/>
                <a:ea typeface="+mn-ea"/>
                <a:cs typeface="+mn-cs"/>
              </a:endParaRPr>
            </a:p>
          </p:txBody>
        </p:sp>
      </p:grpSp>
      <p:cxnSp>
        <p:nvCxnSpPr>
          <p:cNvPr id="4" name="Straight Connector 6">
            <a:extLst>
              <a:ext uri="{FF2B5EF4-FFF2-40B4-BE49-F238E27FC236}">
                <a16:creationId xmlns:a16="http://schemas.microsoft.com/office/drawing/2014/main" id="{66246435-D090-821A-9623-6F570204B699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77EEBAFF-AF7E-A792-62CF-8C5BA20F396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6" name="Text Placeholder 9">
            <a:extLst>
              <a:ext uri="{FF2B5EF4-FFF2-40B4-BE49-F238E27FC236}">
                <a16:creationId xmlns:a16="http://schemas.microsoft.com/office/drawing/2014/main" id="{56294167-A6B3-C93D-F827-E5FDB26C63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65717" y="2041706"/>
            <a:ext cx="2345784" cy="840230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 if needed (otherwise it can be deleted)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91D7095D-9CB4-F883-02AB-51C1A6F4B96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80506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oodbo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6">
            <a:extLst>
              <a:ext uri="{FF2B5EF4-FFF2-40B4-BE49-F238E27FC236}">
                <a16:creationId xmlns:a16="http://schemas.microsoft.com/office/drawing/2014/main" id="{B8C47CFD-D2C1-817F-7DDD-D2CFDB59F29F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ln w="254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7CBFE2A6-F567-3365-409F-A5DEB592348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5717" y="1016608"/>
            <a:ext cx="2345784" cy="840230"/>
          </a:xfrm>
          <a:prstGeom prst="rect">
            <a:avLst/>
          </a:prstGeom>
        </p:spPr>
        <p:txBody>
          <a:bodyPr wrap="square" anchor="b" anchorCtr="0">
            <a:spAutoFit/>
          </a:bodyPr>
          <a:lstStyle>
            <a:lvl1pPr marL="0" indent="0">
              <a:buNone/>
              <a:defRPr kumimoji="0" lang="en-US" sz="2700" b="1" i="0" u="none" strike="noStrike" kern="0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EAAB9462-BE99-35F6-8617-B32BD0CCCE1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590792" y="1523829"/>
            <a:ext cx="2964247" cy="196745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0A41168B-4582-CDA6-5C19-D10F268B90B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941276" y="1523829"/>
            <a:ext cx="2826269" cy="19051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91173338-27C6-A359-B5DA-28F0699EB7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9112302" y="3573194"/>
            <a:ext cx="2076918" cy="207111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8" name="Picture Placeholder 12">
            <a:extLst>
              <a:ext uri="{FF2B5EF4-FFF2-40B4-BE49-F238E27FC236}">
                <a16:creationId xmlns:a16="http://schemas.microsoft.com/office/drawing/2014/main" id="{CEDB32AD-F432-164D-E6CE-F383629A1E0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748894" y="2541482"/>
            <a:ext cx="2345783" cy="2345784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DE499668-53FB-BBC0-0C3C-60024C7B3AF2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6451600" y="3071813"/>
            <a:ext cx="2057400" cy="284321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1C013185-5E98-F5C2-8860-9F4262CFA6E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007416" y="3535256"/>
            <a:ext cx="3152061" cy="2109058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ru-RU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9B5FF081-5A4C-3094-1504-7E616CF6556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65717" y="2041706"/>
            <a:ext cx="2345784" cy="341632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lang="en-US" sz="1800" kern="1200" dirty="0">
                <a:solidFill>
                  <a:schemeClr val="bg1"/>
                </a:solidFill>
                <a:latin typeface="Lato Light" panose="020F0302020204030203" pitchFamily="34" charset="77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C8076B-64C9-2AE6-313F-D2A71664524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2165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09120900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rtheastern University’s global sys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9FD74DF6-BBD9-1E56-4139-A94AA469332A}"/>
              </a:ext>
            </a:extLst>
          </p:cNvPr>
          <p:cNvSpPr txBox="1"/>
          <p:nvPr userDrawn="1"/>
        </p:nvSpPr>
        <p:spPr>
          <a:xfrm>
            <a:off x="765716" y="1432107"/>
            <a:ext cx="6873949" cy="415498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700" b="1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ea typeface="Lato"/>
                <a:cs typeface="Lato"/>
              </a:rPr>
              <a:t>Northeastern University’s global system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cxnSp>
        <p:nvCxnSpPr>
          <p:cNvPr id="13" name="Straight Connector 6">
            <a:extLst>
              <a:ext uri="{FF2B5EF4-FFF2-40B4-BE49-F238E27FC236}">
                <a16:creationId xmlns:a16="http://schemas.microsoft.com/office/drawing/2014/main" id="{4129F515-A1BB-6F61-848F-69DCCAC5BCDB}"/>
              </a:ext>
            </a:extLst>
          </p:cNvPr>
          <p:cNvCxnSpPr>
            <a:cxnSpLocks/>
          </p:cNvCxnSpPr>
          <p:nvPr userDrawn="1"/>
        </p:nvCxnSpPr>
        <p:spPr>
          <a:xfrm flipH="1">
            <a:off x="-6" y="1654145"/>
            <a:ext cx="481257" cy="0"/>
          </a:xfrm>
          <a:prstGeom prst="line">
            <a:avLst/>
          </a:prstGeom>
          <a:noFill/>
          <a:ln w="2540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cxnSp>
        <p:nvCxnSpPr>
          <p:cNvPr id="14" name="Straight Connector 6">
            <a:extLst>
              <a:ext uri="{FF2B5EF4-FFF2-40B4-BE49-F238E27FC236}">
                <a16:creationId xmlns:a16="http://schemas.microsoft.com/office/drawing/2014/main" id="{C473F9A4-3024-BEB4-C876-83D5A6B692B4}"/>
              </a:ext>
            </a:extLst>
          </p:cNvPr>
          <p:cNvCxnSpPr>
            <a:cxnSpLocks/>
          </p:cNvCxnSpPr>
          <p:nvPr userDrawn="1"/>
        </p:nvCxnSpPr>
        <p:spPr>
          <a:xfrm>
            <a:off x="762125" y="3926511"/>
            <a:ext cx="0" cy="1836000"/>
          </a:xfrm>
          <a:prstGeom prst="line">
            <a:avLst/>
          </a:prstGeom>
          <a:noFill/>
          <a:ln w="6350" cap="flat" cmpd="sng" algn="ctr">
            <a:solidFill>
              <a:srgbClr val="D31B2C"/>
            </a:solidFill>
            <a:prstDash val="solid"/>
            <a:miter lim="800000"/>
          </a:ln>
          <a:effectLst/>
        </p:spPr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34C6B2C8-4D7D-E57B-05FA-47C2E8B7D9E3}"/>
              </a:ext>
            </a:extLst>
          </p:cNvPr>
          <p:cNvSpPr txBox="1"/>
          <p:nvPr userDrawn="1"/>
        </p:nvSpPr>
        <p:spPr>
          <a:xfrm>
            <a:off x="765716" y="2194561"/>
            <a:ext cx="7576426" cy="150810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13 campuses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in the U.S., U.K., and Canada that provide a range of opportunities to learn and do research in new contexts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3,500+ employer partners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across the U.S. and the world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pPr>
              <a:spcAft>
                <a:spcPts val="1200"/>
              </a:spcAft>
            </a:pPr>
            <a:r>
              <a:rPr lang="en-US" b="1">
                <a:solidFill>
                  <a:schemeClr val="bg1"/>
                </a:solidFill>
                <a:ea typeface="+mn-lt"/>
                <a:cs typeface="+mn-lt"/>
              </a:rPr>
              <a:t>300,000+ alumni</a:t>
            </a:r>
            <a:r>
              <a:rPr lang="en-US">
                <a:solidFill>
                  <a:schemeClr val="bg1"/>
                </a:solidFill>
                <a:latin typeface="Lato Light"/>
                <a:ea typeface="+mn-lt"/>
                <a:cs typeface="+mn-lt"/>
              </a:rPr>
              <a:t> living and working in 186 countries</a:t>
            </a:r>
            <a:endParaRPr lang="en-US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936FA23-A15E-62F6-6D21-AC01522D9D40}"/>
              </a:ext>
            </a:extLst>
          </p:cNvPr>
          <p:cNvSpPr txBox="1"/>
          <p:nvPr userDrawn="1"/>
        </p:nvSpPr>
        <p:spPr>
          <a:xfrm>
            <a:off x="778272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Boston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Massachusetts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Arlington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Virginia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Burlington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Massachusetts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FAF80B3-ED81-E6BA-E99D-FE1A65D355C4}"/>
              </a:ext>
            </a:extLst>
          </p:cNvPr>
          <p:cNvSpPr txBox="1"/>
          <p:nvPr userDrawn="1"/>
        </p:nvSpPr>
        <p:spPr>
          <a:xfrm>
            <a:off x="2246905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Charlotte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North Carolina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London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England</a:t>
            </a:r>
            <a:endParaRPr lang="en-US" sz="1400">
              <a:solidFill>
                <a:schemeClr val="bg1"/>
              </a:solidFill>
              <a:ea typeface="Lato"/>
              <a:cs typeface="Calibri"/>
            </a:endParaRPr>
          </a:p>
          <a:p>
            <a:endParaRPr lang="en-US" sz="1400">
              <a:solidFill>
                <a:schemeClr val="bg1"/>
              </a:solidFill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Miami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Florida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96ACD1B-D03A-AADD-027E-E43D6878F888}"/>
              </a:ext>
            </a:extLst>
          </p:cNvPr>
          <p:cNvSpPr txBox="1"/>
          <p:nvPr userDrawn="1"/>
        </p:nvSpPr>
        <p:spPr>
          <a:xfrm>
            <a:off x="3715538" y="3926512"/>
            <a:ext cx="1440000" cy="181588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Nahant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Massachusetts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Oakland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California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Portland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Maine</a:t>
            </a:r>
          </a:p>
        </p:txBody>
      </p:sp>
      <p:pic>
        <p:nvPicPr>
          <p:cNvPr id="19" name="Picture 18" descr="A glass globe with red dots&#10;&#10;Description automatically generated">
            <a:extLst>
              <a:ext uri="{FF2B5EF4-FFF2-40B4-BE49-F238E27FC236}">
                <a16:creationId xmlns:a16="http://schemas.microsoft.com/office/drawing/2014/main" id="{E58BECEC-3516-46D0-AF39-0F345A7CB1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034993" y="1921770"/>
            <a:ext cx="3865936" cy="3865936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20F51D9E-825C-62C1-3E8D-F9C2E336303C}"/>
              </a:ext>
            </a:extLst>
          </p:cNvPr>
          <p:cNvSpPr txBox="1"/>
          <p:nvPr userDrawn="1"/>
        </p:nvSpPr>
        <p:spPr>
          <a:xfrm>
            <a:off x="5184171" y="3926512"/>
            <a:ext cx="1440000" cy="203132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Calibri"/>
              </a:rPr>
              <a:t>Seattle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"/>
                <a:cs typeface="Calibri"/>
              </a:rPr>
              <a:t>Washington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"/>
              <a:cs typeface="Calibri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Silicon Valley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California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Toronto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Ontario</a:t>
            </a:r>
          </a:p>
          <a:p>
            <a:endParaRPr lang="en-US" sz="1400">
              <a:solidFill>
                <a:schemeClr val="bg1"/>
              </a:solidFill>
              <a:latin typeface="Lato Light"/>
              <a:ea typeface="Lato Light"/>
              <a:cs typeface="Lato Ligh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898C8B3-56AC-68DD-4B32-737FB233B043}"/>
              </a:ext>
            </a:extLst>
          </p:cNvPr>
          <p:cNvSpPr txBox="1"/>
          <p:nvPr userDrawn="1"/>
        </p:nvSpPr>
        <p:spPr>
          <a:xfrm>
            <a:off x="6652803" y="3926512"/>
            <a:ext cx="1440000" cy="738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400" b="1">
                <a:solidFill>
                  <a:schemeClr val="bg1"/>
                </a:solidFill>
                <a:ea typeface="Lato"/>
                <a:cs typeface="Lato"/>
              </a:rPr>
              <a:t>Vancouver</a:t>
            </a:r>
          </a:p>
          <a:p>
            <a:r>
              <a:rPr lang="en-US" sz="1400">
                <a:solidFill>
                  <a:schemeClr val="bg1"/>
                </a:solidFill>
                <a:latin typeface="Lato Light"/>
                <a:ea typeface="Lato Light"/>
                <a:cs typeface="Lato Light"/>
              </a:rPr>
              <a:t>British Columbia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1C7BFD-98E1-BAA8-8E4D-0A49996EA3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alphaModFix amt="8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861627" y="5808784"/>
            <a:ext cx="1113300" cy="855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0467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348479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95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65" r:id="rId21"/>
    <p:sldLayoutId id="2147483666" r:id="rId22"/>
    <p:sldLayoutId id="2147483673" r:id="rId23"/>
    <p:sldLayoutId id="2147483674" r:id="rId24"/>
    <p:sldLayoutId id="2147483675" r:id="rId25"/>
    <p:sldLayoutId id="2147483676" r:id="rId26"/>
    <p:sldLayoutId id="2147483677" r:id="rId27"/>
    <p:sldLayoutId id="2147483678" r:id="rId28"/>
    <p:sldLayoutId id="2147483679" r:id="rId29"/>
    <p:sldLayoutId id="2147483684" r:id="rId30"/>
    <p:sldLayoutId id="2147483685" r:id="rId31"/>
    <p:sldLayoutId id="2147483686" r:id="rId32"/>
    <p:sldLayoutId id="2147483687" r:id="rId33"/>
    <p:sldLayoutId id="2147483689" r:id="rId34"/>
    <p:sldLayoutId id="2147483690" r:id="rId35"/>
    <p:sldLayoutId id="2147483688" r:id="rId36"/>
    <p:sldLayoutId id="2147483664" r:id="rId37"/>
    <p:sldLayoutId id="2147483681" r:id="rId38"/>
    <p:sldLayoutId id="2147483682" r:id="rId39"/>
    <p:sldLayoutId id="2147483683" r:id="rId40"/>
    <p:sldLayoutId id="2147483692" r:id="rId41"/>
    <p:sldLayoutId id="2147483693" r:id="rId42"/>
    <p:sldLayoutId id="2147483694" r:id="rId43"/>
    <p:sldLayoutId id="2147483691" r:id="rId44"/>
    <p:sldLayoutId id="2147483649" r:id="rId45"/>
    <p:sldLayoutId id="2147483680" r:id="rId4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224" userDrawn="1">
          <p15:clr>
            <a:srgbClr val="F26B43"/>
          </p15:clr>
        </p15:guide>
        <p15:guide id="2" pos="738" userDrawn="1">
          <p15:clr>
            <a:srgbClr val="F26B43"/>
          </p15:clr>
        </p15:guide>
        <p15:guide id="3" pos="834" userDrawn="1">
          <p15:clr>
            <a:srgbClr val="F26B43"/>
          </p15:clr>
        </p15:guide>
        <p15:guide id="4" pos="1350" userDrawn="1">
          <p15:clr>
            <a:srgbClr val="F26B43"/>
          </p15:clr>
        </p15:guide>
        <p15:guide id="5" pos="1446" userDrawn="1">
          <p15:clr>
            <a:srgbClr val="F26B43"/>
          </p15:clr>
        </p15:guide>
        <p15:guide id="6" pos="1960" userDrawn="1">
          <p15:clr>
            <a:srgbClr val="F26B43"/>
          </p15:clr>
        </p15:guide>
        <p15:guide id="7" pos="2056" userDrawn="1">
          <p15:clr>
            <a:srgbClr val="F26B43"/>
          </p15:clr>
        </p15:guide>
        <p15:guide id="8" pos="2570" userDrawn="1">
          <p15:clr>
            <a:srgbClr val="F26B43"/>
          </p15:clr>
        </p15:guide>
        <p15:guide id="9" pos="2666" userDrawn="1">
          <p15:clr>
            <a:srgbClr val="F26B43"/>
          </p15:clr>
        </p15:guide>
        <p15:guide id="10" pos="3180" userDrawn="1">
          <p15:clr>
            <a:srgbClr val="F26B43"/>
          </p15:clr>
        </p15:guide>
        <p15:guide id="11" pos="3276" userDrawn="1">
          <p15:clr>
            <a:srgbClr val="F26B43"/>
          </p15:clr>
        </p15:guide>
        <p15:guide id="12" pos="3792" userDrawn="1">
          <p15:clr>
            <a:srgbClr val="F26B43"/>
          </p15:clr>
        </p15:guide>
        <p15:guide id="13" pos="3886" userDrawn="1">
          <p15:clr>
            <a:srgbClr val="F26B43"/>
          </p15:clr>
        </p15:guide>
        <p15:guide id="14" pos="4402" userDrawn="1">
          <p15:clr>
            <a:srgbClr val="F26B43"/>
          </p15:clr>
        </p15:guide>
        <p15:guide id="15" pos="4498" userDrawn="1">
          <p15:clr>
            <a:srgbClr val="F26B43"/>
          </p15:clr>
        </p15:guide>
        <p15:guide id="16" pos="5012" userDrawn="1">
          <p15:clr>
            <a:srgbClr val="F26B43"/>
          </p15:clr>
        </p15:guide>
        <p15:guide id="17" pos="5108" userDrawn="1">
          <p15:clr>
            <a:srgbClr val="F26B43"/>
          </p15:clr>
        </p15:guide>
        <p15:guide id="18" pos="5622" userDrawn="1">
          <p15:clr>
            <a:srgbClr val="F26B43"/>
          </p15:clr>
        </p15:guide>
        <p15:guide id="19" pos="5718" userDrawn="1">
          <p15:clr>
            <a:srgbClr val="F26B43"/>
          </p15:clr>
        </p15:guide>
        <p15:guide id="20" pos="6232" userDrawn="1">
          <p15:clr>
            <a:srgbClr val="F26B43"/>
          </p15:clr>
        </p15:guide>
        <p15:guide id="21" pos="6328" userDrawn="1">
          <p15:clr>
            <a:srgbClr val="F26B43"/>
          </p15:clr>
        </p15:guide>
        <p15:guide id="22" pos="6844" userDrawn="1">
          <p15:clr>
            <a:srgbClr val="F26B43"/>
          </p15:clr>
        </p15:guide>
        <p15:guide id="23" pos="6940" userDrawn="1">
          <p15:clr>
            <a:srgbClr val="F26B43"/>
          </p15:clr>
        </p15:guide>
        <p15:guide id="24" pos="7454" userDrawn="1">
          <p15:clr>
            <a:srgbClr val="F26B43"/>
          </p15:clr>
        </p15:guide>
        <p15:guide id="25" orient="horz" pos="402" userDrawn="1">
          <p15:clr>
            <a:srgbClr val="F26B43"/>
          </p15:clr>
        </p15:guide>
        <p15:guide id="26" orient="horz" pos="3558" userDrawn="1">
          <p15:clr>
            <a:srgbClr val="F26B43"/>
          </p15:clr>
        </p15:guide>
        <p15:guide id="27" pos="480" userDrawn="1">
          <p15:clr>
            <a:srgbClr val="F26B43"/>
          </p15:clr>
        </p15:guide>
        <p15:guide id="28" pos="7198" userDrawn="1">
          <p15:clr>
            <a:srgbClr val="F26B43"/>
          </p15:clr>
        </p15:guide>
      </p15:sldGuideLst>
    </p:ext>
  </p:extLst>
</p:sldMaster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5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80EE6349-6717-E15D-EE4E-CD8216BE6E3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Role of the Center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4699A0-BD45-8CC3-64B2-2E12CC6CAD1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Three models and nine roles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B8AEE5-0F4C-81C6-5152-ED7113161B2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September 29, 2026</a:t>
            </a:r>
          </a:p>
        </p:txBody>
      </p:sp>
    </p:spTree>
    <p:extLst>
      <p:ext uri="{BB962C8B-B14F-4D97-AF65-F5344CB8AC3E}">
        <p14:creationId xmlns:p14="http://schemas.microsoft.com/office/powerpoint/2010/main" val="13334003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68096" y="411480"/>
            <a:ext cx="10652760" cy="640080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000000"/>
                </a:solidFill>
                <a:latin typeface="Lato"/>
                <a:cs typeface="Lato"/>
              </a:rPr>
              <a:t>Three Models for “Role of the Center”</a:t>
            </a:r>
          </a:p>
        </p:txBody>
      </p:sp>
      <p:sp>
        <p:nvSpPr>
          <p:cNvPr id="101" name="Subtitle"/>
          <p:cNvSpPr txBox="1"/>
          <p:nvPr/>
        </p:nvSpPr>
        <p:spPr>
          <a:xfrm>
            <a:off x="768096" y="1143000"/>
            <a:ext cx="10652760" cy="32004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C8102E"/>
                </a:solidFill>
                <a:latin typeface="Lato"/>
                <a:cs typeface="Lato"/>
              </a:rPr>
              <a:t>The most successful is least prevalent</a:t>
            </a:r>
          </a:p>
        </p:txBody>
      </p:sp>
      <p:sp>
        <p:nvSpPr>
          <p:cNvPr id="102" name="Header 1"/>
          <p:cNvSpPr txBox="1"/>
          <p:nvPr/>
        </p:nvSpPr>
        <p:spPr>
          <a:xfrm>
            <a:off x="768096" y="178308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Minimalist</a:t>
            </a:r>
          </a:p>
        </p:txBody>
      </p:sp>
      <p:cxnSp>
        <p:nvCxnSpPr>
          <p:cNvPr id="103" name="Rule 1"/>
          <p:cNvCxnSpPr/>
          <p:nvPr/>
        </p:nvCxnSpPr>
        <p:spPr>
          <a:xfrm>
            <a:off x="768096" y="2212848"/>
            <a:ext cx="333756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4" name="Body 1"/>
          <p:cNvSpPr txBox="1"/>
          <p:nvPr/>
        </p:nvSpPr>
        <p:spPr>
          <a:xfrm>
            <a:off x="768096" y="2377440"/>
            <a:ext cx="3337560" cy="3794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Most!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0000"/>
                </a:solidFill>
                <a:latin typeface="Lato"/>
                <a:cs typeface="Lato"/>
              </a:rPr>
              <a:t>Basic “governance” functions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Financial reporting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Legal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Budgeting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Little coordination and sharing of best-practice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Almost no systemic process improvement</a:t>
            </a:r>
          </a:p>
        </p:txBody>
      </p:sp>
      <p:sp>
        <p:nvSpPr>
          <p:cNvPr id="105" name="Header 2"/>
          <p:cNvSpPr txBox="1"/>
          <p:nvPr/>
        </p:nvSpPr>
        <p:spPr>
          <a:xfrm>
            <a:off x="4425696" y="178308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Imperialist</a:t>
            </a:r>
          </a:p>
        </p:txBody>
      </p:sp>
      <p:cxnSp>
        <p:nvCxnSpPr>
          <p:cNvPr id="106" name="Rule 2"/>
          <p:cNvCxnSpPr/>
          <p:nvPr/>
        </p:nvCxnSpPr>
        <p:spPr>
          <a:xfrm>
            <a:off x="4425696" y="2212848"/>
            <a:ext cx="333756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07" name="Body 2"/>
          <p:cNvSpPr txBox="1"/>
          <p:nvPr/>
        </p:nvSpPr>
        <p:spPr>
          <a:xfrm>
            <a:off x="4425696" y="2377440"/>
            <a:ext cx="3337560" cy="3794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None that shall be named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Significant resources “owned” by the center or checking-up (to reduce risk)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Believe the center can substitute for deficiencies in business units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Controls and processes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Large staffs</a:t>
            </a:r>
          </a:p>
        </p:txBody>
      </p:sp>
      <p:sp>
        <p:nvSpPr>
          <p:cNvPr id="108" name="Header 3"/>
          <p:cNvSpPr txBox="1"/>
          <p:nvPr/>
        </p:nvSpPr>
        <p:spPr>
          <a:xfrm>
            <a:off x="8083296" y="178308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C8102E"/>
                </a:solidFill>
                <a:latin typeface="Lato"/>
                <a:cs typeface="Lato"/>
              </a:rPr>
              <a:t>Activist</a:t>
            </a:r>
          </a:p>
        </p:txBody>
      </p:sp>
      <p:cxnSp>
        <p:nvCxnSpPr>
          <p:cNvPr id="109" name="Rule 3"/>
          <p:cNvCxnSpPr/>
          <p:nvPr/>
        </p:nvCxnSpPr>
        <p:spPr>
          <a:xfrm>
            <a:off x="8083296" y="2212848"/>
            <a:ext cx="3337560" cy="0"/>
          </a:xfrm>
          <a:prstGeom prst="line">
            <a:avLst/>
          </a:prstGeom>
          <a:ln w="38100">
            <a:solidFill>
              <a:srgbClr val="C8102E"/>
            </a:solidFill>
          </a:ln>
        </p:spPr>
      </p:cxnSp>
      <p:sp>
        <p:nvSpPr>
          <p:cNvPr id="110" name="Body 3"/>
          <p:cNvSpPr txBox="1"/>
          <p:nvPr/>
        </p:nvSpPr>
        <p:spPr>
          <a:xfrm>
            <a:off x="8083296" y="2377440"/>
            <a:ext cx="3337560" cy="379476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0000"/>
                </a:solidFill>
                <a:latin typeface="Lato"/>
                <a:cs typeface="Lato"/>
              </a:rPr>
              <a:t>Academic institution examples: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TBD … few if any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000000"/>
                </a:solidFill>
                <a:latin typeface="Lato"/>
                <a:cs typeface="Lato"/>
              </a:rPr>
              <a:t>Finds the value-added “sweet spot” between over- and under-intervention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Builds capabilities inside and across business units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Raises issues, enforces standards, but by working through the business unit leaders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Has significant input to, but does not own, budgets and business plans</a:t>
            </a:r>
          </a:p>
          <a:p>
            <a:pPr marL="155448" indent="-155448" algn="l">
              <a:spcBef>
                <a:spcPts val="3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Manages the long-term shape of the agenda</a:t>
            </a:r>
          </a:p>
          <a:p>
            <a:pPr marL="0" indent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Requires few, but talented people</a:t>
            </a:r>
          </a:p>
        </p:txBody>
      </p:sp>
      <p:sp>
        <p:nvSpPr>
          <p:cNvPr id="111" name="Source"/>
          <p:cNvSpPr txBox="1"/>
          <p:nvPr/>
        </p:nvSpPr>
        <p:spPr>
          <a:xfrm>
            <a:off x="768096" y="638251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12" name="Footer"/>
          <p:cNvSpPr txBox="1"/>
          <p:nvPr/>
        </p:nvSpPr>
        <p:spPr>
          <a:xfrm>
            <a:off x="7315200" y="638251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68096" y="411480"/>
            <a:ext cx="10652760" cy="640080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000000"/>
                </a:solidFill>
                <a:latin typeface="Lato"/>
                <a:cs typeface="Lato"/>
              </a:rPr>
              <a:t>Nine “Roles of the Center” (2 of 2)</a:t>
            </a:r>
          </a:p>
        </p:txBody>
      </p:sp>
      <p:graphicFrame>
        <p:nvGraphicFramePr>
          <p:cNvPr id="133" name="Roles table"/>
          <p:cNvGraphicFramePr>
            <a:graphicFrameLocks noGrp="1"/>
          </p:cNvGraphicFramePr>
          <p:nvPr/>
        </p:nvGraphicFramePr>
        <p:xfrm>
          <a:off x="768096" y="1280160"/>
          <a:ext cx="10652760" cy="3054096"/>
        </p:xfrm>
        <a:graphic>
          <a:graphicData uri="http://schemas.openxmlformats.org/drawingml/2006/table">
            <a:tbl>
              <a:tblPr firstRow="1"/>
              <a:tblGrid>
                <a:gridCol w="457200"/>
                <a:gridCol w="2377440"/>
                <a:gridCol w="3749040"/>
                <a:gridCol w="4069080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/>
                      </a:r>
                    </a:p>
                  </a:txBody>
                  <a:tcPr marL="54864" marR="91440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Role</a:t>
                      </a:r>
                    </a:p>
                  </a:txBody>
                  <a:tcPr marL="54864" marR="91440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Description</a:t>
                      </a:r>
                    </a:p>
                  </a:txBody>
                  <a:tcPr marL="54864" marR="91440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Activist approach</a:t>
                      </a:r>
                    </a:p>
                  </a:txBody>
                  <a:tcPr marL="54864" marR="91440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5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Allocate resources across the enterprise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Capital measurement and allocation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People/talent measurement and allocation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Opportunities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Resources owned by departments, efficiencies tracked at center. Center uses “forces” to manage (e.g., reporting, allocations, etc.)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6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Enhance academic unit ‘business’ performance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Challenge BU leadership’s assumptions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Stretch targets / approve goals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Review performance against goals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Coach and motivate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Where required, Center offers assistance about performance improvement (track record makes the offer relevant)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For “intensive care” departments, VC or Chancellor insist on involvement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7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Develop leadership talent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Team leadership abilities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Functional expertise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Executive selection, development, and removal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Center should have significant input to the profile and skills of DA’s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Departments have final hiring decisions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Center has input on performance and compensation decisions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8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Maintain essential institution functions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Human resources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Regulatory compliance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Public, donor, investor, and government relations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Managed from the center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9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Maintain service/support functions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Procurement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Insurance/risk management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Financial processing/accounting/disbursements, etc.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Real estate/auxiliaries, etc.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Transportation / security / parking, etc.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Managed from the center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4" name="Source"/>
          <p:cNvSpPr txBox="1"/>
          <p:nvPr/>
        </p:nvSpPr>
        <p:spPr>
          <a:xfrm>
            <a:off x="768096" y="638251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35" name="Footer"/>
          <p:cNvSpPr txBox="1"/>
          <p:nvPr/>
        </p:nvSpPr>
        <p:spPr>
          <a:xfrm>
            <a:off x="7315200" y="638251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68096" y="411480"/>
            <a:ext cx="10652760" cy="640080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000000"/>
                </a:solidFill>
                <a:latin typeface="Lato"/>
                <a:cs typeface="Lato"/>
              </a:rPr>
              <a:t>Nine “Roles of the Center” (1 of 2)</a:t>
            </a:r>
          </a:p>
        </p:txBody>
      </p:sp>
      <p:graphicFrame>
        <p:nvGraphicFramePr>
          <p:cNvPr id="130" name="Roles table"/>
          <p:cNvGraphicFramePr>
            <a:graphicFrameLocks noGrp="1"/>
          </p:cNvGraphicFramePr>
          <p:nvPr/>
        </p:nvGraphicFramePr>
        <p:xfrm>
          <a:off x="768096" y="1280160"/>
          <a:ext cx="10652760" cy="2505456"/>
        </p:xfrm>
        <a:graphic>
          <a:graphicData uri="http://schemas.openxmlformats.org/drawingml/2006/table">
            <a:tbl>
              <a:tblPr firstRow="1"/>
              <a:tblGrid>
                <a:gridCol w="457200"/>
                <a:gridCol w="2377440"/>
                <a:gridCol w="3749040"/>
                <a:gridCol w="4069080"/>
              </a:tblGrid>
              <a:tr h="310896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/>
                      </a:r>
                    </a:p>
                  </a:txBody>
                  <a:tcPr marL="54864" marR="91440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Role</a:t>
                      </a:r>
                    </a:p>
                  </a:txBody>
                  <a:tcPr marL="54864" marR="91440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Description</a:t>
                      </a:r>
                    </a:p>
                  </a:txBody>
                  <a:tcPr marL="54864" marR="91440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Activist approach</a:t>
                      </a:r>
                    </a:p>
                  </a:txBody>
                  <a:tcPr marL="54864" marR="91440" marT="64008" marB="64008" anchor="b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19050">
                      <a:solidFill>
                        <a:srgbClr val="000000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1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Define institution direction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Formulate vision and mission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Set and reassess/renew strategy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Define university identity/image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Guide university culture (e.g., set of shared values)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Crisis management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Strong central leadership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Deep departmental involvement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Highly skilled leadership (technical, political, social)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2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Manage the “portfolio”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Execute acquisitions, divestitures, and joint ventures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Approve partnerships and alliances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Help raise capital (e.g., philanthropy, debt)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Strong leadership from the center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3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Leverage the departmental network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Identify and exploit synergies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Share ideas/best practices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Identify/create platforms to be shared across departments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Exploit cross-business unit market opportunities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The center acts as a “coach”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Few, but very capable employees who set and understand direction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“Trains” department staff to execute. May provide surge capacity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i="0" dirty="0">
                          <a:solidFill>
                            <a:srgbClr val="C8102E"/>
                          </a:solidFill>
                          <a:latin typeface="Lato"/>
                          <a:cs typeface="Lato"/>
                        </a:rPr>
                        <a:t>4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1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Establish policies and processes for the organization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Control and incentive systems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Budgeting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Reporting and strategic planning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55448" indent="-155448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Ownership for processes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Work through and with VCs and Chancellor to communicate</a:t>
                      </a:r>
                    </a:p>
                    <a:p>
                      <a:pPr marL="155448" indent="-155448" algn="l">
                        <a:spcBef>
                          <a:spcPts val="100"/>
                        </a:spcBef>
                        <a:spcAft>
                          <a:spcPts val="0"/>
                        </a:spcAft>
                        <a:buClr>
                          <a:srgbClr val="C8102E"/>
                        </a:buClr>
                        <a:buFont typeface="Arial"/>
                        <a:buChar char="•"/>
                      </a:pPr>
                      <a:r>
                        <a:rPr lang="en-US" sz="1100" b="0" i="0" dirty="0">
                          <a:solidFill>
                            <a:srgbClr val="000000"/>
                          </a:solidFill>
                          <a:latin typeface="Lato"/>
                          <a:cs typeface="Lato"/>
                        </a:rPr>
                        <a:t>VCs and Chancellor deeply involve activist center to assure strategic objectives are met</a:t>
                      </a:r>
                    </a:p>
                  </a:txBody>
                  <a:tcPr marL="54864" marR="91440" marT="64008" marB="64008" anchor="t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9525">
                      <a:solidFill>
                        <a:srgbClr val="BFBFBF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31" name="Source"/>
          <p:cNvSpPr txBox="1"/>
          <p:nvPr/>
        </p:nvSpPr>
        <p:spPr>
          <a:xfrm>
            <a:off x="768096" y="638251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32" name="Footer"/>
          <p:cNvSpPr txBox="1"/>
          <p:nvPr/>
        </p:nvSpPr>
        <p:spPr>
          <a:xfrm>
            <a:off x="7315200" y="638251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body" sz="quarter" idx="11"/>
          </p:nvPr>
        </p:nvSpPr>
        <p:spPr>
          <a:xfrm>
            <a:off x="768096" y="411480"/>
            <a:ext cx="10652760" cy="640080"/>
          </a:xfrm>
        </p:spPr>
        <p:txBody>
          <a:bodyPr lIns="0" tIns="0" rIns="0" bIns="0" anchor="b">
            <a:normAutofit/>
          </a:bodyPr>
          <a:lstStyle/>
          <a:p>
            <a:pPr marL="0" indent="0">
              <a:buNone/>
            </a:pPr>
            <a:r>
              <a:rPr lang="en-US" sz="2600" b="1" i="0" dirty="0">
                <a:solidFill>
                  <a:srgbClr val="000000"/>
                </a:solidFill>
                <a:latin typeface="Lato"/>
                <a:cs typeface="Lato"/>
              </a:rPr>
              <a:t>Example: “How to Implement Important Process Improvements?”</a:t>
            </a:r>
          </a:p>
        </p:txBody>
      </p:sp>
      <p:sp>
        <p:nvSpPr>
          <p:cNvPr id="113" name="Header 1"/>
          <p:cNvSpPr txBox="1"/>
          <p:nvPr/>
        </p:nvSpPr>
        <p:spPr>
          <a:xfrm>
            <a:off x="768096" y="118872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Minimalist</a:t>
            </a:r>
          </a:p>
        </p:txBody>
      </p:sp>
      <p:cxnSp>
        <p:nvCxnSpPr>
          <p:cNvPr id="114" name="Rule 1"/>
          <p:cNvCxnSpPr/>
          <p:nvPr/>
        </p:nvCxnSpPr>
        <p:spPr>
          <a:xfrm>
            <a:off x="768096" y="1618488"/>
            <a:ext cx="333756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15" name="Approach 1"/>
          <p:cNvSpPr txBox="1"/>
          <p:nvPr/>
        </p:nvSpPr>
        <p:spPr>
          <a:xfrm>
            <a:off x="768096" y="1783080"/>
            <a:ext cx="3337560" cy="2788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Would not engage other than to encourage “do it”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Business units independently decide whether and how to implement any improvements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Methods, mechanisms and results not coordinated</a:t>
            </a:r>
          </a:p>
        </p:txBody>
      </p:sp>
      <p:cxnSp>
        <p:nvCxnSpPr>
          <p:cNvPr id="116" name="Challenge rule 1"/>
          <p:cNvCxnSpPr/>
          <p:nvPr/>
        </p:nvCxnSpPr>
        <p:spPr>
          <a:xfrm>
            <a:off x="768096" y="4681728"/>
            <a:ext cx="33375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17" name="Challenges 1"/>
          <p:cNvSpPr txBox="1"/>
          <p:nvPr/>
        </p:nvSpPr>
        <p:spPr>
          <a:xfrm>
            <a:off x="768096" y="4773168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Low levels of accountability ensure little action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Lasting change never happens</a:t>
            </a:r>
          </a:p>
        </p:txBody>
      </p:sp>
      <p:sp>
        <p:nvSpPr>
          <p:cNvPr id="118" name="Header 2"/>
          <p:cNvSpPr txBox="1"/>
          <p:nvPr/>
        </p:nvSpPr>
        <p:spPr>
          <a:xfrm>
            <a:off x="4425696" y="118872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000000"/>
                </a:solidFill>
                <a:latin typeface="Lato"/>
                <a:cs typeface="Lato"/>
              </a:rPr>
              <a:t>Imperialist</a:t>
            </a:r>
          </a:p>
        </p:txBody>
      </p:sp>
      <p:cxnSp>
        <p:nvCxnSpPr>
          <p:cNvPr id="119" name="Rule 2"/>
          <p:cNvCxnSpPr/>
          <p:nvPr/>
        </p:nvCxnSpPr>
        <p:spPr>
          <a:xfrm>
            <a:off x="4425696" y="1618488"/>
            <a:ext cx="3337560" cy="0"/>
          </a:xfrm>
          <a:prstGeom prst="line">
            <a:avLst/>
          </a:prstGeom>
          <a:ln w="12700">
            <a:solidFill>
              <a:srgbClr val="000000"/>
            </a:solidFill>
          </a:ln>
        </p:spPr>
      </p:cxnSp>
      <p:sp>
        <p:nvSpPr>
          <p:cNvPr id="120" name="Approach 2"/>
          <p:cNvSpPr txBox="1"/>
          <p:nvPr/>
        </p:nvSpPr>
        <p:spPr>
          <a:xfrm>
            <a:off x="4425696" y="1783080"/>
            <a:ext cx="3337560" cy="2788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Creates process improvement programs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Gain control of the individuals who will implement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Mandate and measure compliance</a:t>
            </a:r>
          </a:p>
        </p:txBody>
      </p:sp>
      <p:cxnSp>
        <p:nvCxnSpPr>
          <p:cNvPr id="121" name="Challenge rule 2"/>
          <p:cNvCxnSpPr/>
          <p:nvPr/>
        </p:nvCxnSpPr>
        <p:spPr>
          <a:xfrm>
            <a:off x="4425696" y="4681728"/>
            <a:ext cx="33375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22" name="Challenges 2"/>
          <p:cNvSpPr txBox="1"/>
          <p:nvPr/>
        </p:nvSpPr>
        <p:spPr>
          <a:xfrm>
            <a:off x="4425696" y="4773168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Generally unpalatable where BU’s have had large measures of autonomy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Won’t work at Vanderbilt in any foreseeable future</a:t>
            </a:r>
          </a:p>
        </p:txBody>
      </p:sp>
      <p:sp>
        <p:nvSpPr>
          <p:cNvPr id="123" name="Header 3"/>
          <p:cNvSpPr txBox="1"/>
          <p:nvPr/>
        </p:nvSpPr>
        <p:spPr>
          <a:xfrm>
            <a:off x="8083296" y="1188720"/>
            <a:ext cx="3337560" cy="365760"/>
          </a:xfrm>
          <a:prstGeom prst="rect">
            <a:avLst/>
          </a:prstGeom>
          <a:noFill/>
        </p:spPr>
        <p:txBody>
          <a:bodyPr wrap="square" lIns="0" tIns="0" rIns="0" bIns="0" anchor="b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C8102E"/>
                </a:solidFill>
                <a:latin typeface="Lato"/>
                <a:cs typeface="Lato"/>
              </a:rPr>
              <a:t>Activist</a:t>
            </a:r>
          </a:p>
        </p:txBody>
      </p:sp>
      <p:cxnSp>
        <p:nvCxnSpPr>
          <p:cNvPr id="124" name="Rule 3"/>
          <p:cNvCxnSpPr/>
          <p:nvPr/>
        </p:nvCxnSpPr>
        <p:spPr>
          <a:xfrm>
            <a:off x="8083296" y="1618488"/>
            <a:ext cx="3337560" cy="0"/>
          </a:xfrm>
          <a:prstGeom prst="line">
            <a:avLst/>
          </a:prstGeom>
          <a:ln w="38100">
            <a:solidFill>
              <a:srgbClr val="C8102E"/>
            </a:solidFill>
          </a:ln>
        </p:spPr>
      </p:cxnSp>
      <p:sp>
        <p:nvSpPr>
          <p:cNvPr id="125" name="Approach 3"/>
          <p:cNvSpPr txBox="1"/>
          <p:nvPr/>
        </p:nvSpPr>
        <p:spPr>
          <a:xfrm>
            <a:off x="8083296" y="1783080"/>
            <a:ext cx="3337560" cy="278892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155448" indent="-155448" algn="l">
              <a:spcBef>
                <a:spcPts val="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Creates programs using a university standard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Trains and coaches departments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May need influence of VCs/Deans or Chancellor, and therefore their “buy-in”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Results will speak; creates “pull” for more help by other departments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Measures communicated broadly to reinforce the “pull”</a:t>
            </a:r>
          </a:p>
          <a:p>
            <a:pPr marL="155448" indent="-155448" algn="l">
              <a:spcBef>
                <a:spcPts val="5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Chancellor intervenes if required</a:t>
            </a:r>
          </a:p>
        </p:txBody>
      </p:sp>
      <p:cxnSp>
        <p:nvCxnSpPr>
          <p:cNvPr id="126" name="Challenge rule 3"/>
          <p:cNvCxnSpPr/>
          <p:nvPr/>
        </p:nvCxnSpPr>
        <p:spPr>
          <a:xfrm>
            <a:off x="8083296" y="4681728"/>
            <a:ext cx="3337560" cy="0"/>
          </a:xfrm>
          <a:prstGeom prst="line">
            <a:avLst/>
          </a:prstGeom>
          <a:ln w="9525">
            <a:solidFill>
              <a:srgbClr val="BFBFBF"/>
            </a:solidFill>
          </a:ln>
        </p:spPr>
      </p:cxnSp>
      <p:sp>
        <p:nvSpPr>
          <p:cNvPr id="127" name="Challenges 3"/>
          <p:cNvSpPr txBox="1"/>
          <p:nvPr/>
        </p:nvSpPr>
        <p:spPr>
          <a:xfrm>
            <a:off x="8083296" y="4773168"/>
            <a:ext cx="3337560" cy="1463040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C8102E"/>
                </a:solidFill>
                <a:latin typeface="Lato"/>
                <a:cs typeface="Lato"/>
              </a:rPr>
              <a:t>Challenges</a:t>
            </a:r>
          </a:p>
          <a:p>
            <a:pPr marL="155448" indent="-155448" algn="l">
              <a:spcBef>
                <a:spcPts val="400"/>
              </a:spcBef>
              <a:spcAft>
                <a:spcPts val="0"/>
              </a:spcAft>
              <a:buClr>
                <a:srgbClr val="C8102E"/>
              </a:buClr>
              <a:buFont typeface="Arial"/>
              <a:buChar char="•"/>
            </a:pPr>
            <a:r>
              <a:rPr lang="en-US" sz="1300" b="0" i="0" dirty="0">
                <a:solidFill>
                  <a:srgbClr val="000000"/>
                </a:solidFill>
                <a:latin typeface="Lato"/>
                <a:cs typeface="Lato"/>
              </a:rPr>
              <a:t>Will not work with a leadership team that doesn’t agree about the relevance of the program/initiative</a:t>
            </a:r>
          </a:p>
        </p:txBody>
      </p:sp>
      <p:sp>
        <p:nvSpPr>
          <p:cNvPr id="128" name="Source"/>
          <p:cNvSpPr txBox="1"/>
          <p:nvPr/>
        </p:nvSpPr>
        <p:spPr>
          <a:xfrm>
            <a:off x="768096" y="6382512"/>
            <a:ext cx="594360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595959"/>
                </a:solidFill>
                <a:latin typeface="Lato"/>
                <a:cs typeface="Lato"/>
              </a:rPr>
              <a:t>Source: 2026-09-29 Role of the Center deck</a:t>
            </a:r>
          </a:p>
        </p:txBody>
      </p:sp>
      <p:sp>
        <p:nvSpPr>
          <p:cNvPr id="129" name="Footer"/>
          <p:cNvSpPr txBox="1"/>
          <p:nvPr/>
        </p:nvSpPr>
        <p:spPr>
          <a:xfrm>
            <a:off x="7315200" y="6382512"/>
            <a:ext cx="3291840" cy="201168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dirty="0">
                <a:solidFill>
                  <a:srgbClr val="595959"/>
                </a:solidFill>
                <a:latin typeface="Lato"/>
                <a:cs typeface="Lato"/>
              </a:rPr>
              <a:t>Northeastern University</a:t>
            </a:r>
          </a:p>
        </p:txBody>
      </p:sp>
    </p:spTree>
    <p:extLst>
      <p:ext uri="{BB962C8B-B14F-4D97-AF65-F5344CB8AC3E}">
        <p14:creationId xmlns:p14="http://schemas.microsoft.com/office/powerpoint/2010/main" val="2986663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35">
      <a:dk1>
        <a:srgbClr val="000000"/>
      </a:dk1>
      <a:lt1>
        <a:srgbClr val="FFFFFF"/>
      </a:lt1>
      <a:dk2>
        <a:srgbClr val="8C8080"/>
      </a:dk2>
      <a:lt2>
        <a:srgbClr val="E6D8D3"/>
      </a:lt2>
      <a:accent1>
        <a:srgbClr val="D31B2C"/>
      </a:accent1>
      <a:accent2>
        <a:srgbClr val="0ECCDE"/>
      </a:accent2>
      <a:accent3>
        <a:srgbClr val="A0E0EF"/>
      </a:accent3>
      <a:accent4>
        <a:srgbClr val="8C8080"/>
      </a:accent4>
      <a:accent5>
        <a:srgbClr val="BAAEA9"/>
      </a:accent5>
      <a:accent6>
        <a:srgbClr val="E6D8D3"/>
      </a:accent6>
      <a:hlink>
        <a:srgbClr val="61B6D0"/>
      </a:hlink>
      <a:folHlink>
        <a:srgbClr val="0C3354"/>
      </a:folHlink>
    </a:clrScheme>
    <a:fontScheme name="Custom 1">
      <a:majorFont>
        <a:latin typeface="Lato"/>
        <a:ea typeface=""/>
        <a:cs typeface=""/>
      </a:majorFont>
      <a:minorFont>
        <a:latin typeface="La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53DA0FE5B7403498889074FBA6C6F31" ma:contentTypeVersion="18" ma:contentTypeDescription="Create a new document." ma:contentTypeScope="" ma:versionID="5906518524b469aac52fd9117448a799">
  <xsd:schema xmlns:xsd="http://www.w3.org/2001/XMLSchema" xmlns:xs="http://www.w3.org/2001/XMLSchema" xmlns:p="http://schemas.microsoft.com/office/2006/metadata/properties" xmlns:ns2="574f7681-16bc-479c-bf3b-02bcf3c14331" xmlns:ns3="5440841a-9bdf-4b43-8cf3-204ecaedf527" xmlns:ns4="e9952153-5aa5-42e8-8300-ccc6398e6c31" targetNamespace="http://schemas.microsoft.com/office/2006/metadata/properties" ma:root="true" ma:fieldsID="765bd0cb89e3a349f472ddfc8c5f5fc2" ns2:_="" ns3:_="" ns4:_="">
    <xsd:import namespace="574f7681-16bc-479c-bf3b-02bcf3c14331"/>
    <xsd:import namespace="5440841a-9bdf-4b43-8cf3-204ecaedf527"/>
    <xsd:import namespace="e9952153-5aa5-42e8-8300-ccc6398e6c3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3:SharedWithUsers" minOccurs="0"/>
                <xsd:element ref="ns3:SharedWithDetail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4f7681-16bc-479c-bf3b-02bcf3c1433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8" nillable="true" ma:taxonomy="true" ma:internalName="lcf76f155ced4ddcb4097134ff3c332f" ma:taxonomyFieldName="MediaServiceImageTags" ma:displayName="Image Tags" ma:readOnly="false" ma:fieldId="{5cf76f15-5ced-4ddc-b409-7134ff3c332f}" ma:taxonomyMulti="true" ma:sspId="99a8f194-becd-4f93-a34b-b9b3045b7873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4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40841a-9bdf-4b43-8cf3-204ecaedf527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9952153-5aa5-42e8-8300-ccc6398e6c31" elementFormDefault="qualified">
    <xsd:import namespace="http://schemas.microsoft.com/office/2006/documentManagement/types"/>
    <xsd:import namespace="http://schemas.microsoft.com/office/infopath/2007/PartnerControls"/>
    <xsd:element name="TaxCatchAll" ma:index="19" nillable="true" ma:displayName="Taxonomy Catch All Column" ma:hidden="true" ma:list="{a61dac97-85de-4f35-afb1-65ea9b1e43f0}" ma:internalName="TaxCatchAll" ma:showField="CatchAllData" ma:web="5440841a-9bdf-4b43-8cf3-204ecaedf527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haredWithUsers xmlns="5440841a-9bdf-4b43-8cf3-204ecaedf527">
      <UserInfo>
        <DisplayName>Lucas, Eliza</DisplayName>
        <AccountId>6326</AccountId>
        <AccountType/>
      </UserInfo>
      <UserInfo>
        <DisplayName>Skarep, Denis</DisplayName>
        <AccountId>333</AccountId>
        <AccountType/>
      </UserInfo>
      <UserInfo>
        <DisplayName>Workman, Michael</DisplayName>
        <AccountId>7596</AccountId>
        <AccountType/>
      </UserInfo>
      <UserInfo>
        <DisplayName>Horn, Clare</DisplayName>
        <AccountId>29</AccountId>
        <AccountType/>
      </UserInfo>
      <UserInfo>
        <DisplayName>Anzuoni, Rebecca</DisplayName>
        <AccountId>32</AccountId>
        <AccountType/>
      </UserInfo>
      <UserInfo>
        <DisplayName>Borchardt, Melody</DisplayName>
        <AccountId>7822</AccountId>
        <AccountType/>
      </UserInfo>
    </SharedWithUsers>
    <TaxCatchAll xmlns="e9952153-5aa5-42e8-8300-ccc6398e6c31" xsi:nil="true"/>
    <lcf76f155ced4ddcb4097134ff3c332f xmlns="574f7681-16bc-479c-bf3b-02bcf3c1433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8B017AB2-AB12-4B0F-BA1F-EBEC12CAA94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D1C160D-87C7-4193-8AC2-7AFEA0640E88}">
  <ds:schemaRefs>
    <ds:schemaRef ds:uri="5440841a-9bdf-4b43-8cf3-204ecaedf527"/>
    <ds:schemaRef ds:uri="574f7681-16bc-479c-bf3b-02bcf3c14331"/>
    <ds:schemaRef ds:uri="e9952153-5aa5-42e8-8300-ccc6398e6c3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4E6B35C-799D-4F79-8476-A0E275E394C0}">
  <ds:schemaRefs>
    <ds:schemaRef ds:uri="5440841a-9bdf-4b43-8cf3-204ecaedf527"/>
    <ds:schemaRef ds:uri="574f7681-16bc-479c-bf3b-02bcf3c14331"/>
    <ds:schemaRef ds:uri="d6d2383b-45a0-4ddb-a407-c494fb1d4267"/>
    <ds:schemaRef ds:uri="e9952153-5aa5-42e8-8300-ccc6398e6c31"/>
    <ds:schemaRef ds:uri="f8b34fd3-af78-4807-b886-7e6a01a185d3"/>
    <ds:schemaRef ds:uri="fb9ca303-d760-4e0a-88f1-ba207c332aa6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a8eec281-aaa3-4dae-ac9b-9a398b9215e7}" enabled="0" method="" siteId="{a8eec281-aaa3-4dae-ac9b-9a398b9215e7}" removed="1"/>
  <clbl:label id="{ba5a7f39-e3be-4ab3-b450-67fa80faecad}" enabled="0" method="" siteId="{ba5a7f39-e3be-4ab3-b450-67fa80faeca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2135</Words>
  <Application>Microsoft Macintosh PowerPoint</Application>
  <PresentationFormat>Widescreen</PresentationFormat>
  <Paragraphs>241</Paragraphs>
  <Slides>54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3" baseType="lpstr">
      <vt:lpstr>Calibri</vt:lpstr>
      <vt:lpstr>Lato</vt:lpstr>
      <vt:lpstr>Courier New</vt:lpstr>
      <vt:lpstr>Aptos</vt:lpstr>
      <vt:lpstr>Museo Sans 300</vt:lpstr>
      <vt:lpstr>Lato Light</vt:lpstr>
      <vt:lpstr>Courier New,monospace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andres Molina</dc:creator>
  <cp:lastModifiedBy>Horn, Clare</cp:lastModifiedBy>
  <cp:revision>1</cp:revision>
  <dcterms:created xsi:type="dcterms:W3CDTF">2024-01-15T09:30:40Z</dcterms:created>
  <dcterms:modified xsi:type="dcterms:W3CDTF">2024-09-25T14:25:15Z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0x010100353DA0FE5B7403498889074FBA6C6F31</vt:lpwstr>
  </property>
  <property fmtid="{D5CDD505-2E9C-101B-9397-08002B2CF9AE}" pid="3" name="MediaServiceImageTags">
    <vt:lpwstr/>
  </property>
</Properties>
</file>