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0C3354">
                  <a:alpha val="80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4"/>
            <c:spPr>
              <a:solidFill>
                <a:srgbClr val="8A8D8F">
                  <a:alpha val="80000"/>
                </a:srgbClr>
              </a:solidFill>
              <a:ln>
                <a:no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14598540145985403"/>
          <c:w val="0.849802371541502"/>
          <c:h val="0.81021897810218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95"/>
              <c:tx>
                <c:rich>
                  <a:bodyPr/>
                  <a:lstStyle/>
                  <a:p>
                    <a:pPr>
                      <a:defRPr/>
                    </a:pPr>
                    <a:r>
                      <a:rPr sz="850" b="0" i="1">
                        <a:solidFill>
                          <a:srgbClr val="6B6B70"/>
                        </a:solidFill>
                        <a:latin typeface="Lato"/>
                      </a:rPr>
                      <a:t>$40K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50000.0</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0.8</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90"/>
              <c:tx>
                <c:rich>
                  <a:bodyPr/>
                  <a:lstStyle/>
                  <a:p>
                    <a:pPr>
                      <a:defRPr/>
                    </a:pPr>
                    <a:r>
                      <a:rPr sz="850" b="0" i="1">
                        <a:solidFill>
                          <a:srgbClr val="6B6B70"/>
                        </a:solidFill>
                        <a:latin typeface="Lato"/>
                      </a:rPr>
                      <a:t>$80K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Sheet1!$A$100:$A$190</c:f>
              <c:numCache>
                <c:formatCode>General</c:formatCode>
                <c:ptCount val="91"/>
                <c:pt idx="0">
                  <c:v>100000.0</c:v>
                </c:pt>
                <c:pt idx="1">
                  <c:v>110000.0</c:v>
                </c:pt>
                <c:pt idx="2">
                  <c:v>120000.0</c:v>
                </c:pt>
                <c:pt idx="3">
                  <c:v>130000.0</c:v>
                </c:pt>
                <c:pt idx="4">
                  <c:v>140000.0</c:v>
                </c:pt>
                <c:pt idx="5">
                  <c:v>150000.0</c:v>
                </c:pt>
                <c:pt idx="6">
                  <c:v>160000.0</c:v>
                </c:pt>
                <c:pt idx="7">
                  <c:v>170000.0</c:v>
                </c:pt>
                <c:pt idx="8">
                  <c:v>180000.0</c:v>
                </c:pt>
                <c:pt idx="9">
                  <c:v>190000.0</c:v>
                </c:pt>
                <c:pt idx="10">
                  <c:v>200000.0</c:v>
                </c:pt>
                <c:pt idx="11">
                  <c:v>210000.0</c:v>
                </c:pt>
                <c:pt idx="12">
                  <c:v>220000.0</c:v>
                </c:pt>
                <c:pt idx="13">
                  <c:v>230000.0</c:v>
                </c:pt>
                <c:pt idx="14">
                  <c:v>240000.0</c:v>
                </c:pt>
                <c:pt idx="15">
                  <c:v>250000.0</c:v>
                </c:pt>
                <c:pt idx="16">
                  <c:v>260000.0</c:v>
                </c:pt>
                <c:pt idx="17">
                  <c:v>270000.0</c:v>
                </c:pt>
                <c:pt idx="18">
                  <c:v>280000.0</c:v>
                </c:pt>
                <c:pt idx="19">
                  <c:v>290000.0</c:v>
                </c:pt>
                <c:pt idx="20">
                  <c:v>300000.0</c:v>
                </c:pt>
                <c:pt idx="21">
                  <c:v>310000.0</c:v>
                </c:pt>
                <c:pt idx="22">
                  <c:v>320000.0</c:v>
                </c:pt>
                <c:pt idx="23">
                  <c:v>330000.0</c:v>
                </c:pt>
                <c:pt idx="24">
                  <c:v>340000.0</c:v>
                </c:pt>
                <c:pt idx="25">
                  <c:v>350000.0</c:v>
                </c:pt>
                <c:pt idx="26">
                  <c:v>360000.0</c:v>
                </c:pt>
                <c:pt idx="27">
                  <c:v>370000.0</c:v>
                </c:pt>
                <c:pt idx="28">
                  <c:v>380000.0</c:v>
                </c:pt>
                <c:pt idx="29">
                  <c:v>390000.0</c:v>
                </c:pt>
                <c:pt idx="30">
                  <c:v>400000.0</c:v>
                </c:pt>
                <c:pt idx="31">
                  <c:v>410000.0</c:v>
                </c:pt>
                <c:pt idx="32">
                  <c:v>420000.0</c:v>
                </c:pt>
                <c:pt idx="33">
                  <c:v>430000.0</c:v>
                </c:pt>
                <c:pt idx="34">
                  <c:v>440000.0</c:v>
                </c:pt>
                <c:pt idx="35">
                  <c:v>450000.0</c:v>
                </c:pt>
                <c:pt idx="36">
                  <c:v>460000.0</c:v>
                </c:pt>
                <c:pt idx="37">
                  <c:v>470000.0</c:v>
                </c:pt>
                <c:pt idx="38">
                  <c:v>480000.0</c:v>
                </c:pt>
                <c:pt idx="39">
                  <c:v>490000.0</c:v>
                </c:pt>
                <c:pt idx="40">
                  <c:v>500000.0</c:v>
                </c:pt>
                <c:pt idx="41">
                  <c:v>510000.0</c:v>
                </c:pt>
                <c:pt idx="42">
                  <c:v>520000.0</c:v>
                </c:pt>
                <c:pt idx="43">
                  <c:v>530000.0</c:v>
                </c:pt>
                <c:pt idx="44">
                  <c:v>540000.0</c:v>
                </c:pt>
                <c:pt idx="45">
                  <c:v>550000.0</c:v>
                </c:pt>
                <c:pt idx="46">
                  <c:v>560000.0</c:v>
                </c:pt>
                <c:pt idx="47">
                  <c:v>570000.0</c:v>
                </c:pt>
                <c:pt idx="48">
                  <c:v>580000.0</c:v>
                </c:pt>
                <c:pt idx="49">
                  <c:v>590000.0</c:v>
                </c:pt>
                <c:pt idx="50">
                  <c:v>600000.0</c:v>
                </c:pt>
                <c:pt idx="51">
                  <c:v>610000.0</c:v>
                </c:pt>
                <c:pt idx="52">
                  <c:v>620000.0</c:v>
                </c:pt>
                <c:pt idx="53">
                  <c:v>630000.0</c:v>
                </c:pt>
                <c:pt idx="54">
                  <c:v>640000.0</c:v>
                </c:pt>
                <c:pt idx="55">
                  <c:v>650000.0</c:v>
                </c:pt>
                <c:pt idx="56">
                  <c:v>660000.0</c:v>
                </c:pt>
                <c:pt idx="57">
                  <c:v>670000.0</c:v>
                </c:pt>
                <c:pt idx="58">
                  <c:v>680000.0</c:v>
                </c:pt>
                <c:pt idx="59">
                  <c:v>690000.0</c:v>
                </c:pt>
                <c:pt idx="60">
                  <c:v>700000.0</c:v>
                </c:pt>
                <c:pt idx="61">
                  <c:v>710000.0</c:v>
                </c:pt>
                <c:pt idx="62">
                  <c:v>720000.0</c:v>
                </c:pt>
                <c:pt idx="63">
                  <c:v>730000.0</c:v>
                </c:pt>
                <c:pt idx="64">
                  <c:v>740000.0</c:v>
                </c:pt>
                <c:pt idx="65">
                  <c:v>750000.0</c:v>
                </c:pt>
                <c:pt idx="66">
                  <c:v>760000.0</c:v>
                </c:pt>
                <c:pt idx="67">
                  <c:v>770000.0</c:v>
                </c:pt>
                <c:pt idx="68">
                  <c:v>780000.0</c:v>
                </c:pt>
                <c:pt idx="69">
                  <c:v>790000.0</c:v>
                </c:pt>
                <c:pt idx="70">
                  <c:v>800000.0</c:v>
                </c:pt>
                <c:pt idx="71">
                  <c:v>810000.0</c:v>
                </c:pt>
                <c:pt idx="72">
                  <c:v>820000.0</c:v>
                </c:pt>
                <c:pt idx="73">
                  <c:v>830000.0</c:v>
                </c:pt>
                <c:pt idx="74">
                  <c:v>840000.0</c:v>
                </c:pt>
                <c:pt idx="75">
                  <c:v>850000.0</c:v>
                </c:pt>
                <c:pt idx="76">
                  <c:v>860000.0</c:v>
                </c:pt>
                <c:pt idx="77">
                  <c:v>870000.0</c:v>
                </c:pt>
                <c:pt idx="78">
                  <c:v>880000.0</c:v>
                </c:pt>
                <c:pt idx="79">
                  <c:v>890000.0</c:v>
                </c:pt>
                <c:pt idx="80">
                  <c:v>900000.0</c:v>
                </c:pt>
                <c:pt idx="81">
                  <c:v>910000.0</c:v>
                </c:pt>
                <c:pt idx="82">
                  <c:v>920000.0</c:v>
                </c:pt>
                <c:pt idx="83">
                  <c:v>930000.0</c:v>
                </c:pt>
                <c:pt idx="84">
                  <c:v>940000.0</c:v>
                </c:pt>
                <c:pt idx="85">
                  <c:v>950000.0</c:v>
                </c:pt>
                <c:pt idx="86">
                  <c:v>960000.0</c:v>
                </c:pt>
                <c:pt idx="87">
                  <c:v>970000.0</c:v>
                </c:pt>
                <c:pt idx="88">
                  <c:v>980000.0</c:v>
                </c:pt>
                <c:pt idx="89">
                  <c:v>990000.0</c:v>
                </c:pt>
                <c:pt idx="90">
                  <c:v>1000000.0</c:v>
                </c:pt>
              </c:numCache>
            </c:numRef>
          </c:xVal>
          <c:yVal>
            <c:numRef>
              <c:f>Sheet1!$B$100:$B$190</c:f>
              <c:numCache>
                <c:formatCode>General</c:formatCode>
                <c:ptCount val="91"/>
                <c:pt idx="0">
                  <c:v>0.8</c:v>
                </c:pt>
                <c:pt idx="1">
                  <c:v>0.7272727272727273</c:v>
                </c:pt>
                <c:pt idx="2">
                  <c:v>0.6666666666666666</c:v>
                </c:pt>
                <c:pt idx="3">
                  <c:v>0.6153846153846154</c:v>
                </c:pt>
                <c:pt idx="4">
                  <c:v>0.5714285714285714</c:v>
                </c:pt>
                <c:pt idx="5">
                  <c:v>0.5333333333333333</c:v>
                </c:pt>
                <c:pt idx="6">
                  <c:v>0.5</c:v>
                </c:pt>
                <c:pt idx="7">
                  <c:v>0.47058823529411764</c:v>
                </c:pt>
                <c:pt idx="8">
                  <c:v>0.4444444444444444</c:v>
                </c:pt>
                <c:pt idx="9">
                  <c:v>0.42105263157894735</c:v>
                </c:pt>
                <c:pt idx="10">
                  <c:v>0.4</c:v>
                </c:pt>
                <c:pt idx="11">
                  <c:v>0.38095238095238093</c:v>
                </c:pt>
                <c:pt idx="12">
                  <c:v>0.36363636363636365</c:v>
                </c:pt>
                <c:pt idx="13">
                  <c:v>0.34782608695652173</c:v>
                </c:pt>
                <c:pt idx="14">
                  <c:v>0.3333333333333333</c:v>
                </c:pt>
                <c:pt idx="15">
                  <c:v>0.32</c:v>
                </c:pt>
                <c:pt idx="16">
                  <c:v>0.3076923076923077</c:v>
                </c:pt>
                <c:pt idx="17">
                  <c:v>0.2962962962962963</c:v>
                </c:pt>
                <c:pt idx="18">
                  <c:v>0.2857142857142857</c:v>
                </c:pt>
                <c:pt idx="19">
                  <c:v>0.27586206896551724</c:v>
                </c:pt>
                <c:pt idx="20">
                  <c:v>0.26666666666666666</c:v>
                </c:pt>
                <c:pt idx="21">
                  <c:v>0.25806451612903225</c:v>
                </c:pt>
                <c:pt idx="22">
                  <c:v>0.25</c:v>
                </c:pt>
                <c:pt idx="23">
                  <c:v>0.24242424242424243</c:v>
                </c:pt>
                <c:pt idx="24">
                  <c:v>0.23529411764705882</c:v>
                </c:pt>
                <c:pt idx="25">
                  <c:v>0.22857142857142856</c:v>
                </c:pt>
                <c:pt idx="26">
                  <c:v>0.2222222222222222</c:v>
                </c:pt>
                <c:pt idx="27">
                  <c:v>0.21621621621621623</c:v>
                </c:pt>
                <c:pt idx="28">
                  <c:v>0.21052631578947367</c:v>
                </c:pt>
                <c:pt idx="29">
                  <c:v>0.20512820512820512</c:v>
                </c:pt>
                <c:pt idx="30">
                  <c:v>0.2</c:v>
                </c:pt>
                <c:pt idx="31">
                  <c:v>0.1951219512195122</c:v>
                </c:pt>
                <c:pt idx="32">
                  <c:v>0.19047619047619047</c:v>
                </c:pt>
                <c:pt idx="33">
                  <c:v>0.18604651162790697</c:v>
                </c:pt>
                <c:pt idx="34">
                  <c:v>0.18181818181818182</c:v>
                </c:pt>
                <c:pt idx="35">
                  <c:v>0.17777777777777778</c:v>
                </c:pt>
                <c:pt idx="36">
                  <c:v>0.17391304347826086</c:v>
                </c:pt>
                <c:pt idx="37">
                  <c:v>0.1702127659574468</c:v>
                </c:pt>
                <c:pt idx="38">
                  <c:v>0.16666666666666666</c:v>
                </c:pt>
                <c:pt idx="39">
                  <c:v>0.16326530612244897</c:v>
                </c:pt>
                <c:pt idx="40">
                  <c:v>0.16</c:v>
                </c:pt>
                <c:pt idx="41">
                  <c:v>0.1568627450980392</c:v>
                </c:pt>
                <c:pt idx="42">
                  <c:v>0.15384615384615385</c:v>
                </c:pt>
                <c:pt idx="43">
                  <c:v>0.1509433962264151</c:v>
                </c:pt>
                <c:pt idx="44">
                  <c:v>0.14814814814814814</c:v>
                </c:pt>
                <c:pt idx="45">
                  <c:v>0.14545454545454545</c:v>
                </c:pt>
                <c:pt idx="46">
                  <c:v>0.14285714285714285</c:v>
                </c:pt>
                <c:pt idx="47">
                  <c:v>0.14035087719298245</c:v>
                </c:pt>
                <c:pt idx="48">
                  <c:v>0.13793103448275862</c:v>
                </c:pt>
                <c:pt idx="49">
                  <c:v>0.13559322033898305</c:v>
                </c:pt>
                <c:pt idx="50">
                  <c:v>0.13333333333333333</c:v>
                </c:pt>
                <c:pt idx="51">
                  <c:v>0.13114754098360656</c:v>
                </c:pt>
                <c:pt idx="52">
                  <c:v>0.12903225806451613</c:v>
                </c:pt>
                <c:pt idx="53">
                  <c:v>0.12698412698412698</c:v>
                </c:pt>
                <c:pt idx="54">
                  <c:v>0.125</c:v>
                </c:pt>
                <c:pt idx="55">
                  <c:v>0.12307692307692308</c:v>
                </c:pt>
                <c:pt idx="56">
                  <c:v>0.12121212121212122</c:v>
                </c:pt>
                <c:pt idx="57">
                  <c:v>0.11940298507462686</c:v>
                </c:pt>
                <c:pt idx="58">
                  <c:v>0.11764705882352941</c:v>
                </c:pt>
                <c:pt idx="59">
                  <c:v>0.11594202898550725</c:v>
                </c:pt>
                <c:pt idx="60">
                  <c:v>0.11428571428571428</c:v>
                </c:pt>
                <c:pt idx="61">
                  <c:v>0.11267605633802817</c:v>
                </c:pt>
                <c:pt idx="62">
                  <c:v>0.1111111111111111</c:v>
                </c:pt>
                <c:pt idx="63">
                  <c:v>0.1095890410958904</c:v>
                </c:pt>
                <c:pt idx="64">
                  <c:v>0.10810810810810811</c:v>
                </c:pt>
                <c:pt idx="65">
                  <c:v>0.10666666666666667</c:v>
                </c:pt>
                <c:pt idx="66">
                  <c:v>0.10526315789473684</c:v>
                </c:pt>
                <c:pt idx="67">
                  <c:v>0.1038961038961039</c:v>
                </c:pt>
                <c:pt idx="68">
                  <c:v>0.10256410256410256</c:v>
                </c:pt>
                <c:pt idx="69">
                  <c:v>0.10126582278481013</c:v>
                </c:pt>
                <c:pt idx="70">
                  <c:v>0.1</c:v>
                </c:pt>
                <c:pt idx="71">
                  <c:v>0.09876543209876543</c:v>
                </c:pt>
                <c:pt idx="72">
                  <c:v>0.0975609756097561</c:v>
                </c:pt>
                <c:pt idx="73">
                  <c:v>0.0963855421686747</c:v>
                </c:pt>
                <c:pt idx="74">
                  <c:v>0.09523809523809523</c:v>
                </c:pt>
                <c:pt idx="75">
                  <c:v>0.09411764705882353</c:v>
                </c:pt>
                <c:pt idx="76">
                  <c:v>0.09302325581395349</c:v>
                </c:pt>
                <c:pt idx="77">
                  <c:v>0.09195402298850575</c:v>
                </c:pt>
                <c:pt idx="78">
                  <c:v>0.09090909090909091</c:v>
                </c:pt>
                <c:pt idx="79">
                  <c:v>0.0898876404494382</c:v>
                </c:pt>
                <c:pt idx="80">
                  <c:v>0.08888888888888889</c:v>
                </c:pt>
                <c:pt idx="81">
                  <c:v>0.08791208791208792</c:v>
                </c:pt>
                <c:pt idx="82">
                  <c:v>0.08695652173913043</c:v>
                </c:pt>
                <c:pt idx="83">
                  <c:v>0.08602150537634409</c:v>
                </c:pt>
                <c:pt idx="84">
                  <c:v>0.0851063829787234</c:v>
                </c:pt>
                <c:pt idx="85">
                  <c:v>0.08421052631578947</c:v>
                </c:pt>
                <c:pt idx="86">
                  <c:v>0.08333333333333333</c:v>
                </c:pt>
                <c:pt idx="87">
                  <c:v>0.08247422680412371</c:v>
                </c:pt>
                <c:pt idx="88">
                  <c:v>0.08163265306122448</c:v>
                </c:pt>
                <c:pt idx="89">
                  <c:v>0.08080808080808081</c:v>
                </c:pt>
                <c:pt idx="90">
                  <c:v>0.08</c:v>
                </c:pt>
              </c:numCache>
            </c:numRef>
          </c:yVal>
          <c:smooth val="0"/>
        </c:ser>
        <c:ser>
          <c:idx val="2"/>
          <c:order val="2"/>
          <c:tx>
            <c:strRef>
              <c:f>Sheet1!$B$192</c:f>
              <c:strCache>
                <c:ptCount val="1"/>
                <c:pt idx="0">
                  <c:v>$120K S&amp;W per student iso-line</c:v>
                </c:pt>
              </c:strCache>
            </c:strRef>
          </c:tx>
          <c:spPr>
            <a:ln w="12700">
              <a:solidFill>
                <a:srgbClr val="8A8D8F"/>
              </a:solidFill>
              <a:prstDash val="dash"/>
            </a:ln>
          </c:spPr>
          <c:marker>
            <c:symbol val="none"/>
          </c:marker>
          <c:dLbls>
            <c:dLbl>
              <c:idx val="85"/>
              <c:tx>
                <c:rich>
                  <a:bodyPr/>
                  <a:lstStyle/>
                  <a:p>
                    <a:pPr>
                      <a:defRPr/>
                    </a:pPr>
                    <a:r>
                      <a:rPr sz="850" b="0" i="1">
                        <a:solidFill>
                          <a:srgbClr val="6B6B70"/>
                        </a:solidFill>
                        <a:latin typeface="Lato"/>
                      </a:rPr>
                      <a:t>$120K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Sheet1!$A$193:$A$278</c:f>
              <c:numCache>
                <c:formatCode>General</c:formatCode>
                <c:ptCount val="86"/>
                <c:pt idx="0">
                  <c:v>150000.0</c:v>
                </c:pt>
                <c:pt idx="1">
                  <c:v>160000.0</c:v>
                </c:pt>
                <c:pt idx="2">
                  <c:v>170000.0</c:v>
                </c:pt>
                <c:pt idx="3">
                  <c:v>180000.0</c:v>
                </c:pt>
                <c:pt idx="4">
                  <c:v>190000.0</c:v>
                </c:pt>
                <c:pt idx="5">
                  <c:v>200000.0</c:v>
                </c:pt>
                <c:pt idx="6">
                  <c:v>210000.0</c:v>
                </c:pt>
                <c:pt idx="7">
                  <c:v>220000.0</c:v>
                </c:pt>
                <c:pt idx="8">
                  <c:v>230000.0</c:v>
                </c:pt>
                <c:pt idx="9">
                  <c:v>240000.0</c:v>
                </c:pt>
                <c:pt idx="10">
                  <c:v>250000.0</c:v>
                </c:pt>
                <c:pt idx="11">
                  <c:v>260000.0</c:v>
                </c:pt>
                <c:pt idx="12">
                  <c:v>270000.0</c:v>
                </c:pt>
                <c:pt idx="13">
                  <c:v>280000.0</c:v>
                </c:pt>
                <c:pt idx="14">
                  <c:v>290000.0</c:v>
                </c:pt>
                <c:pt idx="15">
                  <c:v>300000.0</c:v>
                </c:pt>
                <c:pt idx="16">
                  <c:v>310000.0</c:v>
                </c:pt>
                <c:pt idx="17">
                  <c:v>320000.0</c:v>
                </c:pt>
                <c:pt idx="18">
                  <c:v>330000.0</c:v>
                </c:pt>
                <c:pt idx="19">
                  <c:v>340000.0</c:v>
                </c:pt>
                <c:pt idx="20">
                  <c:v>350000.0</c:v>
                </c:pt>
                <c:pt idx="21">
                  <c:v>360000.0</c:v>
                </c:pt>
                <c:pt idx="22">
                  <c:v>370000.0</c:v>
                </c:pt>
                <c:pt idx="23">
                  <c:v>380000.0</c:v>
                </c:pt>
                <c:pt idx="24">
                  <c:v>390000.0</c:v>
                </c:pt>
                <c:pt idx="25">
                  <c:v>400000.0</c:v>
                </c:pt>
                <c:pt idx="26">
                  <c:v>410000.0</c:v>
                </c:pt>
                <c:pt idx="27">
                  <c:v>420000.0</c:v>
                </c:pt>
                <c:pt idx="28">
                  <c:v>430000.0</c:v>
                </c:pt>
                <c:pt idx="29">
                  <c:v>440000.0</c:v>
                </c:pt>
                <c:pt idx="30">
                  <c:v>450000.0</c:v>
                </c:pt>
                <c:pt idx="31">
                  <c:v>460000.0</c:v>
                </c:pt>
                <c:pt idx="32">
                  <c:v>470000.0</c:v>
                </c:pt>
                <c:pt idx="33">
                  <c:v>480000.0</c:v>
                </c:pt>
                <c:pt idx="34">
                  <c:v>490000.0</c:v>
                </c:pt>
                <c:pt idx="35">
                  <c:v>500000.0</c:v>
                </c:pt>
                <c:pt idx="36">
                  <c:v>510000.0</c:v>
                </c:pt>
                <c:pt idx="37">
                  <c:v>520000.0</c:v>
                </c:pt>
                <c:pt idx="38">
                  <c:v>530000.0</c:v>
                </c:pt>
                <c:pt idx="39">
                  <c:v>540000.0</c:v>
                </c:pt>
                <c:pt idx="40">
                  <c:v>550000.0</c:v>
                </c:pt>
                <c:pt idx="41">
                  <c:v>560000.0</c:v>
                </c:pt>
                <c:pt idx="42">
                  <c:v>570000.0</c:v>
                </c:pt>
                <c:pt idx="43">
                  <c:v>580000.0</c:v>
                </c:pt>
                <c:pt idx="44">
                  <c:v>590000.0</c:v>
                </c:pt>
                <c:pt idx="45">
                  <c:v>600000.0</c:v>
                </c:pt>
                <c:pt idx="46">
                  <c:v>610000.0</c:v>
                </c:pt>
                <c:pt idx="47">
                  <c:v>620000.0</c:v>
                </c:pt>
                <c:pt idx="48">
                  <c:v>630000.0</c:v>
                </c:pt>
                <c:pt idx="49">
                  <c:v>640000.0</c:v>
                </c:pt>
                <c:pt idx="50">
                  <c:v>650000.0</c:v>
                </c:pt>
                <c:pt idx="51">
                  <c:v>660000.0</c:v>
                </c:pt>
                <c:pt idx="52">
                  <c:v>670000.0</c:v>
                </c:pt>
                <c:pt idx="53">
                  <c:v>680000.0</c:v>
                </c:pt>
                <c:pt idx="54">
                  <c:v>690000.0</c:v>
                </c:pt>
                <c:pt idx="55">
                  <c:v>700000.0</c:v>
                </c:pt>
                <c:pt idx="56">
                  <c:v>710000.0</c:v>
                </c:pt>
                <c:pt idx="57">
                  <c:v>720000.0</c:v>
                </c:pt>
                <c:pt idx="58">
                  <c:v>730000.0</c:v>
                </c:pt>
                <c:pt idx="59">
                  <c:v>740000.0</c:v>
                </c:pt>
                <c:pt idx="60">
                  <c:v>750000.0</c:v>
                </c:pt>
                <c:pt idx="61">
                  <c:v>760000.0</c:v>
                </c:pt>
                <c:pt idx="62">
                  <c:v>770000.0</c:v>
                </c:pt>
                <c:pt idx="63">
                  <c:v>780000.0</c:v>
                </c:pt>
                <c:pt idx="64">
                  <c:v>790000.0</c:v>
                </c:pt>
                <c:pt idx="65">
                  <c:v>800000.0</c:v>
                </c:pt>
                <c:pt idx="66">
                  <c:v>810000.0</c:v>
                </c:pt>
                <c:pt idx="67">
                  <c:v>820000.0</c:v>
                </c:pt>
                <c:pt idx="68">
                  <c:v>830000.0</c:v>
                </c:pt>
                <c:pt idx="69">
                  <c:v>840000.0</c:v>
                </c:pt>
                <c:pt idx="70">
                  <c:v>850000.0</c:v>
                </c:pt>
                <c:pt idx="71">
                  <c:v>860000.0</c:v>
                </c:pt>
                <c:pt idx="72">
                  <c:v>870000.0</c:v>
                </c:pt>
                <c:pt idx="73">
                  <c:v>880000.0</c:v>
                </c:pt>
                <c:pt idx="74">
                  <c:v>890000.0</c:v>
                </c:pt>
                <c:pt idx="75">
                  <c:v>900000.0</c:v>
                </c:pt>
                <c:pt idx="76">
                  <c:v>910000.0</c:v>
                </c:pt>
                <c:pt idx="77">
                  <c:v>920000.0</c:v>
                </c:pt>
                <c:pt idx="78">
                  <c:v>930000.0</c:v>
                </c:pt>
                <c:pt idx="79">
                  <c:v>940000.0</c:v>
                </c:pt>
                <c:pt idx="80">
                  <c:v>950000.0</c:v>
                </c:pt>
                <c:pt idx="81">
                  <c:v>960000.0</c:v>
                </c:pt>
                <c:pt idx="82">
                  <c:v>970000.0</c:v>
                </c:pt>
                <c:pt idx="83">
                  <c:v>980000.0</c:v>
                </c:pt>
                <c:pt idx="84">
                  <c:v>990000.0</c:v>
                </c:pt>
                <c:pt idx="85">
                  <c:v>1000000.0</c:v>
                </c:pt>
              </c:numCache>
            </c:numRef>
          </c:xVal>
          <c:yVal>
            <c:numRef>
              <c:f>Sheet1!$B$193:$B$278</c:f>
              <c:numCache>
                <c:formatCode>General</c:formatCode>
                <c:ptCount val="86"/>
                <c:pt idx="0">
                  <c:v>0.8</c:v>
                </c:pt>
                <c:pt idx="1">
                  <c:v>0.75</c:v>
                </c:pt>
                <c:pt idx="2">
                  <c:v>0.7058823529411765</c:v>
                </c:pt>
                <c:pt idx="3">
                  <c:v>0.6666666666666666</c:v>
                </c:pt>
                <c:pt idx="4">
                  <c:v>0.631578947368421</c:v>
                </c:pt>
                <c:pt idx="5">
                  <c:v>0.6</c:v>
                </c:pt>
                <c:pt idx="6">
                  <c:v>0.5714285714285714</c:v>
                </c:pt>
                <c:pt idx="7">
                  <c:v>0.5454545454545454</c:v>
                </c:pt>
                <c:pt idx="8">
                  <c:v>0.5217391304347826</c:v>
                </c:pt>
                <c:pt idx="9">
                  <c:v>0.5</c:v>
                </c:pt>
                <c:pt idx="10">
                  <c:v>0.48</c:v>
                </c:pt>
                <c:pt idx="11">
                  <c:v>0.46153846153846156</c:v>
                </c:pt>
                <c:pt idx="12">
                  <c:v>0.4444444444444444</c:v>
                </c:pt>
                <c:pt idx="13">
                  <c:v>0.42857142857142855</c:v>
                </c:pt>
                <c:pt idx="14">
                  <c:v>0.41379310344827586</c:v>
                </c:pt>
                <c:pt idx="15">
                  <c:v>0.4</c:v>
                </c:pt>
                <c:pt idx="16">
                  <c:v>0.3870967741935484</c:v>
                </c:pt>
                <c:pt idx="17">
                  <c:v>0.375</c:v>
                </c:pt>
                <c:pt idx="18">
                  <c:v>0.36363636363636365</c:v>
                </c:pt>
                <c:pt idx="19">
                  <c:v>0.35294117647058826</c:v>
                </c:pt>
                <c:pt idx="20">
                  <c:v>0.34285714285714286</c:v>
                </c:pt>
                <c:pt idx="21">
                  <c:v>0.3333333333333333</c:v>
                </c:pt>
                <c:pt idx="22">
                  <c:v>0.32432432432432434</c:v>
                </c:pt>
                <c:pt idx="23">
                  <c:v>0.3157894736842105</c:v>
                </c:pt>
                <c:pt idx="24">
                  <c:v>0.3076923076923077</c:v>
                </c:pt>
                <c:pt idx="25">
                  <c:v>0.3</c:v>
                </c:pt>
                <c:pt idx="26">
                  <c:v>0.2926829268292683</c:v>
                </c:pt>
                <c:pt idx="27">
                  <c:v>0.2857142857142857</c:v>
                </c:pt>
                <c:pt idx="28">
                  <c:v>0.27906976744186046</c:v>
                </c:pt>
                <c:pt idx="29">
                  <c:v>0.2727272727272727</c:v>
                </c:pt>
                <c:pt idx="30">
                  <c:v>0.26666666666666666</c:v>
                </c:pt>
                <c:pt idx="31">
                  <c:v>0.2608695652173913</c:v>
                </c:pt>
                <c:pt idx="32">
                  <c:v>0.2553191489361702</c:v>
                </c:pt>
                <c:pt idx="33">
                  <c:v>0.25</c:v>
                </c:pt>
                <c:pt idx="34">
                  <c:v>0.24489795918367346</c:v>
                </c:pt>
                <c:pt idx="35">
                  <c:v>0.24</c:v>
                </c:pt>
                <c:pt idx="36">
                  <c:v>0.23529411764705882</c:v>
                </c:pt>
                <c:pt idx="37">
                  <c:v>0.23076923076923078</c:v>
                </c:pt>
                <c:pt idx="38">
                  <c:v>0.22641509433962265</c:v>
                </c:pt>
                <c:pt idx="39">
                  <c:v>0.2222222222222222</c:v>
                </c:pt>
                <c:pt idx="40">
                  <c:v>0.21818181818181817</c:v>
                </c:pt>
                <c:pt idx="41">
                  <c:v>0.21428571428571427</c:v>
                </c:pt>
                <c:pt idx="42">
                  <c:v>0.21052631578947367</c:v>
                </c:pt>
                <c:pt idx="43">
                  <c:v>0.20689655172413793</c:v>
                </c:pt>
                <c:pt idx="44">
                  <c:v>0.2033898305084746</c:v>
                </c:pt>
                <c:pt idx="45">
                  <c:v>0.2</c:v>
                </c:pt>
                <c:pt idx="46">
                  <c:v>0.19672131147540983</c:v>
                </c:pt>
                <c:pt idx="47">
                  <c:v>0.1935483870967742</c:v>
                </c:pt>
                <c:pt idx="48">
                  <c:v>0.19047619047619047</c:v>
                </c:pt>
                <c:pt idx="49">
                  <c:v>0.1875</c:v>
                </c:pt>
                <c:pt idx="50">
                  <c:v>0.18461538461538463</c:v>
                </c:pt>
                <c:pt idx="51">
                  <c:v>0.18181818181818182</c:v>
                </c:pt>
                <c:pt idx="52">
                  <c:v>0.1791044776119403</c:v>
                </c:pt>
                <c:pt idx="53">
                  <c:v>0.17647058823529413</c:v>
                </c:pt>
                <c:pt idx="54">
                  <c:v>0.17391304347826086</c:v>
                </c:pt>
                <c:pt idx="55">
                  <c:v>0.17142857142857143</c:v>
                </c:pt>
                <c:pt idx="56">
                  <c:v>0.16901408450704225</c:v>
                </c:pt>
                <c:pt idx="57">
                  <c:v>0.16666666666666666</c:v>
                </c:pt>
                <c:pt idx="58">
                  <c:v>0.1643835616438356</c:v>
                </c:pt>
                <c:pt idx="59">
                  <c:v>0.16216216216216217</c:v>
                </c:pt>
                <c:pt idx="60">
                  <c:v>0.16</c:v>
                </c:pt>
                <c:pt idx="61">
                  <c:v>0.15789473684210525</c:v>
                </c:pt>
                <c:pt idx="62">
                  <c:v>0.15584415584415584</c:v>
                </c:pt>
                <c:pt idx="63">
                  <c:v>0.15384615384615385</c:v>
                </c:pt>
                <c:pt idx="64">
                  <c:v>0.1518987341772152</c:v>
                </c:pt>
                <c:pt idx="65">
                  <c:v>0.15</c:v>
                </c:pt>
                <c:pt idx="66">
                  <c:v>0.14814814814814814</c:v>
                </c:pt>
                <c:pt idx="67">
                  <c:v>0.14634146341463414</c:v>
                </c:pt>
                <c:pt idx="68">
                  <c:v>0.14457831325301204</c:v>
                </c:pt>
                <c:pt idx="69">
                  <c:v>0.14285714285714285</c:v>
                </c:pt>
                <c:pt idx="70">
                  <c:v>0.1411764705882353</c:v>
                </c:pt>
                <c:pt idx="71">
                  <c:v>0.13953488372093023</c:v>
                </c:pt>
                <c:pt idx="72">
                  <c:v>0.13793103448275862</c:v>
                </c:pt>
                <c:pt idx="73">
                  <c:v>0.13636363636363635</c:v>
                </c:pt>
                <c:pt idx="74">
                  <c:v>0.1348314606741573</c:v>
                </c:pt>
                <c:pt idx="75">
                  <c:v>0.13333333333333333</c:v>
                </c:pt>
                <c:pt idx="76">
                  <c:v>0.13186813186813187</c:v>
                </c:pt>
                <c:pt idx="77">
                  <c:v>0.13043478260869565</c:v>
                </c:pt>
                <c:pt idx="78">
                  <c:v>0.12903225806451613</c:v>
                </c:pt>
                <c:pt idx="79">
                  <c:v>0.1276595744680851</c:v>
                </c:pt>
                <c:pt idx="80">
                  <c:v>0.12631578947368421</c:v>
                </c:pt>
                <c:pt idx="81">
                  <c:v>0.125</c:v>
                </c:pt>
                <c:pt idx="82">
                  <c:v>0.12371134020618557</c:v>
                </c:pt>
                <c:pt idx="83">
                  <c:v>0.12244897959183673</c:v>
                </c:pt>
                <c:pt idx="84">
                  <c:v>0.12121212121212122</c:v>
                </c:pt>
                <c:pt idx="85">
                  <c:v>0.12</c:v>
                </c:pt>
              </c:numCache>
            </c:numRef>
          </c:yVal>
          <c:smooth val="0"/>
        </c:ser>
        <c:ser>
          <c:idx val="3"/>
          <c:order val="3"/>
          <c:tx>
            <c:strRef>
              <c:f>Sheet1!$B$280</c:f>
              <c:strCache>
                <c:ptCount val="1"/>
                <c:pt idx="0">
                  <c:v>$160K S&amp;W per student iso-line</c:v>
                </c:pt>
              </c:strCache>
            </c:strRef>
          </c:tx>
          <c:spPr>
            <a:ln w="12700">
              <a:solidFill>
                <a:srgbClr val="8A8D8F"/>
              </a:solidFill>
              <a:prstDash val="dash"/>
            </a:ln>
          </c:spPr>
          <c:marker>
            <c:symbol val="none"/>
          </c:marker>
          <c:dLbls>
            <c:dLbl>
              <c:idx val="80"/>
              <c:tx>
                <c:rich>
                  <a:bodyPr/>
                  <a:lstStyle/>
                  <a:p>
                    <a:pPr>
                      <a:defRPr/>
                    </a:pPr>
                    <a:r>
                      <a:rPr sz="850" b="0" i="1">
                        <a:solidFill>
                          <a:srgbClr val="6B6B70"/>
                        </a:solidFill>
                        <a:latin typeface="Lato"/>
                      </a:rPr>
                      <a:t>$160K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Sheet1!$A$281:$A$361</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Sheet1!$B$281:$B$361</c:f>
              <c:numCache>
                <c:formatCode>General</c:formatCode>
                <c:ptCount val="81"/>
                <c:pt idx="0">
                  <c:v>0.8</c:v>
                </c:pt>
                <c:pt idx="1">
                  <c:v>0.7619047619047619</c:v>
                </c:pt>
                <c:pt idx="2">
                  <c:v>0.7272727272727273</c:v>
                </c:pt>
                <c:pt idx="3">
                  <c:v>0.6956521739130435</c:v>
                </c:pt>
                <c:pt idx="4">
                  <c:v>0.6666666666666666</c:v>
                </c:pt>
                <c:pt idx="5">
                  <c:v>0.64</c:v>
                </c:pt>
                <c:pt idx="6">
                  <c:v>0.6153846153846154</c:v>
                </c:pt>
                <c:pt idx="7">
                  <c:v>0.5925925925925926</c:v>
                </c:pt>
                <c:pt idx="8">
                  <c:v>0.5714285714285714</c:v>
                </c:pt>
                <c:pt idx="9">
                  <c:v>0.5517241379310345</c:v>
                </c:pt>
                <c:pt idx="10">
                  <c:v>0.5333333333333333</c:v>
                </c:pt>
                <c:pt idx="11">
                  <c:v>0.5161290322580645</c:v>
                </c:pt>
                <c:pt idx="12">
                  <c:v>0.5</c:v>
                </c:pt>
                <c:pt idx="13">
                  <c:v>0.48484848484848486</c:v>
                </c:pt>
                <c:pt idx="14">
                  <c:v>0.47058823529411764</c:v>
                </c:pt>
                <c:pt idx="15">
                  <c:v>0.45714285714285713</c:v>
                </c:pt>
                <c:pt idx="16">
                  <c:v>0.4444444444444444</c:v>
                </c:pt>
                <c:pt idx="17">
                  <c:v>0.43243243243243246</c:v>
                </c:pt>
                <c:pt idx="18">
                  <c:v>0.42105263157894735</c:v>
                </c:pt>
                <c:pt idx="19">
                  <c:v>0.41025641025641024</c:v>
                </c:pt>
                <c:pt idx="20">
                  <c:v>0.4</c:v>
                </c:pt>
                <c:pt idx="21">
                  <c:v>0.3902439024390244</c:v>
                </c:pt>
                <c:pt idx="22">
                  <c:v>0.38095238095238093</c:v>
                </c:pt>
                <c:pt idx="23">
                  <c:v>0.37209302325581395</c:v>
                </c:pt>
                <c:pt idx="24">
                  <c:v>0.36363636363636365</c:v>
                </c:pt>
                <c:pt idx="25">
                  <c:v>0.35555555555555557</c:v>
                </c:pt>
                <c:pt idx="26">
                  <c:v>0.34782608695652173</c:v>
                </c:pt>
                <c:pt idx="27">
                  <c:v>0.3404255319148936</c:v>
                </c:pt>
                <c:pt idx="28">
                  <c:v>0.3333333333333333</c:v>
                </c:pt>
                <c:pt idx="29">
                  <c:v>0.32653061224489793</c:v>
                </c:pt>
                <c:pt idx="30">
                  <c:v>0.32</c:v>
                </c:pt>
                <c:pt idx="31">
                  <c:v>0.3137254901960784</c:v>
                </c:pt>
                <c:pt idx="32">
                  <c:v>0.3076923076923077</c:v>
                </c:pt>
                <c:pt idx="33">
                  <c:v>0.3018867924528302</c:v>
                </c:pt>
                <c:pt idx="34">
                  <c:v>0.2962962962962963</c:v>
                </c:pt>
                <c:pt idx="35">
                  <c:v>0.2909090909090909</c:v>
                </c:pt>
                <c:pt idx="36">
                  <c:v>0.2857142857142857</c:v>
                </c:pt>
                <c:pt idx="37">
                  <c:v>0.2807017543859649</c:v>
                </c:pt>
                <c:pt idx="38">
                  <c:v>0.27586206896551724</c:v>
                </c:pt>
                <c:pt idx="39">
                  <c:v>0.2711864406779661</c:v>
                </c:pt>
                <c:pt idx="40">
                  <c:v>0.26666666666666666</c:v>
                </c:pt>
                <c:pt idx="41">
                  <c:v>0.26229508196721313</c:v>
                </c:pt>
                <c:pt idx="42">
                  <c:v>0.25806451612903225</c:v>
                </c:pt>
                <c:pt idx="43">
                  <c:v>0.25396825396825395</c:v>
                </c:pt>
                <c:pt idx="44">
                  <c:v>0.25</c:v>
                </c:pt>
                <c:pt idx="45">
                  <c:v>0.24615384615384617</c:v>
                </c:pt>
                <c:pt idx="46">
                  <c:v>0.24242424242424243</c:v>
                </c:pt>
                <c:pt idx="47">
                  <c:v>0.23880597014925373</c:v>
                </c:pt>
                <c:pt idx="48">
                  <c:v>0.23529411764705882</c:v>
                </c:pt>
                <c:pt idx="49">
                  <c:v>0.2318840579710145</c:v>
                </c:pt>
                <c:pt idx="50">
                  <c:v>0.22857142857142856</c:v>
                </c:pt>
                <c:pt idx="51">
                  <c:v>0.22535211267605634</c:v>
                </c:pt>
                <c:pt idx="52">
                  <c:v>0.2222222222222222</c:v>
                </c:pt>
                <c:pt idx="53">
                  <c:v>0.2191780821917808</c:v>
                </c:pt>
                <c:pt idx="54">
                  <c:v>0.21621621621621623</c:v>
                </c:pt>
                <c:pt idx="55">
                  <c:v>0.21333333333333335</c:v>
                </c:pt>
                <c:pt idx="56">
                  <c:v>0.21052631578947367</c:v>
                </c:pt>
                <c:pt idx="57">
                  <c:v>0.2077922077922078</c:v>
                </c:pt>
                <c:pt idx="58">
                  <c:v>0.20512820512820512</c:v>
                </c:pt>
                <c:pt idx="59">
                  <c:v>0.20253164556962025</c:v>
                </c:pt>
                <c:pt idx="60">
                  <c:v>0.2</c:v>
                </c:pt>
                <c:pt idx="61">
                  <c:v>0.19753086419753085</c:v>
                </c:pt>
                <c:pt idx="62">
                  <c:v>0.1951219512195122</c:v>
                </c:pt>
                <c:pt idx="63">
                  <c:v>0.1927710843373494</c:v>
                </c:pt>
                <c:pt idx="64">
                  <c:v>0.19047619047619047</c:v>
                </c:pt>
                <c:pt idx="65">
                  <c:v>0.18823529411764706</c:v>
                </c:pt>
                <c:pt idx="66">
                  <c:v>0.18604651162790697</c:v>
                </c:pt>
                <c:pt idx="67">
                  <c:v>0.1839080459770115</c:v>
                </c:pt>
                <c:pt idx="68">
                  <c:v>0.18181818181818182</c:v>
                </c:pt>
                <c:pt idx="69">
                  <c:v>0.1797752808988764</c:v>
                </c:pt>
                <c:pt idx="70">
                  <c:v>0.17777777777777778</c:v>
                </c:pt>
                <c:pt idx="71">
                  <c:v>0.17582417582417584</c:v>
                </c:pt>
                <c:pt idx="72">
                  <c:v>0.17391304347826086</c:v>
                </c:pt>
                <c:pt idx="73">
                  <c:v>0.17204301075268819</c:v>
                </c:pt>
                <c:pt idx="74">
                  <c:v>0.1702127659574468</c:v>
                </c:pt>
                <c:pt idx="75">
                  <c:v>0.16842105263157894</c:v>
                </c:pt>
                <c:pt idx="76">
                  <c:v>0.16666666666666666</c:v>
                </c:pt>
                <c:pt idx="77">
                  <c:v>0.16494845360824742</c:v>
                </c:pt>
                <c:pt idx="78">
                  <c:v>0.16326530612244897</c:v>
                </c:pt>
                <c:pt idx="79">
                  <c:v>0.16161616161616163</c:v>
                </c:pt>
                <c:pt idx="80">
                  <c:v>0.16</c:v>
                </c:pt>
              </c:numCache>
            </c:numRef>
          </c:yVal>
          <c:smooth val="0"/>
        </c:ser>
        <c:ser>
          <c:idx val="4"/>
          <c:order val="4"/>
          <c:tx>
            <c:strRef>
              <c:f>Sheet1!$B$363</c:f>
              <c:strCache>
                <c:ptCount val="1"/>
                <c:pt idx="0">
                  <c:v>$200K S&amp;W per student iso-line</c:v>
                </c:pt>
              </c:strCache>
            </c:strRef>
          </c:tx>
          <c:spPr>
            <a:ln w="12700">
              <a:solidFill>
                <a:srgbClr val="8A8D8F"/>
              </a:solidFill>
              <a:prstDash val="dash"/>
            </a:ln>
          </c:spPr>
          <c:marker>
            <c:symbol val="none"/>
          </c:marker>
          <c:dLbls>
            <c:dLbl>
              <c:idx val="75"/>
              <c:tx>
                <c:rich>
                  <a:bodyPr/>
                  <a:lstStyle/>
                  <a:p>
                    <a:pPr>
                      <a:defRPr/>
                    </a:pPr>
                    <a:r>
                      <a:rPr sz="850" b="0" i="1">
                        <a:solidFill>
                          <a:srgbClr val="6B6B70"/>
                        </a:solidFill>
                        <a:latin typeface="Lato"/>
                      </a:rPr>
                      <a:t>$200K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Sheet1!$A$364:$A$439</c:f>
              <c:numCache>
                <c:formatCode>General</c:formatCode>
                <c:ptCount val="76"/>
                <c:pt idx="0">
                  <c:v>250000.0</c:v>
                </c:pt>
                <c:pt idx="1">
                  <c:v>260000.0</c:v>
                </c:pt>
                <c:pt idx="2">
                  <c:v>270000.0</c:v>
                </c:pt>
                <c:pt idx="3">
                  <c:v>280000.0</c:v>
                </c:pt>
                <c:pt idx="4">
                  <c:v>290000.0</c:v>
                </c:pt>
                <c:pt idx="5">
                  <c:v>300000.0</c:v>
                </c:pt>
                <c:pt idx="6">
                  <c:v>310000.0</c:v>
                </c:pt>
                <c:pt idx="7">
                  <c:v>320000.0</c:v>
                </c:pt>
                <c:pt idx="8">
                  <c:v>330000.0</c:v>
                </c:pt>
                <c:pt idx="9">
                  <c:v>340000.0</c:v>
                </c:pt>
                <c:pt idx="10">
                  <c:v>350000.0</c:v>
                </c:pt>
                <c:pt idx="11">
                  <c:v>360000.0</c:v>
                </c:pt>
                <c:pt idx="12">
                  <c:v>370000.0</c:v>
                </c:pt>
                <c:pt idx="13">
                  <c:v>380000.0</c:v>
                </c:pt>
                <c:pt idx="14">
                  <c:v>390000.0</c:v>
                </c:pt>
                <c:pt idx="15">
                  <c:v>400000.0</c:v>
                </c:pt>
                <c:pt idx="16">
                  <c:v>410000.0</c:v>
                </c:pt>
                <c:pt idx="17">
                  <c:v>420000.0</c:v>
                </c:pt>
                <c:pt idx="18">
                  <c:v>430000.0</c:v>
                </c:pt>
                <c:pt idx="19">
                  <c:v>440000.0</c:v>
                </c:pt>
                <c:pt idx="20">
                  <c:v>450000.0</c:v>
                </c:pt>
                <c:pt idx="21">
                  <c:v>460000.0</c:v>
                </c:pt>
                <c:pt idx="22">
                  <c:v>470000.0</c:v>
                </c:pt>
                <c:pt idx="23">
                  <c:v>480000.0</c:v>
                </c:pt>
                <c:pt idx="24">
                  <c:v>490000.0</c:v>
                </c:pt>
                <c:pt idx="25">
                  <c:v>500000.0</c:v>
                </c:pt>
                <c:pt idx="26">
                  <c:v>510000.0</c:v>
                </c:pt>
                <c:pt idx="27">
                  <c:v>520000.0</c:v>
                </c:pt>
                <c:pt idx="28">
                  <c:v>530000.0</c:v>
                </c:pt>
                <c:pt idx="29">
                  <c:v>540000.0</c:v>
                </c:pt>
                <c:pt idx="30">
                  <c:v>550000.0</c:v>
                </c:pt>
                <c:pt idx="31">
                  <c:v>560000.0</c:v>
                </c:pt>
                <c:pt idx="32">
                  <c:v>570000.0</c:v>
                </c:pt>
                <c:pt idx="33">
                  <c:v>580000.0</c:v>
                </c:pt>
                <c:pt idx="34">
                  <c:v>590000.0</c:v>
                </c:pt>
                <c:pt idx="35">
                  <c:v>600000.0</c:v>
                </c:pt>
                <c:pt idx="36">
                  <c:v>610000.0</c:v>
                </c:pt>
                <c:pt idx="37">
                  <c:v>620000.0</c:v>
                </c:pt>
                <c:pt idx="38">
                  <c:v>630000.0</c:v>
                </c:pt>
                <c:pt idx="39">
                  <c:v>640000.0</c:v>
                </c:pt>
                <c:pt idx="40">
                  <c:v>650000.0</c:v>
                </c:pt>
                <c:pt idx="41">
                  <c:v>660000.0</c:v>
                </c:pt>
                <c:pt idx="42">
                  <c:v>670000.0</c:v>
                </c:pt>
                <c:pt idx="43">
                  <c:v>680000.0</c:v>
                </c:pt>
                <c:pt idx="44">
                  <c:v>690000.0</c:v>
                </c:pt>
                <c:pt idx="45">
                  <c:v>700000.0</c:v>
                </c:pt>
                <c:pt idx="46">
                  <c:v>710000.0</c:v>
                </c:pt>
                <c:pt idx="47">
                  <c:v>720000.0</c:v>
                </c:pt>
                <c:pt idx="48">
                  <c:v>730000.0</c:v>
                </c:pt>
                <c:pt idx="49">
                  <c:v>740000.0</c:v>
                </c:pt>
                <c:pt idx="50">
                  <c:v>750000.0</c:v>
                </c:pt>
                <c:pt idx="51">
                  <c:v>760000.0</c:v>
                </c:pt>
                <c:pt idx="52">
                  <c:v>770000.0</c:v>
                </c:pt>
                <c:pt idx="53">
                  <c:v>780000.0</c:v>
                </c:pt>
                <c:pt idx="54">
                  <c:v>790000.0</c:v>
                </c:pt>
                <c:pt idx="55">
                  <c:v>800000.0</c:v>
                </c:pt>
                <c:pt idx="56">
                  <c:v>810000.0</c:v>
                </c:pt>
                <c:pt idx="57">
                  <c:v>820000.0</c:v>
                </c:pt>
                <c:pt idx="58">
                  <c:v>830000.0</c:v>
                </c:pt>
                <c:pt idx="59">
                  <c:v>840000.0</c:v>
                </c:pt>
                <c:pt idx="60">
                  <c:v>850000.0</c:v>
                </c:pt>
                <c:pt idx="61">
                  <c:v>860000.0</c:v>
                </c:pt>
                <c:pt idx="62">
                  <c:v>870000.0</c:v>
                </c:pt>
                <c:pt idx="63">
                  <c:v>880000.0</c:v>
                </c:pt>
                <c:pt idx="64">
                  <c:v>890000.0</c:v>
                </c:pt>
                <c:pt idx="65">
                  <c:v>900000.0</c:v>
                </c:pt>
                <c:pt idx="66">
                  <c:v>910000.0</c:v>
                </c:pt>
                <c:pt idx="67">
                  <c:v>920000.0</c:v>
                </c:pt>
                <c:pt idx="68">
                  <c:v>930000.0</c:v>
                </c:pt>
                <c:pt idx="69">
                  <c:v>940000.0</c:v>
                </c:pt>
                <c:pt idx="70">
                  <c:v>950000.0</c:v>
                </c:pt>
                <c:pt idx="71">
                  <c:v>960000.0</c:v>
                </c:pt>
                <c:pt idx="72">
                  <c:v>970000.0</c:v>
                </c:pt>
                <c:pt idx="73">
                  <c:v>980000.0</c:v>
                </c:pt>
                <c:pt idx="74">
                  <c:v>990000.0</c:v>
                </c:pt>
                <c:pt idx="75">
                  <c:v>1000000.0</c:v>
                </c:pt>
              </c:numCache>
            </c:numRef>
          </c:xVal>
          <c:yVal>
            <c:numRef>
              <c:f>Sheet1!$B$364:$B$439</c:f>
              <c:numCache>
                <c:formatCode>General</c:formatCode>
                <c:ptCount val="76"/>
                <c:pt idx="0">
                  <c:v>0.8</c:v>
                </c:pt>
                <c:pt idx="1">
                  <c:v>0.7692307692307693</c:v>
                </c:pt>
                <c:pt idx="2">
                  <c:v>0.7407407407407407</c:v>
                </c:pt>
                <c:pt idx="3">
                  <c:v>0.7142857142857143</c:v>
                </c:pt>
                <c:pt idx="4">
                  <c:v>0.6896551724137931</c:v>
                </c:pt>
                <c:pt idx="5">
                  <c:v>0.6666666666666666</c:v>
                </c:pt>
                <c:pt idx="6">
                  <c:v>0.6451612903225806</c:v>
                </c:pt>
                <c:pt idx="7">
                  <c:v>0.625</c:v>
                </c:pt>
                <c:pt idx="8">
                  <c:v>0.6060606060606061</c:v>
                </c:pt>
                <c:pt idx="9">
                  <c:v>0.5882352941176471</c:v>
                </c:pt>
                <c:pt idx="10">
                  <c:v>0.5714285714285714</c:v>
                </c:pt>
                <c:pt idx="11">
                  <c:v>0.5555555555555556</c:v>
                </c:pt>
                <c:pt idx="12">
                  <c:v>0.5405405405405406</c:v>
                </c:pt>
                <c:pt idx="13">
                  <c:v>0.5263157894736842</c:v>
                </c:pt>
                <c:pt idx="14">
                  <c:v>0.5128205128205128</c:v>
                </c:pt>
                <c:pt idx="15">
                  <c:v>0.5</c:v>
                </c:pt>
                <c:pt idx="16">
                  <c:v>0.4878048780487805</c:v>
                </c:pt>
                <c:pt idx="17">
                  <c:v>0.47619047619047616</c:v>
                </c:pt>
                <c:pt idx="18">
                  <c:v>0.46511627906976744</c:v>
                </c:pt>
                <c:pt idx="19">
                  <c:v>0.45454545454545453</c:v>
                </c:pt>
                <c:pt idx="20">
                  <c:v>0.4444444444444444</c:v>
                </c:pt>
                <c:pt idx="21">
                  <c:v>0.43478260869565216</c:v>
                </c:pt>
                <c:pt idx="22">
                  <c:v>0.425531914893617</c:v>
                </c:pt>
                <c:pt idx="23">
                  <c:v>0.4166666666666667</c:v>
                </c:pt>
                <c:pt idx="24">
                  <c:v>0.40816326530612246</c:v>
                </c:pt>
                <c:pt idx="25">
                  <c:v>0.4</c:v>
                </c:pt>
                <c:pt idx="26">
                  <c:v>0.39215686274509803</c:v>
                </c:pt>
                <c:pt idx="27">
                  <c:v>0.38461538461538464</c:v>
                </c:pt>
                <c:pt idx="28">
                  <c:v>0.37735849056603776</c:v>
                </c:pt>
                <c:pt idx="29">
                  <c:v>0.37037037037037035</c:v>
                </c:pt>
                <c:pt idx="30">
                  <c:v>0.36363636363636365</c:v>
                </c:pt>
                <c:pt idx="31">
                  <c:v>0.35714285714285715</c:v>
                </c:pt>
                <c:pt idx="32">
                  <c:v>0.3508771929824561</c:v>
                </c:pt>
                <c:pt idx="33">
                  <c:v>0.3448275862068966</c:v>
                </c:pt>
                <c:pt idx="34">
                  <c:v>0.3389830508474576</c:v>
                </c:pt>
                <c:pt idx="35">
                  <c:v>0.3333333333333333</c:v>
                </c:pt>
                <c:pt idx="36">
                  <c:v>0.32786885245901637</c:v>
                </c:pt>
                <c:pt idx="37">
                  <c:v>0.3225806451612903</c:v>
                </c:pt>
                <c:pt idx="38">
                  <c:v>0.31746031746031744</c:v>
                </c:pt>
                <c:pt idx="39">
                  <c:v>0.3125</c:v>
                </c:pt>
                <c:pt idx="40">
                  <c:v>0.3076923076923077</c:v>
                </c:pt>
                <c:pt idx="41">
                  <c:v>0.30303030303030304</c:v>
                </c:pt>
                <c:pt idx="42">
                  <c:v>0.29850746268656714</c:v>
                </c:pt>
                <c:pt idx="43">
                  <c:v>0.29411764705882354</c:v>
                </c:pt>
                <c:pt idx="44">
                  <c:v>0.2898550724637681</c:v>
                </c:pt>
                <c:pt idx="45">
                  <c:v>0.2857142857142857</c:v>
                </c:pt>
                <c:pt idx="46">
                  <c:v>0.28169014084507044</c:v>
                </c:pt>
                <c:pt idx="47">
                  <c:v>0.2777777777777778</c:v>
                </c:pt>
                <c:pt idx="48">
                  <c:v>0.273972602739726</c:v>
                </c:pt>
                <c:pt idx="49">
                  <c:v>0.2702702702702703</c:v>
                </c:pt>
                <c:pt idx="50">
                  <c:v>0.26666666666666666</c:v>
                </c:pt>
                <c:pt idx="51">
                  <c:v>0.2631578947368421</c:v>
                </c:pt>
                <c:pt idx="52">
                  <c:v>0.2597402597402597</c:v>
                </c:pt>
                <c:pt idx="53">
                  <c:v>0.2564102564102564</c:v>
                </c:pt>
                <c:pt idx="54">
                  <c:v>0.25316455696202533</c:v>
                </c:pt>
                <c:pt idx="55">
                  <c:v>0.25</c:v>
                </c:pt>
                <c:pt idx="56">
                  <c:v>0.24691358024691357</c:v>
                </c:pt>
                <c:pt idx="57">
                  <c:v>0.24390243902439024</c:v>
                </c:pt>
                <c:pt idx="58">
                  <c:v>0.24096385542168675</c:v>
                </c:pt>
                <c:pt idx="59">
                  <c:v>0.23809523809523808</c:v>
                </c:pt>
                <c:pt idx="60">
                  <c:v>0.23529411764705882</c:v>
                </c:pt>
                <c:pt idx="61">
                  <c:v>0.23255813953488372</c:v>
                </c:pt>
                <c:pt idx="62">
                  <c:v>0.22988505747126436</c:v>
                </c:pt>
                <c:pt idx="63">
                  <c:v>0.22727272727272727</c:v>
                </c:pt>
                <c:pt idx="64">
                  <c:v>0.2247191011235955</c:v>
                </c:pt>
                <c:pt idx="65">
                  <c:v>0.2222222222222222</c:v>
                </c:pt>
                <c:pt idx="66">
                  <c:v>0.21978021978021978</c:v>
                </c:pt>
                <c:pt idx="67">
                  <c:v>0.21739130434782608</c:v>
                </c:pt>
                <c:pt idx="68">
                  <c:v>0.21505376344086022</c:v>
                </c:pt>
                <c:pt idx="69">
                  <c:v>0.2127659574468085</c:v>
                </c:pt>
                <c:pt idx="70">
                  <c:v>0.21052631578947367</c:v>
                </c:pt>
                <c:pt idx="71">
                  <c:v>0.20833333333333334</c:v>
                </c:pt>
                <c:pt idx="72">
                  <c:v>0.20618556701030927</c:v>
                </c:pt>
                <c:pt idx="73">
                  <c:v>0.20408163265306123</c:v>
                </c:pt>
                <c:pt idx="74">
                  <c:v>0.20202020202020202</c:v>
                </c:pt>
                <c:pt idx="75">
                  <c:v>0.2</c:v>
                </c:pt>
              </c:numCache>
            </c:numRef>
          </c:yVal>
          <c:smooth val="0"/>
        </c:ser>
        <c:ser>
          <c:idx val="5"/>
          <c:order val="5"/>
          <c:tx>
            <c:strRef>
              <c:f>Sheet1!$B$441</c:f>
              <c:strCache>
                <c:ptCount val="1"/>
                <c:pt idx="0">
                  <c:v>$240K S&amp;W per student iso-line</c:v>
                </c:pt>
              </c:strCache>
            </c:strRef>
          </c:tx>
          <c:spPr>
            <a:ln w="12700">
              <a:solidFill>
                <a:srgbClr val="8A8D8F"/>
              </a:solidFill>
              <a:prstDash val="dash"/>
            </a:ln>
          </c:spPr>
          <c:marker>
            <c:symbol val="none"/>
          </c:marker>
          <c:dLbls>
            <c:dLbl>
              <c:idx val="70"/>
              <c:tx>
                <c:rich>
                  <a:bodyPr/>
                  <a:lstStyle/>
                  <a:p>
                    <a:pPr>
                      <a:defRPr/>
                    </a:pPr>
                    <a:r>
                      <a:rPr sz="850" b="0" i="1">
                        <a:solidFill>
                          <a:srgbClr val="6B6B70"/>
                        </a:solidFill>
                        <a:latin typeface="Lato"/>
                      </a:rPr>
                      <a:t>$240K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Sheet1!$A$442:$A$512</c:f>
              <c:numCache>
                <c:formatCode>General</c:formatCode>
                <c:ptCount val="71"/>
                <c:pt idx="0">
                  <c:v>300000.0</c:v>
                </c:pt>
                <c:pt idx="1">
                  <c:v>310000.0</c:v>
                </c:pt>
                <c:pt idx="2">
                  <c:v>320000.0</c:v>
                </c:pt>
                <c:pt idx="3">
                  <c:v>330000.0</c:v>
                </c:pt>
                <c:pt idx="4">
                  <c:v>340000.0</c:v>
                </c:pt>
                <c:pt idx="5">
                  <c:v>350000.0</c:v>
                </c:pt>
                <c:pt idx="6">
                  <c:v>360000.0</c:v>
                </c:pt>
                <c:pt idx="7">
                  <c:v>370000.0</c:v>
                </c:pt>
                <c:pt idx="8">
                  <c:v>380000.0</c:v>
                </c:pt>
                <c:pt idx="9">
                  <c:v>390000.0</c:v>
                </c:pt>
                <c:pt idx="10">
                  <c:v>400000.0</c:v>
                </c:pt>
                <c:pt idx="11">
                  <c:v>410000.0</c:v>
                </c:pt>
                <c:pt idx="12">
                  <c:v>420000.0</c:v>
                </c:pt>
                <c:pt idx="13">
                  <c:v>430000.0</c:v>
                </c:pt>
                <c:pt idx="14">
                  <c:v>440000.0</c:v>
                </c:pt>
                <c:pt idx="15">
                  <c:v>450000.0</c:v>
                </c:pt>
                <c:pt idx="16">
                  <c:v>460000.0</c:v>
                </c:pt>
                <c:pt idx="17">
                  <c:v>470000.0</c:v>
                </c:pt>
                <c:pt idx="18">
                  <c:v>480000.0</c:v>
                </c:pt>
                <c:pt idx="19">
                  <c:v>490000.0</c:v>
                </c:pt>
                <c:pt idx="20">
                  <c:v>500000.0</c:v>
                </c:pt>
                <c:pt idx="21">
                  <c:v>510000.0</c:v>
                </c:pt>
                <c:pt idx="22">
                  <c:v>520000.0</c:v>
                </c:pt>
                <c:pt idx="23">
                  <c:v>530000.0</c:v>
                </c:pt>
                <c:pt idx="24">
                  <c:v>540000.0</c:v>
                </c:pt>
                <c:pt idx="25">
                  <c:v>550000.0</c:v>
                </c:pt>
                <c:pt idx="26">
                  <c:v>560000.0</c:v>
                </c:pt>
                <c:pt idx="27">
                  <c:v>570000.0</c:v>
                </c:pt>
                <c:pt idx="28">
                  <c:v>580000.0</c:v>
                </c:pt>
                <c:pt idx="29">
                  <c:v>590000.0</c:v>
                </c:pt>
                <c:pt idx="30">
                  <c:v>600000.0</c:v>
                </c:pt>
                <c:pt idx="31">
                  <c:v>610000.0</c:v>
                </c:pt>
                <c:pt idx="32">
                  <c:v>620000.0</c:v>
                </c:pt>
                <c:pt idx="33">
                  <c:v>630000.0</c:v>
                </c:pt>
                <c:pt idx="34">
                  <c:v>640000.0</c:v>
                </c:pt>
                <c:pt idx="35">
                  <c:v>650000.0</c:v>
                </c:pt>
                <c:pt idx="36">
                  <c:v>660000.0</c:v>
                </c:pt>
                <c:pt idx="37">
                  <c:v>670000.0</c:v>
                </c:pt>
                <c:pt idx="38">
                  <c:v>680000.0</c:v>
                </c:pt>
                <c:pt idx="39">
                  <c:v>690000.0</c:v>
                </c:pt>
                <c:pt idx="40">
                  <c:v>700000.0</c:v>
                </c:pt>
                <c:pt idx="41">
                  <c:v>710000.0</c:v>
                </c:pt>
                <c:pt idx="42">
                  <c:v>720000.0</c:v>
                </c:pt>
                <c:pt idx="43">
                  <c:v>730000.0</c:v>
                </c:pt>
                <c:pt idx="44">
                  <c:v>740000.0</c:v>
                </c:pt>
                <c:pt idx="45">
                  <c:v>750000.0</c:v>
                </c:pt>
                <c:pt idx="46">
                  <c:v>760000.0</c:v>
                </c:pt>
                <c:pt idx="47">
                  <c:v>770000.0</c:v>
                </c:pt>
                <c:pt idx="48">
                  <c:v>780000.0</c:v>
                </c:pt>
                <c:pt idx="49">
                  <c:v>790000.0</c:v>
                </c:pt>
                <c:pt idx="50">
                  <c:v>800000.0</c:v>
                </c:pt>
                <c:pt idx="51">
                  <c:v>810000.0</c:v>
                </c:pt>
                <c:pt idx="52">
                  <c:v>820000.0</c:v>
                </c:pt>
                <c:pt idx="53">
                  <c:v>830000.0</c:v>
                </c:pt>
                <c:pt idx="54">
                  <c:v>840000.0</c:v>
                </c:pt>
                <c:pt idx="55">
                  <c:v>850000.0</c:v>
                </c:pt>
                <c:pt idx="56">
                  <c:v>860000.0</c:v>
                </c:pt>
                <c:pt idx="57">
                  <c:v>870000.0</c:v>
                </c:pt>
                <c:pt idx="58">
                  <c:v>880000.0</c:v>
                </c:pt>
                <c:pt idx="59">
                  <c:v>890000.0</c:v>
                </c:pt>
                <c:pt idx="60">
                  <c:v>900000.0</c:v>
                </c:pt>
                <c:pt idx="61">
                  <c:v>910000.0</c:v>
                </c:pt>
                <c:pt idx="62">
                  <c:v>920000.0</c:v>
                </c:pt>
                <c:pt idx="63">
                  <c:v>930000.0</c:v>
                </c:pt>
                <c:pt idx="64">
                  <c:v>940000.0</c:v>
                </c:pt>
                <c:pt idx="65">
                  <c:v>950000.0</c:v>
                </c:pt>
                <c:pt idx="66">
                  <c:v>960000.0</c:v>
                </c:pt>
                <c:pt idx="67">
                  <c:v>970000.0</c:v>
                </c:pt>
                <c:pt idx="68">
                  <c:v>980000.0</c:v>
                </c:pt>
                <c:pt idx="69">
                  <c:v>990000.0</c:v>
                </c:pt>
                <c:pt idx="70">
                  <c:v>1000000.0</c:v>
                </c:pt>
              </c:numCache>
            </c:numRef>
          </c:xVal>
          <c:yVal>
            <c:numRef>
              <c:f>Sheet1!$B$442:$B$512</c:f>
              <c:numCache>
                <c:formatCode>General</c:formatCode>
                <c:ptCount val="71"/>
                <c:pt idx="0">
                  <c:v>0.8</c:v>
                </c:pt>
                <c:pt idx="1">
                  <c:v>0.7741935483870968</c:v>
                </c:pt>
                <c:pt idx="2">
                  <c:v>0.75</c:v>
                </c:pt>
                <c:pt idx="3">
                  <c:v>0.7272727272727273</c:v>
                </c:pt>
                <c:pt idx="4">
                  <c:v>0.7058823529411765</c:v>
                </c:pt>
                <c:pt idx="5">
                  <c:v>0.6857142857142857</c:v>
                </c:pt>
                <c:pt idx="6">
                  <c:v>0.6666666666666666</c:v>
                </c:pt>
                <c:pt idx="7">
                  <c:v>0.6486486486486487</c:v>
                </c:pt>
                <c:pt idx="8">
                  <c:v>0.631578947368421</c:v>
                </c:pt>
                <c:pt idx="9">
                  <c:v>0.6153846153846154</c:v>
                </c:pt>
                <c:pt idx="10">
                  <c:v>0.6</c:v>
                </c:pt>
                <c:pt idx="11">
                  <c:v>0.5853658536585366</c:v>
                </c:pt>
                <c:pt idx="12">
                  <c:v>0.5714285714285714</c:v>
                </c:pt>
                <c:pt idx="13">
                  <c:v>0.5581395348837209</c:v>
                </c:pt>
                <c:pt idx="14">
                  <c:v>0.5454545454545454</c:v>
                </c:pt>
                <c:pt idx="15">
                  <c:v>0.5333333333333333</c:v>
                </c:pt>
                <c:pt idx="16">
                  <c:v>0.5217391304347826</c:v>
                </c:pt>
                <c:pt idx="17">
                  <c:v>0.5106382978723404</c:v>
                </c:pt>
                <c:pt idx="18">
                  <c:v>0.5</c:v>
                </c:pt>
                <c:pt idx="19">
                  <c:v>0.4897959183673469</c:v>
                </c:pt>
                <c:pt idx="20">
                  <c:v>0.48</c:v>
                </c:pt>
                <c:pt idx="21">
                  <c:v>0.47058823529411764</c:v>
                </c:pt>
                <c:pt idx="22">
                  <c:v>0.46153846153846156</c:v>
                </c:pt>
                <c:pt idx="23">
                  <c:v>0.4528301886792453</c:v>
                </c:pt>
                <c:pt idx="24">
                  <c:v>0.4444444444444444</c:v>
                </c:pt>
                <c:pt idx="25">
                  <c:v>0.43636363636363634</c:v>
                </c:pt>
                <c:pt idx="26">
                  <c:v>0.42857142857142855</c:v>
                </c:pt>
                <c:pt idx="27">
                  <c:v>0.42105263157894735</c:v>
                </c:pt>
                <c:pt idx="28">
                  <c:v>0.41379310344827586</c:v>
                </c:pt>
                <c:pt idx="29">
                  <c:v>0.4067796610169492</c:v>
                </c:pt>
                <c:pt idx="30">
                  <c:v>0.4</c:v>
                </c:pt>
                <c:pt idx="31">
                  <c:v>0.39344262295081966</c:v>
                </c:pt>
                <c:pt idx="32">
                  <c:v>0.3870967741935484</c:v>
                </c:pt>
                <c:pt idx="33">
                  <c:v>0.38095238095238093</c:v>
                </c:pt>
                <c:pt idx="34">
                  <c:v>0.375</c:v>
                </c:pt>
                <c:pt idx="35">
                  <c:v>0.36923076923076925</c:v>
                </c:pt>
                <c:pt idx="36">
                  <c:v>0.36363636363636365</c:v>
                </c:pt>
                <c:pt idx="37">
                  <c:v>0.3582089552238806</c:v>
                </c:pt>
                <c:pt idx="38">
                  <c:v>0.35294117647058826</c:v>
                </c:pt>
                <c:pt idx="39">
                  <c:v>0.34782608695652173</c:v>
                </c:pt>
                <c:pt idx="40">
                  <c:v>0.34285714285714286</c:v>
                </c:pt>
                <c:pt idx="41">
                  <c:v>0.3380281690140845</c:v>
                </c:pt>
                <c:pt idx="42">
                  <c:v>0.3333333333333333</c:v>
                </c:pt>
                <c:pt idx="43">
                  <c:v>0.3287671232876712</c:v>
                </c:pt>
                <c:pt idx="44">
                  <c:v>0.32432432432432434</c:v>
                </c:pt>
                <c:pt idx="45">
                  <c:v>0.32</c:v>
                </c:pt>
                <c:pt idx="46">
                  <c:v>0.3157894736842105</c:v>
                </c:pt>
                <c:pt idx="47">
                  <c:v>0.3116883116883117</c:v>
                </c:pt>
                <c:pt idx="48">
                  <c:v>0.3076923076923077</c:v>
                </c:pt>
                <c:pt idx="49">
                  <c:v>0.3037974683544304</c:v>
                </c:pt>
                <c:pt idx="50">
                  <c:v>0.3</c:v>
                </c:pt>
                <c:pt idx="51">
                  <c:v>0.2962962962962963</c:v>
                </c:pt>
                <c:pt idx="52">
                  <c:v>0.2926829268292683</c:v>
                </c:pt>
                <c:pt idx="53">
                  <c:v>0.2891566265060241</c:v>
                </c:pt>
                <c:pt idx="54">
                  <c:v>0.2857142857142857</c:v>
                </c:pt>
                <c:pt idx="55">
                  <c:v>0.2823529411764706</c:v>
                </c:pt>
                <c:pt idx="56">
                  <c:v>0.27906976744186046</c:v>
                </c:pt>
                <c:pt idx="57">
                  <c:v>0.27586206896551724</c:v>
                </c:pt>
                <c:pt idx="58">
                  <c:v>0.2727272727272727</c:v>
                </c:pt>
                <c:pt idx="59">
                  <c:v>0.2696629213483146</c:v>
                </c:pt>
                <c:pt idx="60">
                  <c:v>0.26666666666666666</c:v>
                </c:pt>
                <c:pt idx="61">
                  <c:v>0.26373626373626374</c:v>
                </c:pt>
                <c:pt idx="62">
                  <c:v>0.2608695652173913</c:v>
                </c:pt>
                <c:pt idx="63">
                  <c:v>0.25806451612903225</c:v>
                </c:pt>
                <c:pt idx="64">
                  <c:v>0.2553191489361702</c:v>
                </c:pt>
                <c:pt idx="65">
                  <c:v>0.25263157894736843</c:v>
                </c:pt>
                <c:pt idx="66">
                  <c:v>0.25</c:v>
                </c:pt>
                <c:pt idx="67">
                  <c:v>0.24742268041237114</c:v>
                </c:pt>
                <c:pt idx="68">
                  <c:v>0.24489795918367346</c:v>
                </c:pt>
                <c:pt idx="69">
                  <c:v>0.24242424242424243</c:v>
                </c:pt>
                <c:pt idx="70">
                  <c:v>0.24</c:v>
                </c:pt>
              </c:numCache>
            </c:numRef>
          </c:yVal>
          <c:smooth val="0"/>
        </c:ser>
        <c:ser>
          <c:idx val="6"/>
          <c:order val="6"/>
          <c:tx>
            <c:strRef>
              <c:f>Sheet1!$B$514</c:f>
              <c:strCache>
                <c:ptCount val="1"/>
                <c:pt idx="0">
                  <c:v>$280K S&amp;W per student iso-line</c:v>
                </c:pt>
              </c:strCache>
            </c:strRef>
          </c:tx>
          <c:spPr>
            <a:ln w="12700">
              <a:solidFill>
                <a:srgbClr val="8A8D8F"/>
              </a:solidFill>
              <a:prstDash val="dash"/>
            </a:ln>
          </c:spPr>
          <c:marker>
            <c:symbol val="none"/>
          </c:marker>
          <c:dLbls>
            <c:dLbl>
              <c:idx val="65"/>
              <c:tx>
                <c:rich>
                  <a:bodyPr/>
                  <a:lstStyle/>
                  <a:p>
                    <a:pPr>
                      <a:defRPr/>
                    </a:pPr>
                    <a:r>
                      <a:rPr sz="850" b="0" i="1">
                        <a:solidFill>
                          <a:srgbClr val="6B6B70"/>
                        </a:solidFill>
                        <a:latin typeface="Lato"/>
                      </a:rPr>
                      <a:t>$280K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Sheet1!$A$515:$A$580</c:f>
              <c:numCache>
                <c:formatCode>General</c:formatCode>
                <c:ptCount val="66"/>
                <c:pt idx="0">
                  <c:v>350000.0</c:v>
                </c:pt>
                <c:pt idx="1">
                  <c:v>360000.0</c:v>
                </c:pt>
                <c:pt idx="2">
                  <c:v>370000.0</c:v>
                </c:pt>
                <c:pt idx="3">
                  <c:v>380000.0</c:v>
                </c:pt>
                <c:pt idx="4">
                  <c:v>390000.0</c:v>
                </c:pt>
                <c:pt idx="5">
                  <c:v>400000.0</c:v>
                </c:pt>
                <c:pt idx="6">
                  <c:v>410000.0</c:v>
                </c:pt>
                <c:pt idx="7">
                  <c:v>420000.0</c:v>
                </c:pt>
                <c:pt idx="8">
                  <c:v>430000.0</c:v>
                </c:pt>
                <c:pt idx="9">
                  <c:v>440000.0</c:v>
                </c:pt>
                <c:pt idx="10">
                  <c:v>450000.0</c:v>
                </c:pt>
                <c:pt idx="11">
                  <c:v>460000.0</c:v>
                </c:pt>
                <c:pt idx="12">
                  <c:v>470000.0</c:v>
                </c:pt>
                <c:pt idx="13">
                  <c:v>480000.0</c:v>
                </c:pt>
                <c:pt idx="14">
                  <c:v>490000.0</c:v>
                </c:pt>
                <c:pt idx="15">
                  <c:v>500000.0</c:v>
                </c:pt>
                <c:pt idx="16">
                  <c:v>510000.0</c:v>
                </c:pt>
                <c:pt idx="17">
                  <c:v>520000.0</c:v>
                </c:pt>
                <c:pt idx="18">
                  <c:v>530000.0</c:v>
                </c:pt>
                <c:pt idx="19">
                  <c:v>540000.0</c:v>
                </c:pt>
                <c:pt idx="20">
                  <c:v>550000.0</c:v>
                </c:pt>
                <c:pt idx="21">
                  <c:v>560000.0</c:v>
                </c:pt>
                <c:pt idx="22">
                  <c:v>570000.0</c:v>
                </c:pt>
                <c:pt idx="23">
                  <c:v>580000.0</c:v>
                </c:pt>
                <c:pt idx="24">
                  <c:v>590000.0</c:v>
                </c:pt>
                <c:pt idx="25">
                  <c:v>600000.0</c:v>
                </c:pt>
                <c:pt idx="26">
                  <c:v>610000.0</c:v>
                </c:pt>
                <c:pt idx="27">
                  <c:v>620000.0</c:v>
                </c:pt>
                <c:pt idx="28">
                  <c:v>630000.0</c:v>
                </c:pt>
                <c:pt idx="29">
                  <c:v>640000.0</c:v>
                </c:pt>
                <c:pt idx="30">
                  <c:v>650000.0</c:v>
                </c:pt>
                <c:pt idx="31">
                  <c:v>660000.0</c:v>
                </c:pt>
                <c:pt idx="32">
                  <c:v>670000.0</c:v>
                </c:pt>
                <c:pt idx="33">
                  <c:v>680000.0</c:v>
                </c:pt>
                <c:pt idx="34">
                  <c:v>690000.0</c:v>
                </c:pt>
                <c:pt idx="35">
                  <c:v>700000.0</c:v>
                </c:pt>
                <c:pt idx="36">
                  <c:v>710000.0</c:v>
                </c:pt>
                <c:pt idx="37">
                  <c:v>720000.0</c:v>
                </c:pt>
                <c:pt idx="38">
                  <c:v>730000.0</c:v>
                </c:pt>
                <c:pt idx="39">
                  <c:v>740000.0</c:v>
                </c:pt>
                <c:pt idx="40">
                  <c:v>750000.0</c:v>
                </c:pt>
                <c:pt idx="41">
                  <c:v>760000.0</c:v>
                </c:pt>
                <c:pt idx="42">
                  <c:v>770000.0</c:v>
                </c:pt>
                <c:pt idx="43">
                  <c:v>780000.0</c:v>
                </c:pt>
                <c:pt idx="44">
                  <c:v>790000.0</c:v>
                </c:pt>
                <c:pt idx="45">
                  <c:v>800000.0</c:v>
                </c:pt>
                <c:pt idx="46">
                  <c:v>810000.0</c:v>
                </c:pt>
                <c:pt idx="47">
                  <c:v>820000.0</c:v>
                </c:pt>
                <c:pt idx="48">
                  <c:v>830000.0</c:v>
                </c:pt>
                <c:pt idx="49">
                  <c:v>840000.0</c:v>
                </c:pt>
                <c:pt idx="50">
                  <c:v>850000.0</c:v>
                </c:pt>
                <c:pt idx="51">
                  <c:v>860000.0</c:v>
                </c:pt>
                <c:pt idx="52">
                  <c:v>870000.0</c:v>
                </c:pt>
                <c:pt idx="53">
                  <c:v>880000.0</c:v>
                </c:pt>
                <c:pt idx="54">
                  <c:v>890000.0</c:v>
                </c:pt>
                <c:pt idx="55">
                  <c:v>900000.0</c:v>
                </c:pt>
                <c:pt idx="56">
                  <c:v>910000.0</c:v>
                </c:pt>
                <c:pt idx="57">
                  <c:v>920000.0</c:v>
                </c:pt>
                <c:pt idx="58">
                  <c:v>930000.0</c:v>
                </c:pt>
                <c:pt idx="59">
                  <c:v>940000.0</c:v>
                </c:pt>
                <c:pt idx="60">
                  <c:v>950000.0</c:v>
                </c:pt>
                <c:pt idx="61">
                  <c:v>960000.0</c:v>
                </c:pt>
                <c:pt idx="62">
                  <c:v>970000.0</c:v>
                </c:pt>
                <c:pt idx="63">
                  <c:v>980000.0</c:v>
                </c:pt>
                <c:pt idx="64">
                  <c:v>990000.0</c:v>
                </c:pt>
                <c:pt idx="65">
                  <c:v>1000000.0</c:v>
                </c:pt>
              </c:numCache>
            </c:numRef>
          </c:xVal>
          <c:yVal>
            <c:numRef>
              <c:f>Sheet1!$B$515:$B$580</c:f>
              <c:numCache>
                <c:formatCode>General</c:formatCode>
                <c:ptCount val="66"/>
                <c:pt idx="0">
                  <c:v>0.8</c:v>
                </c:pt>
                <c:pt idx="1">
                  <c:v>0.7777777777777778</c:v>
                </c:pt>
                <c:pt idx="2">
                  <c:v>0.7567567567567568</c:v>
                </c:pt>
                <c:pt idx="3">
                  <c:v>0.7368421052631579</c:v>
                </c:pt>
                <c:pt idx="4">
                  <c:v>0.717948717948718</c:v>
                </c:pt>
                <c:pt idx="5">
                  <c:v>0.7</c:v>
                </c:pt>
                <c:pt idx="6">
                  <c:v>0.6829268292682927</c:v>
                </c:pt>
                <c:pt idx="7">
                  <c:v>0.6666666666666666</c:v>
                </c:pt>
                <c:pt idx="8">
                  <c:v>0.6511627906976745</c:v>
                </c:pt>
                <c:pt idx="9">
                  <c:v>0.6363636363636364</c:v>
                </c:pt>
                <c:pt idx="10">
                  <c:v>0.6222222222222222</c:v>
                </c:pt>
                <c:pt idx="11">
                  <c:v>0.6086956521739131</c:v>
                </c:pt>
                <c:pt idx="12">
                  <c:v>0.5957446808510638</c:v>
                </c:pt>
                <c:pt idx="13">
                  <c:v>0.5833333333333334</c:v>
                </c:pt>
                <c:pt idx="14">
                  <c:v>0.5714285714285714</c:v>
                </c:pt>
                <c:pt idx="15">
                  <c:v>0.56</c:v>
                </c:pt>
                <c:pt idx="16">
                  <c:v>0.5490196078431373</c:v>
                </c:pt>
                <c:pt idx="17">
                  <c:v>0.5384615384615384</c:v>
                </c:pt>
                <c:pt idx="18">
                  <c:v>0.5283018867924528</c:v>
                </c:pt>
                <c:pt idx="19">
                  <c:v>0.5185185185185185</c:v>
                </c:pt>
                <c:pt idx="20">
                  <c:v>0.509090909090909</c:v>
                </c:pt>
                <c:pt idx="21">
                  <c:v>0.5</c:v>
                </c:pt>
                <c:pt idx="22">
                  <c:v>0.49122807017543857</c:v>
                </c:pt>
                <c:pt idx="23">
                  <c:v>0.4827586206896552</c:v>
                </c:pt>
                <c:pt idx="24">
                  <c:v>0.4745762711864407</c:v>
                </c:pt>
                <c:pt idx="25">
                  <c:v>0.4666666666666667</c:v>
                </c:pt>
                <c:pt idx="26">
                  <c:v>0.45901639344262296</c:v>
                </c:pt>
                <c:pt idx="27">
                  <c:v>0.45161290322580644</c:v>
                </c:pt>
                <c:pt idx="28">
                  <c:v>0.4444444444444444</c:v>
                </c:pt>
                <c:pt idx="29">
                  <c:v>0.4375</c:v>
                </c:pt>
                <c:pt idx="30">
                  <c:v>0.4307692307692308</c:v>
                </c:pt>
                <c:pt idx="31">
                  <c:v>0.42424242424242425</c:v>
                </c:pt>
                <c:pt idx="32">
                  <c:v>0.417910447761194</c:v>
                </c:pt>
                <c:pt idx="33">
                  <c:v>0.4117647058823529</c:v>
                </c:pt>
                <c:pt idx="34">
                  <c:v>0.4057971014492754</c:v>
                </c:pt>
                <c:pt idx="35">
                  <c:v>0.4</c:v>
                </c:pt>
                <c:pt idx="36">
                  <c:v>0.39436619718309857</c:v>
                </c:pt>
                <c:pt idx="37">
                  <c:v>0.3888888888888889</c:v>
                </c:pt>
                <c:pt idx="38">
                  <c:v>0.3835616438356164</c:v>
                </c:pt>
                <c:pt idx="39">
                  <c:v>0.3783783783783784</c:v>
                </c:pt>
                <c:pt idx="40">
                  <c:v>0.37333333333333335</c:v>
                </c:pt>
                <c:pt idx="41">
                  <c:v>0.3684210526315789</c:v>
                </c:pt>
                <c:pt idx="42">
                  <c:v>0.36363636363636365</c:v>
                </c:pt>
                <c:pt idx="43">
                  <c:v>0.358974358974359</c:v>
                </c:pt>
                <c:pt idx="44">
                  <c:v>0.35443037974683544</c:v>
                </c:pt>
                <c:pt idx="45">
                  <c:v>0.35</c:v>
                </c:pt>
                <c:pt idx="46">
                  <c:v>0.345679012345679</c:v>
                </c:pt>
                <c:pt idx="47">
                  <c:v>0.34146341463414637</c:v>
                </c:pt>
                <c:pt idx="48">
                  <c:v>0.3373493975903614</c:v>
                </c:pt>
                <c:pt idx="49">
                  <c:v>0.3333333333333333</c:v>
                </c:pt>
                <c:pt idx="50">
                  <c:v>0.32941176470588235</c:v>
                </c:pt>
                <c:pt idx="51">
                  <c:v>0.32558139534883723</c:v>
                </c:pt>
                <c:pt idx="52">
                  <c:v>0.3218390804597701</c:v>
                </c:pt>
                <c:pt idx="53">
                  <c:v>0.3181818181818182</c:v>
                </c:pt>
                <c:pt idx="54">
                  <c:v>0.3146067415730337</c:v>
                </c:pt>
                <c:pt idx="55">
                  <c:v>0.3111111111111111</c:v>
                </c:pt>
                <c:pt idx="56">
                  <c:v>0.3076923076923077</c:v>
                </c:pt>
                <c:pt idx="57">
                  <c:v>0.30434782608695654</c:v>
                </c:pt>
                <c:pt idx="58">
                  <c:v>0.3010752688172043</c:v>
                </c:pt>
                <c:pt idx="59">
                  <c:v>0.2978723404255319</c:v>
                </c:pt>
                <c:pt idx="60">
                  <c:v>0.29473684210526313</c:v>
                </c:pt>
                <c:pt idx="61">
                  <c:v>0.2916666666666667</c:v>
                </c:pt>
                <c:pt idx="62">
                  <c:v>0.28865979381443296</c:v>
                </c:pt>
                <c:pt idx="63">
                  <c:v>0.2857142857142857</c:v>
                </c:pt>
                <c:pt idx="64">
                  <c:v>0.2828282828282828</c:v>
                </c:pt>
                <c:pt idx="65">
                  <c:v>0.28</c:v>
                </c:pt>
              </c:numCache>
            </c:numRef>
          </c:yVal>
          <c:smooth val="0"/>
        </c:ser>
        <c:ser>
          <c:idx val="7"/>
          <c:order val="7"/>
          <c:tx>
            <c:strRef>
              <c:f>Sheet1!$B$582</c:f>
              <c:strCache>
                <c:ptCount val="1"/>
                <c:pt idx="0">
                  <c:v>$320K S&amp;W per student iso-line</c:v>
                </c:pt>
              </c:strCache>
            </c:strRef>
          </c:tx>
          <c:spPr>
            <a:ln w="12700">
              <a:solidFill>
                <a:srgbClr val="8A8D8F"/>
              </a:solidFill>
              <a:prstDash val="dash"/>
            </a:ln>
          </c:spPr>
          <c:marker>
            <c:symbol val="none"/>
          </c:marker>
          <c:dLbls>
            <c:dLbl>
              <c:idx val="60"/>
              <c:tx>
                <c:rich>
                  <a:bodyPr/>
                  <a:lstStyle/>
                  <a:p>
                    <a:pPr>
                      <a:defRPr/>
                    </a:pPr>
                    <a:r>
                      <a:rPr sz="850" b="0" i="1">
                        <a:solidFill>
                          <a:srgbClr val="6B6B70"/>
                        </a:solidFill>
                        <a:latin typeface="Lato"/>
                      </a:rPr>
                      <a:t>$320K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Sheet1!$A$583:$A$643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Sheet1!$B$583:$B$643</c:f>
              <c:numCache>
                <c:formatCode>General</c:formatCode>
                <c:ptCount val="61"/>
                <c:pt idx="0">
                  <c:v>0.8</c:v>
                </c:pt>
                <c:pt idx="1">
                  <c:v>0.7804878048780488</c:v>
                </c:pt>
                <c:pt idx="2">
                  <c:v>0.7619047619047619</c:v>
                </c:pt>
                <c:pt idx="3">
                  <c:v>0.7441860465116279</c:v>
                </c:pt>
                <c:pt idx="4">
                  <c:v>0.7272727272727273</c:v>
                </c:pt>
                <c:pt idx="5">
                  <c:v>0.7111111111111111</c:v>
                </c:pt>
                <c:pt idx="6">
                  <c:v>0.6956521739130435</c:v>
                </c:pt>
                <c:pt idx="7">
                  <c:v>0.6808510638297872</c:v>
                </c:pt>
                <c:pt idx="8">
                  <c:v>0.6666666666666666</c:v>
                </c:pt>
                <c:pt idx="9">
                  <c:v>0.6530612244897959</c:v>
                </c:pt>
                <c:pt idx="10">
                  <c:v>0.64</c:v>
                </c:pt>
                <c:pt idx="11">
                  <c:v>0.6274509803921569</c:v>
                </c:pt>
                <c:pt idx="12">
                  <c:v>0.6153846153846154</c:v>
                </c:pt>
                <c:pt idx="13">
                  <c:v>0.6037735849056604</c:v>
                </c:pt>
                <c:pt idx="14">
                  <c:v>0.5925925925925926</c:v>
                </c:pt>
                <c:pt idx="15">
                  <c:v>0.5818181818181818</c:v>
                </c:pt>
                <c:pt idx="16">
                  <c:v>0.5714285714285714</c:v>
                </c:pt>
                <c:pt idx="17">
                  <c:v>0.5614035087719298</c:v>
                </c:pt>
                <c:pt idx="18">
                  <c:v>0.5517241379310345</c:v>
                </c:pt>
                <c:pt idx="19">
                  <c:v>0.5423728813559322</c:v>
                </c:pt>
                <c:pt idx="20">
                  <c:v>0.5333333333333333</c:v>
                </c:pt>
                <c:pt idx="21">
                  <c:v>0.5245901639344263</c:v>
                </c:pt>
                <c:pt idx="22">
                  <c:v>0.5161290322580645</c:v>
                </c:pt>
                <c:pt idx="23">
                  <c:v>0.5079365079365079</c:v>
                </c:pt>
                <c:pt idx="24">
                  <c:v>0.5</c:v>
                </c:pt>
                <c:pt idx="25">
                  <c:v>0.49230769230769234</c:v>
                </c:pt>
                <c:pt idx="26">
                  <c:v>0.48484848484848486</c:v>
                </c:pt>
                <c:pt idx="27">
                  <c:v>0.47761194029850745</c:v>
                </c:pt>
                <c:pt idx="28">
                  <c:v>0.47058823529411764</c:v>
                </c:pt>
                <c:pt idx="29">
                  <c:v>0.463768115942029</c:v>
                </c:pt>
                <c:pt idx="30">
                  <c:v>0.45714285714285713</c:v>
                </c:pt>
                <c:pt idx="31">
                  <c:v>0.4507042253521127</c:v>
                </c:pt>
                <c:pt idx="32">
                  <c:v>0.4444444444444444</c:v>
                </c:pt>
                <c:pt idx="33">
                  <c:v>0.4383561643835616</c:v>
                </c:pt>
                <c:pt idx="34">
                  <c:v>0.43243243243243246</c:v>
                </c:pt>
                <c:pt idx="35">
                  <c:v>0.4266666666666667</c:v>
                </c:pt>
                <c:pt idx="36">
                  <c:v>0.42105263157894735</c:v>
                </c:pt>
                <c:pt idx="37">
                  <c:v>0.4155844155844156</c:v>
                </c:pt>
                <c:pt idx="38">
                  <c:v>0.41025641025641024</c:v>
                </c:pt>
                <c:pt idx="39">
                  <c:v>0.4050632911392405</c:v>
                </c:pt>
                <c:pt idx="40">
                  <c:v>0.4</c:v>
                </c:pt>
                <c:pt idx="41">
                  <c:v>0.3950617283950617</c:v>
                </c:pt>
                <c:pt idx="42">
                  <c:v>0.3902439024390244</c:v>
                </c:pt>
                <c:pt idx="43">
                  <c:v>0.3855421686746988</c:v>
                </c:pt>
                <c:pt idx="44">
                  <c:v>0.38095238095238093</c:v>
                </c:pt>
                <c:pt idx="45">
                  <c:v>0.3764705882352941</c:v>
                </c:pt>
                <c:pt idx="46">
                  <c:v>0.37209302325581395</c:v>
                </c:pt>
                <c:pt idx="47">
                  <c:v>0.367816091954023</c:v>
                </c:pt>
                <c:pt idx="48">
                  <c:v>0.36363636363636365</c:v>
                </c:pt>
                <c:pt idx="49">
                  <c:v>0.3595505617977528</c:v>
                </c:pt>
                <c:pt idx="50">
                  <c:v>0.35555555555555557</c:v>
                </c:pt>
                <c:pt idx="51">
                  <c:v>0.3516483516483517</c:v>
                </c:pt>
                <c:pt idx="52">
                  <c:v>0.34782608695652173</c:v>
                </c:pt>
                <c:pt idx="53">
                  <c:v>0.34408602150537637</c:v>
                </c:pt>
                <c:pt idx="54">
                  <c:v>0.3404255319148936</c:v>
                </c:pt>
                <c:pt idx="55">
                  <c:v>0.3368421052631579</c:v>
                </c:pt>
                <c:pt idx="56">
                  <c:v>0.3333333333333333</c:v>
                </c:pt>
                <c:pt idx="57">
                  <c:v>0.32989690721649484</c:v>
                </c:pt>
                <c:pt idx="58">
                  <c:v>0.32653061224489793</c:v>
                </c:pt>
                <c:pt idx="59">
                  <c:v>0.32323232323232326</c:v>
                </c:pt>
                <c:pt idx="60">
                  <c:v>0.32</c:v>
                </c:pt>
              </c:numCache>
            </c:numRef>
          </c:yVal>
          <c:smooth val="0"/>
        </c:ser>
        <c:ser>
          <c:idx val="8"/>
          <c:order val="8"/>
          <c:tx>
            <c:strRef>
              <c:f>Sheet1!$B$645</c:f>
              <c:strCache>
                <c:ptCount val="1"/>
                <c:pt idx="0">
                  <c:v>$400K S&amp;W per student iso-line</c:v>
                </c:pt>
              </c:strCache>
            </c:strRef>
          </c:tx>
          <c:spPr>
            <a:ln w="12700">
              <a:solidFill>
                <a:srgbClr val="8A8D8F"/>
              </a:solidFill>
              <a:prstDash val="dash"/>
            </a:ln>
          </c:spPr>
          <c:marker>
            <c:symbol val="none"/>
          </c:marker>
          <c:dLbls>
            <c:dLbl>
              <c:idx val="50"/>
              <c:tx>
                <c:rich>
                  <a:bodyPr/>
                  <a:lstStyle/>
                  <a:p>
                    <a:pPr>
                      <a:defRPr/>
                    </a:pPr>
                    <a:r>
                      <a:rPr sz="850" b="0" i="1">
                        <a:solidFill>
                          <a:srgbClr val="6B6B70"/>
                        </a:solidFill>
                        <a:latin typeface="Lato"/>
                      </a:rPr>
                      <a:t>$400K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Sheet1!$A$646:$A$696</c:f>
              <c:numCache>
                <c:formatCode>General</c:formatCode>
                <c:ptCount val="51"/>
                <c:pt idx="0">
                  <c:v>500000.0</c:v>
                </c:pt>
                <c:pt idx="1">
                  <c:v>510000.0</c:v>
                </c:pt>
                <c:pt idx="2">
                  <c:v>520000.0</c:v>
                </c:pt>
                <c:pt idx="3">
                  <c:v>530000.0</c:v>
                </c:pt>
                <c:pt idx="4">
                  <c:v>540000.0</c:v>
                </c:pt>
                <c:pt idx="5">
                  <c:v>550000.0</c:v>
                </c:pt>
                <c:pt idx="6">
                  <c:v>560000.0</c:v>
                </c:pt>
                <c:pt idx="7">
                  <c:v>570000.0</c:v>
                </c:pt>
                <c:pt idx="8">
                  <c:v>580000.0</c:v>
                </c:pt>
                <c:pt idx="9">
                  <c:v>590000.0</c:v>
                </c:pt>
                <c:pt idx="10">
                  <c:v>600000.0</c:v>
                </c:pt>
                <c:pt idx="11">
                  <c:v>610000.0</c:v>
                </c:pt>
                <c:pt idx="12">
                  <c:v>620000.0</c:v>
                </c:pt>
                <c:pt idx="13">
                  <c:v>630000.0</c:v>
                </c:pt>
                <c:pt idx="14">
                  <c:v>640000.0</c:v>
                </c:pt>
                <c:pt idx="15">
                  <c:v>650000.0</c:v>
                </c:pt>
                <c:pt idx="16">
                  <c:v>660000.0</c:v>
                </c:pt>
                <c:pt idx="17">
                  <c:v>670000.0</c:v>
                </c:pt>
                <c:pt idx="18">
                  <c:v>680000.0</c:v>
                </c:pt>
                <c:pt idx="19">
                  <c:v>690000.0</c:v>
                </c:pt>
                <c:pt idx="20">
                  <c:v>700000.0</c:v>
                </c:pt>
                <c:pt idx="21">
                  <c:v>710000.0</c:v>
                </c:pt>
                <c:pt idx="22">
                  <c:v>720000.0</c:v>
                </c:pt>
                <c:pt idx="23">
                  <c:v>730000.0</c:v>
                </c:pt>
                <c:pt idx="24">
                  <c:v>740000.0</c:v>
                </c:pt>
                <c:pt idx="25">
                  <c:v>750000.0</c:v>
                </c:pt>
                <c:pt idx="26">
                  <c:v>760000.0</c:v>
                </c:pt>
                <c:pt idx="27">
                  <c:v>770000.0</c:v>
                </c:pt>
                <c:pt idx="28">
                  <c:v>780000.0</c:v>
                </c:pt>
                <c:pt idx="29">
                  <c:v>790000.0</c:v>
                </c:pt>
                <c:pt idx="30">
                  <c:v>800000.0</c:v>
                </c:pt>
                <c:pt idx="31">
                  <c:v>810000.0</c:v>
                </c:pt>
                <c:pt idx="32">
                  <c:v>820000.0</c:v>
                </c:pt>
                <c:pt idx="33">
                  <c:v>830000.0</c:v>
                </c:pt>
                <c:pt idx="34">
                  <c:v>840000.0</c:v>
                </c:pt>
                <c:pt idx="35">
                  <c:v>850000.0</c:v>
                </c:pt>
                <c:pt idx="36">
                  <c:v>860000.0</c:v>
                </c:pt>
                <c:pt idx="37">
                  <c:v>870000.0</c:v>
                </c:pt>
                <c:pt idx="38">
                  <c:v>880000.0</c:v>
                </c:pt>
                <c:pt idx="39">
                  <c:v>890000.0</c:v>
                </c:pt>
                <c:pt idx="40">
                  <c:v>900000.0</c:v>
                </c:pt>
                <c:pt idx="41">
                  <c:v>910000.0</c:v>
                </c:pt>
                <c:pt idx="42">
                  <c:v>920000.0</c:v>
                </c:pt>
                <c:pt idx="43">
                  <c:v>930000.0</c:v>
                </c:pt>
                <c:pt idx="44">
                  <c:v>940000.0</c:v>
                </c:pt>
                <c:pt idx="45">
                  <c:v>950000.0</c:v>
                </c:pt>
                <c:pt idx="46">
                  <c:v>960000.0</c:v>
                </c:pt>
                <c:pt idx="47">
                  <c:v>970000.0</c:v>
                </c:pt>
                <c:pt idx="48">
                  <c:v>980000.0</c:v>
                </c:pt>
                <c:pt idx="49">
                  <c:v>990000.0</c:v>
                </c:pt>
                <c:pt idx="50">
                  <c:v>1000000.0</c:v>
                </c:pt>
              </c:numCache>
            </c:numRef>
          </c:xVal>
          <c:yVal>
            <c:numRef>
              <c:f>Sheet1!$B$646:$B$696</c:f>
              <c:numCache>
                <c:formatCode>General</c:formatCode>
                <c:ptCount val="51"/>
                <c:pt idx="0">
                  <c:v>0.8</c:v>
                </c:pt>
                <c:pt idx="1">
                  <c:v>0.7843137254901961</c:v>
                </c:pt>
                <c:pt idx="2">
                  <c:v>0.7692307692307693</c:v>
                </c:pt>
                <c:pt idx="3">
                  <c:v>0.7547169811320755</c:v>
                </c:pt>
                <c:pt idx="4">
                  <c:v>0.7407407407407407</c:v>
                </c:pt>
                <c:pt idx="5">
                  <c:v>0.7272727272727273</c:v>
                </c:pt>
                <c:pt idx="6">
                  <c:v>0.7142857142857143</c:v>
                </c:pt>
                <c:pt idx="7">
                  <c:v>0.7017543859649122</c:v>
                </c:pt>
                <c:pt idx="8">
                  <c:v>0.6896551724137931</c:v>
                </c:pt>
                <c:pt idx="9">
                  <c:v>0.6779661016949152</c:v>
                </c:pt>
                <c:pt idx="10">
                  <c:v>0.6666666666666666</c:v>
                </c:pt>
                <c:pt idx="11">
                  <c:v>0.6557377049180327</c:v>
                </c:pt>
                <c:pt idx="12">
                  <c:v>0.6451612903225806</c:v>
                </c:pt>
                <c:pt idx="13">
                  <c:v>0.6349206349206349</c:v>
                </c:pt>
                <c:pt idx="14">
                  <c:v>0.625</c:v>
                </c:pt>
                <c:pt idx="15">
                  <c:v>0.6153846153846154</c:v>
                </c:pt>
                <c:pt idx="16">
                  <c:v>0.6060606060606061</c:v>
                </c:pt>
                <c:pt idx="17">
                  <c:v>0.5970149253731343</c:v>
                </c:pt>
                <c:pt idx="18">
                  <c:v>0.5882352941176471</c:v>
                </c:pt>
                <c:pt idx="19">
                  <c:v>0.5797101449275363</c:v>
                </c:pt>
                <c:pt idx="20">
                  <c:v>0.5714285714285714</c:v>
                </c:pt>
                <c:pt idx="21">
                  <c:v>0.5633802816901409</c:v>
                </c:pt>
                <c:pt idx="22">
                  <c:v>0.5555555555555556</c:v>
                </c:pt>
                <c:pt idx="23">
                  <c:v>0.547945205479452</c:v>
                </c:pt>
                <c:pt idx="24">
                  <c:v>0.5405405405405406</c:v>
                </c:pt>
                <c:pt idx="25">
                  <c:v>0.5333333333333333</c:v>
                </c:pt>
                <c:pt idx="26">
                  <c:v>0.5263157894736842</c:v>
                </c:pt>
                <c:pt idx="27">
                  <c:v>0.5194805194805194</c:v>
                </c:pt>
                <c:pt idx="28">
                  <c:v>0.5128205128205128</c:v>
                </c:pt>
                <c:pt idx="29">
                  <c:v>0.5063291139240507</c:v>
                </c:pt>
                <c:pt idx="30">
                  <c:v>0.5</c:v>
                </c:pt>
                <c:pt idx="31">
                  <c:v>0.49382716049382713</c:v>
                </c:pt>
                <c:pt idx="32">
                  <c:v>0.4878048780487805</c:v>
                </c:pt>
                <c:pt idx="33">
                  <c:v>0.4819277108433735</c:v>
                </c:pt>
                <c:pt idx="34">
                  <c:v>0.47619047619047616</c:v>
                </c:pt>
                <c:pt idx="35">
                  <c:v>0.47058823529411764</c:v>
                </c:pt>
                <c:pt idx="36">
                  <c:v>0.46511627906976744</c:v>
                </c:pt>
                <c:pt idx="37">
                  <c:v>0.45977011494252873</c:v>
                </c:pt>
                <c:pt idx="38">
                  <c:v>0.45454545454545453</c:v>
                </c:pt>
                <c:pt idx="39">
                  <c:v>0.449438202247191</c:v>
                </c:pt>
                <c:pt idx="40">
                  <c:v>0.4444444444444444</c:v>
                </c:pt>
                <c:pt idx="41">
                  <c:v>0.43956043956043955</c:v>
                </c:pt>
                <c:pt idx="42">
                  <c:v>0.43478260869565216</c:v>
                </c:pt>
                <c:pt idx="43">
                  <c:v>0.43010752688172044</c:v>
                </c:pt>
                <c:pt idx="44">
                  <c:v>0.425531914893617</c:v>
                </c:pt>
                <c:pt idx="45">
                  <c:v>0.42105263157894735</c:v>
                </c:pt>
                <c:pt idx="46">
                  <c:v>0.4166666666666667</c:v>
                </c:pt>
                <c:pt idx="47">
                  <c:v>0.41237113402061853</c:v>
                </c:pt>
                <c:pt idx="48">
                  <c:v>0.40816326530612246</c:v>
                </c:pt>
                <c:pt idx="49">
                  <c:v>0.40404040404040403</c:v>
                </c:pt>
                <c:pt idx="50">
                  <c:v>0.4</c:v>
                </c:pt>
              </c:numCache>
            </c:numRef>
          </c:yVal>
          <c:smooth val="0"/>
        </c:ser>
        <c:ser>
          <c:idx val="9"/>
          <c:order val="9"/>
          <c:tx>
            <c:strRef>
              <c:f>Sheet1!$B$698</c:f>
              <c:strCache>
                <c:ptCount val="1"/>
                <c:pt idx="0">
                  <c:v>$480K S&amp;W per student iso-line</c:v>
                </c:pt>
              </c:strCache>
            </c:strRef>
          </c:tx>
          <c:spPr>
            <a:ln w="12700">
              <a:solidFill>
                <a:srgbClr val="8A8D8F"/>
              </a:solidFill>
              <a:prstDash val="dash"/>
            </a:ln>
          </c:spPr>
          <c:marker>
            <c:symbol val="none"/>
          </c:marker>
          <c:dLbls>
            <c:dLbl>
              <c:idx val="40"/>
              <c:tx>
                <c:rich>
                  <a:bodyPr/>
                  <a:lstStyle/>
                  <a:p>
                    <a:pPr>
                      <a:defRPr/>
                    </a:pPr>
                    <a:r>
                      <a:rPr sz="850" b="0" i="1">
                        <a:solidFill>
                          <a:srgbClr val="6B6B70"/>
                        </a:solidFill>
                        <a:latin typeface="Lato"/>
                      </a:rPr>
                      <a:t>$480K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Sheet1!$A$699:$A$739</c:f>
              <c:numCache>
                <c:formatCode>General</c:formatCode>
                <c:ptCount val="41"/>
                <c:pt idx="0">
                  <c:v>600000.0</c:v>
                </c:pt>
                <c:pt idx="1">
                  <c:v>610000.0</c:v>
                </c:pt>
                <c:pt idx="2">
                  <c:v>620000.0</c:v>
                </c:pt>
                <c:pt idx="3">
                  <c:v>630000.0</c:v>
                </c:pt>
                <c:pt idx="4">
                  <c:v>640000.0</c:v>
                </c:pt>
                <c:pt idx="5">
                  <c:v>650000.0</c:v>
                </c:pt>
                <c:pt idx="6">
                  <c:v>660000.0</c:v>
                </c:pt>
                <c:pt idx="7">
                  <c:v>670000.0</c:v>
                </c:pt>
                <c:pt idx="8">
                  <c:v>680000.0</c:v>
                </c:pt>
                <c:pt idx="9">
                  <c:v>690000.0</c:v>
                </c:pt>
                <c:pt idx="10">
                  <c:v>700000.0</c:v>
                </c:pt>
                <c:pt idx="11">
                  <c:v>710000.0</c:v>
                </c:pt>
                <c:pt idx="12">
                  <c:v>720000.0</c:v>
                </c:pt>
                <c:pt idx="13">
                  <c:v>730000.0</c:v>
                </c:pt>
                <c:pt idx="14">
                  <c:v>740000.0</c:v>
                </c:pt>
                <c:pt idx="15">
                  <c:v>750000.0</c:v>
                </c:pt>
                <c:pt idx="16">
                  <c:v>760000.0</c:v>
                </c:pt>
                <c:pt idx="17">
                  <c:v>770000.0</c:v>
                </c:pt>
                <c:pt idx="18">
                  <c:v>780000.0</c:v>
                </c:pt>
                <c:pt idx="19">
                  <c:v>790000.0</c:v>
                </c:pt>
                <c:pt idx="20">
                  <c:v>800000.0</c:v>
                </c:pt>
                <c:pt idx="21">
                  <c:v>810000.0</c:v>
                </c:pt>
                <c:pt idx="22">
                  <c:v>820000.0</c:v>
                </c:pt>
                <c:pt idx="23">
                  <c:v>830000.0</c:v>
                </c:pt>
                <c:pt idx="24">
                  <c:v>840000.0</c:v>
                </c:pt>
                <c:pt idx="25">
                  <c:v>850000.0</c:v>
                </c:pt>
                <c:pt idx="26">
                  <c:v>860000.0</c:v>
                </c:pt>
                <c:pt idx="27">
                  <c:v>870000.0</c:v>
                </c:pt>
                <c:pt idx="28">
                  <c:v>880000.0</c:v>
                </c:pt>
                <c:pt idx="29">
                  <c:v>890000.0</c:v>
                </c:pt>
                <c:pt idx="30">
                  <c:v>900000.0</c:v>
                </c:pt>
                <c:pt idx="31">
                  <c:v>910000.0</c:v>
                </c:pt>
                <c:pt idx="32">
                  <c:v>920000.0</c:v>
                </c:pt>
                <c:pt idx="33">
                  <c:v>930000.0</c:v>
                </c:pt>
                <c:pt idx="34">
                  <c:v>940000.0</c:v>
                </c:pt>
                <c:pt idx="35">
                  <c:v>950000.0</c:v>
                </c:pt>
                <c:pt idx="36">
                  <c:v>960000.0</c:v>
                </c:pt>
                <c:pt idx="37">
                  <c:v>970000.0</c:v>
                </c:pt>
                <c:pt idx="38">
                  <c:v>980000.0</c:v>
                </c:pt>
                <c:pt idx="39">
                  <c:v>990000.0</c:v>
                </c:pt>
                <c:pt idx="40">
                  <c:v>1000000.0</c:v>
                </c:pt>
              </c:numCache>
            </c:numRef>
          </c:xVal>
          <c:yVal>
            <c:numRef>
              <c:f>Sheet1!$B$699:$B$739</c:f>
              <c:numCache>
                <c:formatCode>General</c:formatCode>
                <c:ptCount val="41"/>
                <c:pt idx="0">
                  <c:v>0.8</c:v>
                </c:pt>
                <c:pt idx="1">
                  <c:v>0.7868852459016393</c:v>
                </c:pt>
                <c:pt idx="2">
                  <c:v>0.7741935483870968</c:v>
                </c:pt>
                <c:pt idx="3">
                  <c:v>0.7619047619047619</c:v>
                </c:pt>
                <c:pt idx="4">
                  <c:v>0.75</c:v>
                </c:pt>
                <c:pt idx="5">
                  <c:v>0.7384615384615385</c:v>
                </c:pt>
                <c:pt idx="6">
                  <c:v>0.7272727272727273</c:v>
                </c:pt>
                <c:pt idx="7">
                  <c:v>0.7164179104477612</c:v>
                </c:pt>
                <c:pt idx="8">
                  <c:v>0.7058823529411765</c:v>
                </c:pt>
                <c:pt idx="9">
                  <c:v>0.6956521739130435</c:v>
                </c:pt>
                <c:pt idx="10">
                  <c:v>0.6857142857142857</c:v>
                </c:pt>
                <c:pt idx="11">
                  <c:v>0.676056338028169</c:v>
                </c:pt>
                <c:pt idx="12">
                  <c:v>0.6666666666666666</c:v>
                </c:pt>
                <c:pt idx="13">
                  <c:v>0.6575342465753424</c:v>
                </c:pt>
                <c:pt idx="14">
                  <c:v>0.6486486486486487</c:v>
                </c:pt>
                <c:pt idx="15">
                  <c:v>0.64</c:v>
                </c:pt>
                <c:pt idx="16">
                  <c:v>0.631578947368421</c:v>
                </c:pt>
                <c:pt idx="17">
                  <c:v>0.6233766233766234</c:v>
                </c:pt>
                <c:pt idx="18">
                  <c:v>0.6153846153846154</c:v>
                </c:pt>
                <c:pt idx="19">
                  <c:v>0.6075949367088608</c:v>
                </c:pt>
                <c:pt idx="20">
                  <c:v>0.6</c:v>
                </c:pt>
                <c:pt idx="21">
                  <c:v>0.5925925925925926</c:v>
                </c:pt>
                <c:pt idx="22">
                  <c:v>0.5853658536585366</c:v>
                </c:pt>
                <c:pt idx="23">
                  <c:v>0.5783132530120482</c:v>
                </c:pt>
                <c:pt idx="24">
                  <c:v>0.5714285714285714</c:v>
                </c:pt>
                <c:pt idx="25">
                  <c:v>0.5647058823529412</c:v>
                </c:pt>
                <c:pt idx="26">
                  <c:v>0.5581395348837209</c:v>
                </c:pt>
                <c:pt idx="27">
                  <c:v>0.5517241379310345</c:v>
                </c:pt>
                <c:pt idx="28">
                  <c:v>0.5454545454545454</c:v>
                </c:pt>
                <c:pt idx="29">
                  <c:v>0.5393258426966292</c:v>
                </c:pt>
                <c:pt idx="30">
                  <c:v>0.5333333333333333</c:v>
                </c:pt>
                <c:pt idx="31">
                  <c:v>0.5274725274725275</c:v>
                </c:pt>
                <c:pt idx="32">
                  <c:v>0.5217391304347826</c:v>
                </c:pt>
                <c:pt idx="33">
                  <c:v>0.5161290322580645</c:v>
                </c:pt>
                <c:pt idx="34">
                  <c:v>0.5106382978723404</c:v>
                </c:pt>
                <c:pt idx="35">
                  <c:v>0.5052631578947369</c:v>
                </c:pt>
                <c:pt idx="36">
                  <c:v>0.5</c:v>
                </c:pt>
                <c:pt idx="37">
                  <c:v>0.4948453608247423</c:v>
                </c:pt>
                <c:pt idx="38">
                  <c:v>0.4897959183673469</c:v>
                </c:pt>
                <c:pt idx="39">
                  <c:v>0.48484848484848486</c:v>
                </c:pt>
                <c:pt idx="40">
                  <c:v>0.48</c:v>
                </c:pt>
              </c:numCache>
            </c:numRef>
          </c:yVal>
          <c:smooth val="0"/>
        </c:ser>
        <c:ser>
          <c:idx val="10"/>
          <c:order val="10"/>
          <c:tx>
            <c:strRef>
              <c:f>Sheet1!$B$741</c:f>
              <c:strCache>
                <c:ptCount val="1"/>
                <c:pt idx="0">
                  <c:v>$560K S&amp;W per student iso-line</c:v>
                </c:pt>
              </c:strCache>
            </c:strRef>
          </c:tx>
          <c:spPr>
            <a:ln w="12700">
              <a:solidFill>
                <a:srgbClr val="8A8D8F"/>
              </a:solidFill>
              <a:prstDash val="dash"/>
            </a:ln>
          </c:spPr>
          <c:marker>
            <c:symbol val="none"/>
          </c:marker>
          <c:dLbls>
            <c:dLbl>
              <c:idx val="30"/>
              <c:tx>
                <c:rich>
                  <a:bodyPr/>
                  <a:lstStyle/>
                  <a:p>
                    <a:pPr>
                      <a:defRPr/>
                    </a:pPr>
                    <a:r>
                      <a:rPr sz="850" b="0" i="1">
                        <a:solidFill>
                          <a:srgbClr val="6B6B70"/>
                        </a:solidFill>
                        <a:latin typeface="Lato"/>
                      </a:rPr>
                      <a:t>$560K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Sheet1!$A$742:$A$772</c:f>
              <c:numCache>
                <c:formatCode>General</c:formatCode>
                <c:ptCount val="31"/>
                <c:pt idx="0">
                  <c:v>700000.0</c:v>
                </c:pt>
                <c:pt idx="1">
                  <c:v>710000.0</c:v>
                </c:pt>
                <c:pt idx="2">
                  <c:v>720000.0</c:v>
                </c:pt>
                <c:pt idx="3">
                  <c:v>730000.0</c:v>
                </c:pt>
                <c:pt idx="4">
                  <c:v>740000.0</c:v>
                </c:pt>
                <c:pt idx="5">
                  <c:v>750000.0</c:v>
                </c:pt>
                <c:pt idx="6">
                  <c:v>760000.0</c:v>
                </c:pt>
                <c:pt idx="7">
                  <c:v>770000.0</c:v>
                </c:pt>
                <c:pt idx="8">
                  <c:v>780000.0</c:v>
                </c:pt>
                <c:pt idx="9">
                  <c:v>790000.0</c:v>
                </c:pt>
                <c:pt idx="10">
                  <c:v>800000.0</c:v>
                </c:pt>
                <c:pt idx="11">
                  <c:v>810000.0</c:v>
                </c:pt>
                <c:pt idx="12">
                  <c:v>820000.0</c:v>
                </c:pt>
                <c:pt idx="13">
                  <c:v>830000.0</c:v>
                </c:pt>
                <c:pt idx="14">
                  <c:v>840000.0</c:v>
                </c:pt>
                <c:pt idx="15">
                  <c:v>850000.0</c:v>
                </c:pt>
                <c:pt idx="16">
                  <c:v>860000.0</c:v>
                </c:pt>
                <c:pt idx="17">
                  <c:v>870000.0</c:v>
                </c:pt>
                <c:pt idx="18">
                  <c:v>880000.0</c:v>
                </c:pt>
                <c:pt idx="19">
                  <c:v>890000.0</c:v>
                </c:pt>
                <c:pt idx="20">
                  <c:v>900000.0</c:v>
                </c:pt>
                <c:pt idx="21">
                  <c:v>910000.0</c:v>
                </c:pt>
                <c:pt idx="22">
                  <c:v>920000.0</c:v>
                </c:pt>
                <c:pt idx="23">
                  <c:v>930000.0</c:v>
                </c:pt>
                <c:pt idx="24">
                  <c:v>940000.0</c:v>
                </c:pt>
                <c:pt idx="25">
                  <c:v>950000.0</c:v>
                </c:pt>
                <c:pt idx="26">
                  <c:v>960000.0</c:v>
                </c:pt>
                <c:pt idx="27">
                  <c:v>970000.0</c:v>
                </c:pt>
                <c:pt idx="28">
                  <c:v>980000.0</c:v>
                </c:pt>
                <c:pt idx="29">
                  <c:v>990000.0</c:v>
                </c:pt>
                <c:pt idx="30">
                  <c:v>1000000.0</c:v>
                </c:pt>
              </c:numCache>
            </c:numRef>
          </c:xVal>
          <c:yVal>
            <c:numRef>
              <c:f>Sheet1!$B$742:$B$772</c:f>
              <c:numCache>
                <c:formatCode>General</c:formatCode>
                <c:ptCount val="31"/>
                <c:pt idx="0">
                  <c:v>0.8</c:v>
                </c:pt>
                <c:pt idx="1">
                  <c:v>0.7887323943661971</c:v>
                </c:pt>
                <c:pt idx="2">
                  <c:v>0.7777777777777778</c:v>
                </c:pt>
                <c:pt idx="3">
                  <c:v>0.7671232876712328</c:v>
                </c:pt>
                <c:pt idx="4">
                  <c:v>0.7567567567567568</c:v>
                </c:pt>
                <c:pt idx="5">
                  <c:v>0.7466666666666667</c:v>
                </c:pt>
                <c:pt idx="6">
                  <c:v>0.7368421052631579</c:v>
                </c:pt>
                <c:pt idx="7">
                  <c:v>0.7272727272727273</c:v>
                </c:pt>
                <c:pt idx="8">
                  <c:v>0.717948717948718</c:v>
                </c:pt>
                <c:pt idx="9">
                  <c:v>0.7088607594936709</c:v>
                </c:pt>
                <c:pt idx="10">
                  <c:v>0.7</c:v>
                </c:pt>
                <c:pt idx="11">
                  <c:v>0.691358024691358</c:v>
                </c:pt>
                <c:pt idx="12">
                  <c:v>0.6829268292682927</c:v>
                </c:pt>
                <c:pt idx="13">
                  <c:v>0.6746987951807228</c:v>
                </c:pt>
                <c:pt idx="14">
                  <c:v>0.6666666666666666</c:v>
                </c:pt>
                <c:pt idx="15">
                  <c:v>0.6588235294117647</c:v>
                </c:pt>
                <c:pt idx="16">
                  <c:v>0.6511627906976745</c:v>
                </c:pt>
                <c:pt idx="17">
                  <c:v>0.6436781609195402</c:v>
                </c:pt>
                <c:pt idx="18">
                  <c:v>0.6363636363636364</c:v>
                </c:pt>
                <c:pt idx="19">
                  <c:v>0.6292134831460674</c:v>
                </c:pt>
                <c:pt idx="20">
                  <c:v>0.6222222222222222</c:v>
                </c:pt>
                <c:pt idx="21">
                  <c:v>0.6153846153846154</c:v>
                </c:pt>
                <c:pt idx="22">
                  <c:v>0.6086956521739131</c:v>
                </c:pt>
                <c:pt idx="23">
                  <c:v>0.6021505376344086</c:v>
                </c:pt>
                <c:pt idx="24">
                  <c:v>0.5957446808510638</c:v>
                </c:pt>
                <c:pt idx="25">
                  <c:v>0.5894736842105263</c:v>
                </c:pt>
                <c:pt idx="26">
                  <c:v>0.5833333333333334</c:v>
                </c:pt>
                <c:pt idx="27">
                  <c:v>0.5773195876288659</c:v>
                </c:pt>
                <c:pt idx="28">
                  <c:v>0.5714285714285714</c:v>
                </c:pt>
                <c:pt idx="29">
                  <c:v>0.5656565656565656</c:v>
                </c:pt>
                <c:pt idx="30">
                  <c:v>0.56</c:v>
                </c:pt>
              </c:numCache>
            </c:numRef>
          </c:yVal>
          <c:smooth val="0"/>
        </c:ser>
        <c:ser>
          <c:idx val="11"/>
          <c:order val="11"/>
          <c:tx>
            <c:strRef>
              <c:f>Sheet1!$B$774</c:f>
              <c:strCache>
                <c:ptCount val="1"/>
                <c:pt idx="0">
                  <c:v>Institutions</c:v>
                </c:pt>
              </c:strCache>
            </c:strRef>
          </c:tx>
          <c:spPr>
            <a:ln>
              <a:noFill/>
            </a:ln>
          </c:spPr>
          <c:marker>
            <c:symbol val="circle"/>
            <c:size val="8"/>
            <c:spPr>
              <a:solidFill>
                <a:srgbClr val="000000"/>
              </a:solidFill>
              <a:ln>
                <a:noFill/>
              </a:ln>
            </c:spPr>
          </c:marker>
          <c:xVal>
            <c:numRef>
              <c:f>Sheet1!$A$775:$A$785</c:f>
              <c:numCache>
                <c:formatCode>General</c:formatCode>
                <c:ptCount val="11"/>
                <c:pt idx="0">
                  <c:v>65650.7406524101</c:v>
                </c:pt>
                <c:pt idx="1">
                  <c:v>107162.81664992747</c:v>
                </c:pt>
                <c:pt idx="2">
                  <c:v>121744.89871086556</c:v>
                </c:pt>
                <c:pt idx="3">
                  <c:v>140457.68426443601</c:v>
                </c:pt>
                <c:pt idx="4">
                  <c:v>244683.26685200853</c:v>
                </c:pt>
                <c:pt idx="5">
                  <c:v>253177.34806629835</c:v>
                </c:pt>
                <c:pt idx="6">
                  <c:v>340721.40837830893</c:v>
                </c:pt>
                <c:pt idx="7">
                  <c:v>391815.5813562174</c:v>
                </c:pt>
                <c:pt idx="8">
                  <c:v>472627.2116392331</c:v>
                </c:pt>
                <c:pt idx="9">
                  <c:v>589749.0713755072</c:v>
                </c:pt>
                <c:pt idx="10">
                  <c:v>664398.7746228342</c:v>
                </c:pt>
              </c:numCache>
            </c:numRef>
          </c:xVal>
          <c:yVal>
            <c:numRef>
              <c:f>Sheet1!$B$775:$B$785</c:f>
              <c:numCache>
                <c:formatCode>General</c:formatCode>
                <c:ptCount val="11"/>
                <c:pt idx="0">
                  <c:v>0.499897072084254</c:v>
                </c:pt>
                <c:pt idx="1">
                  <c:v>0.5371316461970704</c:v>
                </c:pt>
                <c:pt idx="2">
                  <c:v>0.4864805011475252</c:v>
                </c:pt>
                <c:pt idx="3">
                  <c:v>0.47295422939207504</c:v>
                </c:pt>
                <c:pt idx="4">
                  <c:v>0.4542489009177654</c:v>
                </c:pt>
                <c:pt idx="5">
                  <c:v>0.5075048390510877</c:v>
                </c:pt>
                <c:pt idx="6">
                  <c:v>0.5161940777539002</c:v>
                </c:pt>
                <c:pt idx="7">
                  <c:v>0.44896030164565226</c:v>
                </c:pt>
                <c:pt idx="8">
                  <c:v>0.47983887272473985</c:v>
                </c:pt>
                <c:pt idx="9">
                  <c:v>0.48853243390346474</c:v>
                </c:pt>
                <c:pt idx="10">
                  <c:v>0.5221117017515974</c:v>
                </c:pt>
              </c:numCache>
            </c:numRef>
          </c:yVal>
          <c:smooth val="0"/>
        </c:ser>
        <c:ser>
          <c:idx val="12"/>
          <c:order val="12"/>
          <c:tx>
            <c:strRef>
              <c:f>Sheet1!$B$787</c:f>
              <c:strCache>
                <c:ptCount val="1"/>
                <c:pt idx="0">
                  <c:v>S&amp;W estimated</c:v>
                </c:pt>
              </c:strCache>
            </c:strRef>
          </c:tx>
          <c:spPr>
            <a:ln>
              <a:noFill/>
            </a:ln>
          </c:spPr>
          <c:marker>
            <c:symbol val="circle"/>
            <c:size val="8"/>
            <c:spPr>
              <a:solidFill>
                <a:srgbClr val="8A8D8F"/>
              </a:solidFill>
              <a:ln>
                <a:noFill/>
              </a:ln>
            </c:spPr>
          </c:marker>
          <c:xVal>
            <c:numRef>
              <c:f>Sheet1!$A$788:$A$789</c:f>
              <c:numCache>
                <c:formatCode>General</c:formatCode>
                <c:ptCount val="2"/>
                <c:pt idx="0">
                  <c:v>650413.6868834035</c:v>
                </c:pt>
                <c:pt idx="1">
                  <c:v>951719.033557047</c:v>
                </c:pt>
              </c:numCache>
            </c:numRef>
          </c:xVal>
          <c:yVal>
            <c:numRef>
              <c:f>Sheet1!$B$788:$B$789</c:f>
              <c:numCache>
                <c:formatCode>General</c:formatCode>
                <c:ptCount val="2"/>
                <c:pt idx="0">
                  <c:v>0.42758327234089616</c:v>
                </c:pt>
                <c:pt idx="1">
                  <c:v>0.48671748539851617</c:v>
                </c:pt>
              </c:numCache>
            </c:numRef>
          </c:yVal>
          <c:smooth val="0"/>
        </c:ser>
        <c:ser>
          <c:idx val="13"/>
          <c:order val="13"/>
          <c:tx>
            <c:strRef>
              <c:f>Sheet1!$B$791</c:f>
              <c:strCache>
                <c:ptCount val="1"/>
                <c:pt idx="0">
                  <c:v>Northeastern</c:v>
                </c:pt>
              </c:strCache>
            </c:strRef>
          </c:tx>
          <c:spPr>
            <a:ln>
              <a:noFill/>
            </a:ln>
          </c:spPr>
          <c:marker>
            <c:symbol val="circle"/>
            <c:size val="12"/>
            <c:spPr>
              <a:solidFill>
                <a:srgbClr val="C8102E"/>
              </a:solidFill>
              <a:ln w="15875">
                <a:solidFill>
                  <a:srgbClr val="FFFFFF"/>
                </a:solidFill>
              </a:ln>
            </c:spPr>
          </c:marker>
          <c:xVal>
            <c:numRef>
              <c:f>Sheet1!$A$792:$A$792</c:f>
              <c:numCache>
                <c:formatCode>General</c:formatCode>
                <c:ptCount val="1"/>
                <c:pt idx="0">
                  <c:v>54989.11349122542</c:v>
                </c:pt>
              </c:numCache>
            </c:numRef>
          </c:xVal>
          <c:yVal>
            <c:numRef>
              <c:f>Sheet1!$B$792:$B$792</c:f>
              <c:numCache>
                <c:formatCode>General</c:formatCode>
                <c:ptCount val="1"/>
                <c:pt idx="0">
                  <c:v>0.47785537805816464</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8"/>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grey: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$1,045M (Form 990; audited statements show 'salary and benefits' $1,341.0M) on core operating expenses $2,187M = 47.8%; 39,774 students =&gt; $26.3K S&amp;W per student and $55.0K core expense per student.</a:t>
            </a:r>
          </a:p>
          <a:p>
            <a:r>
              <a:t>- Student count: per Northeastern's direction the Common Data Set fall 2024 headcount (39,774) is used. It is about 22% above the IPEDS-style headcount (about 32.5K) and Facts and Figures shows 48,812; S&amp;W per student would be $26.3K, $32.1K or $21.4K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394032" y="2654848"/>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flipV="1">
            <a:off x="6169618" y="2452896"/>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a:off x="6265871" y="2719724"/>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a:off x="5014571" y="2610207"/>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149387" y="2393553"/>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flipV="1">
            <a:off x="6949179" y="2472278"/>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H="1">
            <a:off x="6198288" y="2698070"/>
            <a:ext cx="164592"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356669" y="2882081"/>
            <a:ext cx="685800"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74062" y="2028671"/>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32581" y="3060410"/>
            <a:ext cx="332646"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a:off x="5358481" y="2868379"/>
            <a:ext cx="16459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H="1" flipV="1">
            <a:off x="4598162" y="2521658"/>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627845" y="2409775"/>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267207" y="31303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299242" y="2191953"/>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4211254" y="2661682"/>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868065" y="2315736"/>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6598518" y="3052371"/>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773315" y="3296007"/>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4780400" y="225639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6815702" y="2335118"/>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5645822" y="262949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6297680" y="235902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7042469" y="2813501"/>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5801082" y="189151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5365227" y="3393057"/>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374781"/>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5523073" y="27997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3971742" y="2384498"/>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75626" y="2953145"/>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28725" y="1271016"/>
            <a:ext cx="91440" cy="91440"/>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0C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$26K, the lowest in the peer set, at a typical 48%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Consolidates a health care system: Chicago, Duke, Emory, Penn, Stanford.  (2) Consolidates a federal laboratory: MIT (Lincoln Laboratory), Princeton (Plasma Physics Laboratory), Stanford (SLAC).</a:t>
            </a:r>
          </a:p>
          <a:p>
            <a:r>
              <a:t>(3) Audited statements report salaries and benefits combined; S&amp;W from IRS Form 990 (Northeastern, Northwestern) or the MD&amp;A expense chart (Vanderbilt).  (4) Grey: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320K."/>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Vanderbilt"/>
          <p:cNvCxnSpPr/>
          <p:nvPr/>
        </p:nvCxnSpPr>
        <p:spPr>
          <a:xfrm>
            <a:off x="2339728" y="307240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Northwestern"/>
          <p:cNvCxnSpPr/>
          <p:nvPr/>
        </p:nvCxnSpPr>
        <p:spPr>
          <a:xfrm>
            <a:off x="2559232" y="3109160"/>
            <a:ext cx="607719" cy="6077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Princeton"/>
          <p:cNvCxnSpPr/>
          <p:nvPr/>
        </p:nvCxnSpPr>
        <p:spPr>
          <a:xfrm flipV="1">
            <a:off x="3667244" y="2490835"/>
            <a:ext cx="415695" cy="415695"/>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Harvard"/>
          <p:cNvCxnSpPr/>
          <p:nvPr/>
        </p:nvCxnSpPr>
        <p:spPr>
          <a:xfrm>
            <a:off x="3583749" y="3180356"/>
            <a:ext cx="140460" cy="1404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Chicago"/>
          <p:cNvCxnSpPr/>
          <p:nvPr/>
        </p:nvCxnSpPr>
        <p:spPr>
          <a:xfrm flipV="1">
            <a:off x="5824392" y="2871372"/>
            <a:ext cx="140460" cy="1404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Duke"/>
          <p:cNvCxnSpPr/>
          <p:nvPr/>
        </p:nvCxnSpPr>
        <p:spPr>
          <a:xfrm>
            <a:off x="6940115" y="3064596"/>
            <a:ext cx="0" cy="38404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Leader Boston University"/>
          <p:cNvCxnSpPr/>
          <p:nvPr/>
        </p:nvCxnSpPr>
        <p:spPr>
          <a:xfrm flipV="1">
            <a:off x="1788333" y="232639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 name="Leader Northeastern"/>
          <p:cNvCxnSpPr/>
          <p:nvPr/>
        </p:nvCxnSpPr>
        <p:spPr>
          <a:xfrm>
            <a:off x="1719093" y="3090505"/>
            <a:ext cx="159663" cy="159663"/>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17" name="Label Rice"/>
          <p:cNvSpPr txBox="1"/>
          <p:nvPr/>
        </p:nvSpPr>
        <p:spPr>
          <a:xfrm>
            <a:off x="2269998" y="2453965"/>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18" name="Label Vanderbilt"/>
          <p:cNvSpPr txBox="1"/>
          <p:nvPr/>
        </p:nvSpPr>
        <p:spPr>
          <a:xfrm>
            <a:off x="1768890" y="3666766"/>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19" name="Label Northwestern"/>
          <p:cNvSpPr txBox="1"/>
          <p:nvPr/>
        </p:nvSpPr>
        <p:spPr>
          <a:xfrm>
            <a:off x="3166951" y="3716878"/>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0" name="Label Princeton"/>
          <p:cNvSpPr txBox="1"/>
          <p:nvPr/>
        </p:nvSpPr>
        <p:spPr>
          <a:xfrm>
            <a:off x="4082939" y="2189083"/>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1" name="Label Harvard"/>
          <p:cNvSpPr txBox="1"/>
          <p:nvPr/>
        </p:nvSpPr>
        <p:spPr>
          <a:xfrm>
            <a:off x="3724209" y="332081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2" name="Label Yale"/>
          <p:cNvSpPr txBox="1"/>
          <p:nvPr/>
        </p:nvSpPr>
        <p:spPr>
          <a:xfrm>
            <a:off x="4565832" y="253365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3" name="Label Chicago"/>
          <p:cNvSpPr txBox="1"/>
          <p:nvPr/>
        </p:nvSpPr>
        <p:spPr>
          <a:xfrm>
            <a:off x="5964852" y="2569620"/>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24" name="Label Duke"/>
          <p:cNvSpPr txBox="1"/>
          <p:nvPr/>
        </p:nvSpPr>
        <p:spPr>
          <a:xfrm>
            <a:off x="6339814" y="344864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25" name="Label Emory"/>
          <p:cNvSpPr txBox="1"/>
          <p:nvPr/>
        </p:nvSpPr>
        <p:spPr>
          <a:xfrm>
            <a:off x="7779063" y="273561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26" name="Label Penn"/>
          <p:cNvSpPr txBox="1"/>
          <p:nvPr/>
        </p:nvSpPr>
        <p:spPr>
          <a:xfrm>
            <a:off x="7641592" y="3095412"/>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27" name="Label Stanford"/>
          <p:cNvSpPr txBox="1"/>
          <p:nvPr/>
        </p:nvSpPr>
        <p:spPr>
          <a:xfrm>
            <a:off x="9039949" y="2645851"/>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28" name="Label Boston University"/>
          <p:cNvSpPr txBox="1"/>
          <p:nvPr/>
        </p:nvSpPr>
        <p:spPr>
          <a:xfrm>
            <a:off x="1217496" y="202464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29" name="Label MIT"/>
          <p:cNvSpPr txBox="1"/>
          <p:nvPr/>
        </p:nvSpPr>
        <p:spPr>
          <a:xfrm>
            <a:off x="5068078" y="3238532"/>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0" name="Label Northeastern"/>
          <p:cNvSpPr txBox="1"/>
          <p:nvPr/>
        </p:nvSpPr>
        <p:spPr>
          <a:xfrm>
            <a:off x="1878756" y="3250168"/>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$26K · 39,774 students</a:t>
            </a:r>
          </a:p>
        </p:txBody>
      </p:sp>
      <p:sp>
        <p:nvSpPr>
          <p:cNvPr id="31" name="Iso-line caption"/>
          <p:cNvSpPr txBox="1"/>
          <p:nvPr/>
        </p:nvSpPr>
        <p:spPr>
          <a:xfrm>
            <a:off x="11036808" y="1828800"/>
            <a:ext cx="1097280" cy="310896"/>
          </a:xfrm>
          <a:prstGeom prst="rect">
            <a:avLst/>
          </a:prstGeom>
          <a:noFill/>
        </p:spPr>
        <p:txBody>
          <a:bodyPr wrap="square" lIns="0" rIns="0" tIns="0" bIns="0" anchor="t">
            <a:spAutoFit/>
          </a:bodyPr>
          <a:lstStyle/>
          <a:p>
            <a:pPr algn="l"/>
            <a:r>
              <a:rPr sz="850" b="1" i="0">
                <a:solidFill>
                  <a:srgbClr val="6B6B70"/>
                </a:solidFill>
                <a:latin typeface="Lato"/>
              </a:rPr>
              <a:t>S&amp;W per student</a:t>
            </a:r>
          </a:p>
          <a:p>
            <a:pPr algn="l"/>
            <a:r>
              <a:rPr sz="850" b="0" i="0">
                <a:solidFill>
                  <a:srgbClr val="6B6B70"/>
                </a:solidFill>
                <a:latin typeface="Lato"/>
              </a:rPr>
              <a:t>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