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59"/>
  </p:notesMasterIdLst>
  <p:sldIdLst>
    <p:sldId id="256" r:id="rId22"/>
    <p:sldId id="257" r:id="rId23"/>
    <p:sldId id="258" r:id="rId24"/>
  </p:sldIdLst>
  <p:sldSz cx="12192000" cy="6858000"/>
  <p:notesSz cx="6858000" cy="9144000"/>
  <p:embeddedFontLst>
    <p:embeddedFont>
      <p:font typeface="Lato" panose="020F0502020204030203" pitchFamily="34" charset="0"/>
      <p:regular r:id="rId60"/>
      <p:bold r:id="rId61"/>
      <p:italic r:id="rId62"/>
      <p:boldItalic r:id="rId63"/>
    </p:embeddedFont>
    <p:embeddedFont>
      <p:font typeface="Lato Light" panose="020F0502020204030203" pitchFamily="34" charset="0"/>
      <p:regular r:id="rId64"/>
      <p:italic r:id="rId65"/>
    </p:embeddedFont>
    <p:embeddedFont>
      <p:font typeface="Museo Sans 300" panose="020F0502020204030204" pitchFamily="34" charset="0"/>
      <p:regular r:id="rId66"/>
      <p:bold r:id="rId67"/>
      <p:italic r:id="rId68"/>
      <p:boldItalic r:id="rId69"/>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roved" id="{F4F3A066-D2B3-514D-8973-7B108D546CE6}">
          <p14:sldIdLst>
            <p14:sldId id="2147473667"/>
            <p14:sldId id="2147473665"/>
            <p14:sldId id="2147473609"/>
            <p14:sldId id="2147473610"/>
            <p14:sldId id="2147473611"/>
            <p14:sldId id="2147473612"/>
            <p14:sldId id="2147473613"/>
            <p14:sldId id="2147473614"/>
            <p14:sldId id="2147473615"/>
            <p14:sldId id="2147473616"/>
            <p14:sldId id="2147473617"/>
            <p14:sldId id="2147473618"/>
            <p14:sldId id="2147473619"/>
            <p14:sldId id="2147473620"/>
            <p14:sldId id="2147473621"/>
            <p14:sldId id="2147473622"/>
            <p14:sldId id="2147473623"/>
            <p14:sldId id="2147473624"/>
            <p14:sldId id="2147473625"/>
            <p14:sldId id="2147473626"/>
            <p14:sldId id="2147473627"/>
            <p14:sldId id="2147473629"/>
            <p14:sldId id="2147473644"/>
            <p14:sldId id="2147473643"/>
            <p14:sldId id="2147473642"/>
            <p14:sldId id="2147473634"/>
            <p14:sldId id="2147473635"/>
            <p14:sldId id="2147473636"/>
            <p14:sldId id="2147473637"/>
            <p14:sldId id="2147473640"/>
            <p14:sldId id="2147473641"/>
            <p14:sldId id="2147473630"/>
            <p14:sldId id="2147473631"/>
            <p14:sldId id="2147473632"/>
            <p14:sldId id="2147473633"/>
            <p14:sldId id="2147473646"/>
            <p14:sldId id="2147473647"/>
            <p14:sldId id="2147473648"/>
            <p14:sldId id="2147473651"/>
            <p14:sldId id="2147473652"/>
            <p14:sldId id="2147473666"/>
            <p14:sldId id="2147473664"/>
            <p14:sldId id="2147473653"/>
            <p14:sldId id="2147473654"/>
            <p14:sldId id="2147473655"/>
            <p14:sldId id="2147473656"/>
            <p14:sldId id="2147473657"/>
            <p14:sldId id="2147473658"/>
            <p14:sldId id="2147473668"/>
            <p14:sldId id="2147473659"/>
            <p14:sldId id="2147473661"/>
            <p14:sldId id="2147473662"/>
            <p14:sldId id="2147473645"/>
            <p14:sldId id="3908"/>
          </p14:sldIdLst>
        </p14:section>
      </p14:sectionLst>
    </p:ext>
    <p:ext uri="{EFAFB233-063F-42B5-8137-9DF3F51BA10A}">
      <p15:sldGuideLst xmlns:p15="http://schemas.microsoft.com/office/powerpoint/2012/main">
        <p15:guide id="1" orient="horz" pos="958" userDrawn="1">
          <p15:clr>
            <a:srgbClr val="A4A3A4"/>
          </p15:clr>
        </p15:guide>
        <p15:guide id="3" orient="horz" pos="1661" userDrawn="1">
          <p15:clr>
            <a:srgbClr val="A4A3A4"/>
          </p15:clr>
        </p15:guide>
        <p15:guide id="4"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CDC512-FE29-6066-1945-C0815F6DA5D3}" name="Simone Vieweg" initials="SV" userId="S::simone@lgrpresentations.com::2183864e-6c96-4d6f-ad7c-c2e6bb0eca66" providerId="AD"/>
  <p188:author id="{6B0B672B-7D38-4DB6-AA33-CF29F1527AA0}" name="Nathan Cox" initials="NC" userId="S::nathan@lgrpresentations.com::5b4d55a0-977a-4cf7-9505-6515453f33b4" providerId="AD"/>
  <p188:author id="{F85DA02C-100B-D4ED-0C7A-9A50118CD5CC}" name="Griffin, Renee" initials="GR" userId="S::re.griffin@northeastern.edu::55e1efb9-cf3d-4aff-8a51-807599f22c13" providerId="AD"/>
  <p188:author id="{F3703B4B-B98B-586C-DFC6-B6D638413E07}" name="Horn, Clare" initials="HC" userId="S::cl.horn@northeastern.edu::b2f163e9-9d3b-4450-b6b7-1d04ff003cbf" providerId="AD"/>
  <p188:author id="{E32A64BE-C383-53DC-4436-A711F72FA727}" name="Borchardt, Melody" initials="" userId="S::m.borchardt@northeastern.edu::18879ecb-bda2-41f5-b232-7ca8348d4e0e" providerId="AD"/>
  <p188:author id="{EC550EC7-FD8A-5A2F-5467-E45D0F5D8D91}" name="Taya Lagutenkova" initials="TL" userId="S::taya@lgrpresentations.com::5be10c67-b4dc-471c-8fc9-e1feb1222159" providerId="AD"/>
  <p188:author id="{C128D5DC-EA7F-5605-1C61-839F866A28BF}" name="Sterritt, Sarah" initials="SS" userId="S::s.sterritt@northeastern.edu::565a3016-29ed-43f0-b73b-6e011fcc01dd" providerId="AD"/>
  <p188:author id="{E19075E4-0D2D-4313-64C2-B18882029842}" name="Workman, Michael" initials="MW" userId="S::mworkman@northeastern.edu::36940ac3-2621-4331-af3e-2f30d4b6784d" providerId="AD"/>
  <p188:author id="{EE6FF7FC-FBB0-5B61-3656-8F52DD2F09B3}" name="Lucas, Eliza" initials="EL" userId="S::e.lucas@northeastern.edu::fb4ab920-d7bf-46c6-b917-56bb9fd0de12" providerId="AD"/>
  <p188:author id="{58C2DEFE-DE6E-C55A-3D2F-0A5BE8C90F34}" name="Borchardt, Melody" initials="MPB" userId="Borchardt, Melod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D9CCC7"/>
    <a:srgbClr val="C6BAB5"/>
    <a:srgbClr val="827878"/>
    <a:srgbClr val="ECE65D"/>
    <a:srgbClr val="D31B2C"/>
    <a:srgbClr val="ECE6D5"/>
    <a:srgbClr val="E2A855"/>
    <a:srgbClr val="A4804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p:restoredTop sz="94658"/>
  </p:normalViewPr>
  <p:slideViewPr>
    <p:cSldViewPr snapToGrid="0">
      <p:cViewPr varScale="1">
        <p:scale>
          <a:sx n="120" d="100"/>
          <a:sy n="120" d="100"/>
        </p:scale>
        <p:origin x="320" y="184"/>
      </p:cViewPr>
      <p:guideLst>
        <p:guide orient="horz" pos="958"/>
        <p:guide orient="horz" pos="1661"/>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 Id="rId65" Type="http://schemas.openxmlformats.org/officeDocument/2006/relationships/font" Target="fonts/font6.fntdata"/><Relationship Id="rId66" Type="http://schemas.openxmlformats.org/officeDocument/2006/relationships/font" Target="fonts/font7.fntdata"/><Relationship Id="rId67" Type="http://schemas.openxmlformats.org/officeDocument/2006/relationships/font" Target="fonts/font8.fntdata"/><Relationship Id="rId68" Type="http://schemas.openxmlformats.org/officeDocument/2006/relationships/font" Target="fonts/font9.fntdata"/><Relationship Id="rId69" Type="http://schemas.openxmlformats.org/officeDocument/2006/relationships/font" Target="fonts/font10.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Renee" userId="S::re.griffin@northeastern.edu::55e1efb9-cf3d-4aff-8a51-807599f22c13" providerId="AD" clId="Web-{31C9A5FE-54BF-C352-7D66-1B1B3454E952}"/>
    <pc:docChg chg="modSld">
      <pc:chgData name="Griffin, Renee" userId="S::re.griffin@northeastern.edu::55e1efb9-cf3d-4aff-8a51-807599f22c13" providerId="AD" clId="Web-{31C9A5FE-54BF-C352-7D66-1B1B3454E952}" dt="2024-09-16T15:40:26.475" v="12" actId="20577"/>
      <pc:docMkLst>
        <pc:docMk/>
      </pc:docMkLst>
      <pc:sldChg chg="modSp">
        <pc:chgData name="Griffin, Renee" userId="S::re.griffin@northeastern.edu::55e1efb9-cf3d-4aff-8a51-807599f22c13" providerId="AD" clId="Web-{31C9A5FE-54BF-C352-7D66-1B1B3454E952}" dt="2024-09-16T15:40:26.475" v="12" actId="20577"/>
        <pc:sldMkLst>
          <pc:docMk/>
          <pc:sldMk cId="4081615581" sldId="2147473667"/>
        </pc:sldMkLst>
        <pc:spChg chg="mod">
          <ac:chgData name="Griffin, Renee" userId="S::re.griffin@northeastern.edu::55e1efb9-cf3d-4aff-8a51-807599f22c13" providerId="AD" clId="Web-{31C9A5FE-54BF-C352-7D66-1B1B3454E952}" dt="2024-09-16T15:40:26.475" v="12" actId="20577"/>
          <ac:spMkLst>
            <pc:docMk/>
            <pc:sldMk cId="4081615581" sldId="2147473667"/>
            <ac:spMk id="2" creationId="{2100C4EC-44B2-8A54-4C44-5C38C6238142}"/>
          </ac:spMkLst>
        </pc:spChg>
      </pc:sldChg>
    </pc:docChg>
  </pc:docChgLst>
  <pc:docChgLst>
    <pc:chgData name="Horn, Clare" userId="b2f163e9-9d3b-4450-b6b7-1d04ff003cbf" providerId="ADAL" clId="{7A44F7C0-4DF0-DE47-920E-94C8FF7A717F}"/>
    <pc:docChg chg="addSld modSection">
      <pc:chgData name="Horn, Clare" userId="b2f163e9-9d3b-4450-b6b7-1d04ff003cbf" providerId="ADAL" clId="{7A44F7C0-4DF0-DE47-920E-94C8FF7A717F}" dt="2024-09-25T14:25:02.140" v="0" actId="680"/>
      <pc:docMkLst>
        <pc:docMk/>
      </pc:docMkLst>
      <pc:sldChg chg="new">
        <pc:chgData name="Horn, Clare" userId="b2f163e9-9d3b-4450-b6b7-1d04ff003cbf" providerId="ADAL" clId="{7A44F7C0-4DF0-DE47-920E-94C8FF7A717F}" dt="2024-09-25T14:25:02.140" v="0" actId="680"/>
        <pc:sldMkLst>
          <pc:docMk/>
          <pc:sldMk cId="2205147451" sldId="2147473668"/>
        </pc:sldMkLst>
      </pc:sldChg>
    </pc:docChg>
  </pc:docChgLst>
  <pc:docChgLst>
    <pc:chgData name="Griffin, Renee" userId="55e1efb9-cf3d-4aff-8a51-807599f22c13" providerId="ADAL" clId="{03748FE1-9073-3648-A1E3-548057022F27}"/>
    <pc:docChg chg="addSld modSld sldOrd modSection">
      <pc:chgData name="Griffin, Renee" userId="55e1efb9-cf3d-4aff-8a51-807599f22c13" providerId="ADAL" clId="{03748FE1-9073-3648-A1E3-548057022F27}" dt="2024-06-04T20:36:50.932" v="17" actId="20577"/>
      <pc:docMkLst>
        <pc:docMk/>
      </pc:docMkLst>
      <pc:sldChg chg="addSp delSp modSp new mod ord">
        <pc:chgData name="Griffin, Renee" userId="55e1efb9-cf3d-4aff-8a51-807599f22c13" providerId="ADAL" clId="{03748FE1-9073-3648-A1E3-548057022F27}" dt="2024-06-04T20:36:50.932" v="17" actId="20577"/>
        <pc:sldMkLst>
          <pc:docMk/>
          <pc:sldMk cId="4081615581" sldId="2147473667"/>
        </pc:sldMkLst>
        <pc:spChg chg="add mod">
          <ac:chgData name="Griffin, Renee" userId="55e1efb9-cf3d-4aff-8a51-807599f22c13" providerId="ADAL" clId="{03748FE1-9073-3648-A1E3-548057022F27}" dt="2024-06-04T20:36:50.932" v="17" actId="20577"/>
          <ac:spMkLst>
            <pc:docMk/>
            <pc:sldMk cId="4081615581" sldId="2147473667"/>
            <ac:spMk id="2" creationId="{2100C4EC-44B2-8A54-4C44-5C38C6238142}"/>
          </ac:spMkLst>
        </pc:spChg>
        <pc:spChg chg="add del mod">
          <ac:chgData name="Griffin, Renee" userId="55e1efb9-cf3d-4aff-8a51-807599f22c13" providerId="ADAL" clId="{03748FE1-9073-3648-A1E3-548057022F27}" dt="2024-06-04T20:28:03.390" v="9"/>
          <ac:spMkLst>
            <pc:docMk/>
            <pc:sldMk cId="4081615581" sldId="2147473667"/>
            <ac:spMk id="3" creationId="{DC29EB1A-A6D4-ADEA-DFF6-F8A55362D7A1}"/>
          </ac:spMkLst>
        </pc:spChg>
        <pc:spChg chg="add mod">
          <ac:chgData name="Griffin, Renee" userId="55e1efb9-cf3d-4aff-8a51-807599f22c13" providerId="ADAL" clId="{03748FE1-9073-3648-A1E3-548057022F27}" dt="2024-06-04T20:28:02.479" v="7" actId="207"/>
          <ac:spMkLst>
            <pc:docMk/>
            <pc:sldMk cId="4081615581" sldId="2147473667"/>
            <ac:spMk id="4" creationId="{509285EF-3081-808A-B3ED-F12BB9F234AA}"/>
          </ac:spMkLst>
        </pc:spChg>
      </pc:sldChg>
    </pc:docChg>
  </pc:docChgLst>
  <pc:docChgLst>
    <pc:chgData name="Griffin, Renee" userId="S::re.griffin@northeastern.edu::55e1efb9-cf3d-4aff-8a51-807599f22c13" providerId="AD" clId="Web-{849CAB6C-4B86-805E-ABF3-0631AF285E3A}"/>
    <pc:docChg chg="modSld">
      <pc:chgData name="Griffin, Renee" userId="S::re.griffin@northeastern.edu::55e1efb9-cf3d-4aff-8a51-807599f22c13" providerId="AD" clId="Web-{849CAB6C-4B86-805E-ABF3-0631AF285E3A}" dt="2024-09-16T16:05:25.299" v="3" actId="20577"/>
      <pc:docMkLst>
        <pc:docMk/>
      </pc:docMkLst>
      <pc:sldChg chg="modSp">
        <pc:chgData name="Griffin, Renee" userId="S::re.griffin@northeastern.edu::55e1efb9-cf3d-4aff-8a51-807599f22c13" providerId="AD" clId="Web-{849CAB6C-4B86-805E-ABF3-0631AF285E3A}" dt="2024-09-16T16:05:25.299" v="3" actId="20577"/>
        <pc:sldMkLst>
          <pc:docMk/>
          <pc:sldMk cId="4081615581" sldId="2147473667"/>
        </pc:sldMkLst>
        <pc:spChg chg="mod">
          <ac:chgData name="Griffin, Renee" userId="S::re.griffin@northeastern.edu::55e1efb9-cf3d-4aff-8a51-807599f22c13" providerId="AD" clId="Web-{849CAB6C-4B86-805E-ABF3-0631AF285E3A}" dt="2024-09-16T16:05:25.299" v="3"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44D5BE70-A1DB-20D9-6084-79E42F653BF7}"/>
    <pc:docChg chg="modSld">
      <pc:chgData name="Griffin, Renee" userId="S::re.griffin@northeastern.edu::55e1efb9-cf3d-4aff-8a51-807599f22c13" providerId="AD" clId="Web-{44D5BE70-A1DB-20D9-6084-79E42F653BF7}" dt="2024-09-16T15:58:02.737" v="32" actId="20577"/>
      <pc:docMkLst>
        <pc:docMk/>
      </pc:docMkLst>
      <pc:sldChg chg="modSp">
        <pc:chgData name="Griffin, Renee" userId="S::re.griffin@northeastern.edu::55e1efb9-cf3d-4aff-8a51-807599f22c13" providerId="AD" clId="Web-{44D5BE70-A1DB-20D9-6084-79E42F653BF7}" dt="2024-09-16T15:58:02.737" v="32" actId="20577"/>
        <pc:sldMkLst>
          <pc:docMk/>
          <pc:sldMk cId="4081615581" sldId="2147473667"/>
        </pc:sldMkLst>
        <pc:spChg chg="mod">
          <ac:chgData name="Griffin, Renee" userId="S::re.griffin@northeastern.edu::55e1efb9-cf3d-4aff-8a51-807599f22c13" providerId="AD" clId="Web-{44D5BE70-A1DB-20D9-6084-79E42F653BF7}" dt="2024-09-16T15:58:02.737" v="3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ABD7DFD9-7C92-4A44-4845-B6682F584CF7}"/>
    <pc:docChg chg="modSld">
      <pc:chgData name="Griffin, Renee" userId="S::re.griffin@northeastern.edu::55e1efb9-cf3d-4aff-8a51-807599f22c13" providerId="AD" clId="Web-{ABD7DFD9-7C92-4A44-4845-B6682F584CF7}" dt="2024-09-16T16:07:20.096" v="2" actId="20577"/>
      <pc:docMkLst>
        <pc:docMk/>
      </pc:docMkLst>
      <pc:sldChg chg="modSp">
        <pc:chgData name="Griffin, Renee" userId="S::re.griffin@northeastern.edu::55e1efb9-cf3d-4aff-8a51-807599f22c13" providerId="AD" clId="Web-{ABD7DFD9-7C92-4A44-4845-B6682F584CF7}" dt="2024-09-16T16:07:20.096" v="2" actId="20577"/>
        <pc:sldMkLst>
          <pc:docMk/>
          <pc:sldMk cId="4081615581" sldId="2147473667"/>
        </pc:sldMkLst>
        <pc:spChg chg="mod">
          <ac:chgData name="Griffin, Renee" userId="S::re.griffin@northeastern.edu::55e1efb9-cf3d-4aff-8a51-807599f22c13" providerId="AD" clId="Web-{ABD7DFD9-7C92-4A44-4845-B6682F584CF7}" dt="2024-09-16T16:07:20.096" v="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FBC7E96E-FBE9-659D-63B6-C58BDF998886}"/>
    <pc:docChg chg="modSld">
      <pc:chgData name="Griffin, Renee" userId="S::re.griffin@northeastern.edu::55e1efb9-cf3d-4aff-8a51-807599f22c13" providerId="AD" clId="Web-{FBC7E96E-FBE9-659D-63B6-C58BDF998886}" dt="2024-06-04T20:48:37.378" v="3" actId="20577"/>
      <pc:docMkLst>
        <pc:docMk/>
      </pc:docMkLst>
      <pc:sldChg chg="modSp">
        <pc:chgData name="Griffin, Renee" userId="S::re.griffin@northeastern.edu::55e1efb9-cf3d-4aff-8a51-807599f22c13" providerId="AD" clId="Web-{FBC7E96E-FBE9-659D-63B6-C58BDF998886}" dt="2024-06-04T20:48:37.378" v="3" actId="20577"/>
        <pc:sldMkLst>
          <pc:docMk/>
          <pc:sldMk cId="4081615581" sldId="2147473667"/>
        </pc:sldMkLst>
        <pc:spChg chg="mod">
          <ac:chgData name="Griffin, Renee" userId="S::re.griffin@northeastern.edu::55e1efb9-cf3d-4aff-8a51-807599f22c13" providerId="AD" clId="Web-{FBC7E96E-FBE9-659D-63B6-C58BDF998886}" dt="2024-06-04T20:48:15.205" v="1" actId="20577"/>
          <ac:spMkLst>
            <pc:docMk/>
            <pc:sldMk cId="4081615581" sldId="2147473667"/>
            <ac:spMk id="2" creationId="{2100C4EC-44B2-8A54-4C44-5C38C6238142}"/>
          </ac:spMkLst>
        </pc:spChg>
        <pc:spChg chg="mod">
          <ac:chgData name="Griffin, Renee" userId="S::re.griffin@northeastern.edu::55e1efb9-cf3d-4aff-8a51-807599f22c13" providerId="AD" clId="Web-{FBC7E96E-FBE9-659D-63B6-C58BDF998886}" dt="2024-06-04T20:48:37.378" v="3" actId="20577"/>
          <ac:spMkLst>
            <pc:docMk/>
            <pc:sldMk cId="4081615581" sldId="2147473667"/>
            <ac:spMk id="4" creationId="{509285EF-3081-808A-B3ED-F12BB9F234AA}"/>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2"/>
          <c:y val="0.0683760683760684"/>
          <c:w val="0.8999999999999999"/>
          <c:h val="0.7991452991452992"/>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0C3354">
                  <a:alpha val="80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Sheet1!$A$2:$A$971</c:f>
              <c:numCache>
                <c:formatCode>General</c:formatCode>
                <c:ptCount val="970"/>
                <c:pt idx="0">
                  <c:v>4263.0</c:v>
                </c:pt>
                <c:pt idx="1">
                  <c:v>6774.0</c:v>
                </c:pt>
                <c:pt idx="2">
                  <c:v>2963.0</c:v>
                </c:pt>
                <c:pt idx="3">
                  <c:v>8773.0</c:v>
                </c:pt>
                <c:pt idx="4">
                  <c:v>6168.0</c:v>
                </c:pt>
                <c:pt idx="5">
                  <c:v>10858.0</c:v>
                </c:pt>
                <c:pt idx="6">
                  <c:v>11232.0</c:v>
                </c:pt>
                <c:pt idx="7">
                  <c:v>2285.0</c:v>
                </c:pt>
                <c:pt idx="8">
                  <c:v>2649.0</c:v>
                </c:pt>
                <c:pt idx="9">
                  <c:v>4671.0</c:v>
                </c:pt>
                <c:pt idx="10">
                  <c:v>4846.0</c:v>
                </c:pt>
                <c:pt idx="11">
                  <c:v>3965.0</c:v>
                </c:pt>
                <c:pt idx="12">
                  <c:v>6734.0</c:v>
                </c:pt>
                <c:pt idx="13">
                  <c:v>6626.0</c:v>
                </c:pt>
                <c:pt idx="14">
                  <c:v>7830.0</c:v>
                </c:pt>
                <c:pt idx="15">
                  <c:v>8322.0</c:v>
                </c:pt>
                <c:pt idx="16">
                  <c:v>9200.0</c:v>
                </c:pt>
                <c:pt idx="17">
                  <c:v>9550.0</c:v>
                </c:pt>
                <c:pt idx="18">
                  <c:v>2855.0</c:v>
                </c:pt>
                <c:pt idx="19">
                  <c:v>9130.0</c:v>
                </c:pt>
                <c:pt idx="20">
                  <c:v>9612.0</c:v>
                </c:pt>
                <c:pt idx="21">
                  <c:v>8422.0</c:v>
                </c:pt>
                <c:pt idx="22">
                  <c:v>6701.0</c:v>
                </c:pt>
                <c:pt idx="23">
                  <c:v>8954.0</c:v>
                </c:pt>
                <c:pt idx="24">
                  <c:v>29924.0</c:v>
                </c:pt>
                <c:pt idx="25">
                  <c:v>36456.0</c:v>
                </c:pt>
                <c:pt idx="26">
                  <c:v>9237.0</c:v>
                </c:pt>
                <c:pt idx="27">
                  <c:v>8070.0</c:v>
                </c:pt>
                <c:pt idx="28">
                  <c:v>15271.0</c:v>
                </c:pt>
                <c:pt idx="29">
                  <c:v>7691.0</c:v>
                </c:pt>
                <c:pt idx="30">
                  <c:v>13272.0</c:v>
                </c:pt>
                <c:pt idx="31">
                  <c:v>9614.0</c:v>
                </c:pt>
                <c:pt idx="32">
                  <c:v>12301.0</c:v>
                </c:pt>
                <c:pt idx="33">
                  <c:v>12951.0</c:v>
                </c:pt>
                <c:pt idx="34">
                  <c:v>14041.0</c:v>
                </c:pt>
                <c:pt idx="35">
                  <c:v>9232.0</c:v>
                </c:pt>
                <c:pt idx="36">
                  <c:v>8946.0</c:v>
                </c:pt>
                <c:pt idx="37">
                  <c:v>12502.0</c:v>
                </c:pt>
                <c:pt idx="38">
                  <c:v>14573.0</c:v>
                </c:pt>
                <c:pt idx="39">
                  <c:v>6465.0</c:v>
                </c:pt>
                <c:pt idx="40">
                  <c:v>11550.0</c:v>
                </c:pt>
                <c:pt idx="41">
                  <c:v>15968.0</c:v>
                </c:pt>
                <c:pt idx="42">
                  <c:v>8392.0</c:v>
                </c:pt>
                <c:pt idx="43">
                  <c:v>50759.0</c:v>
                </c:pt>
                <c:pt idx="44">
                  <c:v>13575.0</c:v>
                </c:pt>
                <c:pt idx="45">
                  <c:v>8433.0</c:v>
                </c:pt>
                <c:pt idx="46">
                  <c:v>14083.0</c:v>
                </c:pt>
                <c:pt idx="47">
                  <c:v>15809.0</c:v>
                </c:pt>
                <c:pt idx="48">
                  <c:v>17464.0</c:v>
                </c:pt>
                <c:pt idx="49">
                  <c:v>14880.0</c:v>
                </c:pt>
                <c:pt idx="50">
                  <c:v>15585.0</c:v>
                </c:pt>
                <c:pt idx="51">
                  <c:v>20122.0</c:v>
                </c:pt>
                <c:pt idx="52">
                  <c:v>8702.0</c:v>
                </c:pt>
                <c:pt idx="53">
                  <c:v>14820.0</c:v>
                </c:pt>
                <c:pt idx="54">
                  <c:v>18592.0</c:v>
                </c:pt>
                <c:pt idx="55">
                  <c:v>19533.0</c:v>
                </c:pt>
                <c:pt idx="56">
                  <c:v>13330.0</c:v>
                </c:pt>
                <c:pt idx="57">
                  <c:v>12157.0</c:v>
                </c:pt>
                <c:pt idx="58">
                  <c:v>17328.0</c:v>
                </c:pt>
                <c:pt idx="59">
                  <c:v>22098.0</c:v>
                </c:pt>
                <c:pt idx="60">
                  <c:v>15539.0</c:v>
                </c:pt>
                <c:pt idx="61">
                  <c:v>12460.0</c:v>
                </c:pt>
                <c:pt idx="62">
                  <c:v>15337.0</c:v>
                </c:pt>
                <c:pt idx="63">
                  <c:v>15440.0</c:v>
                </c:pt>
                <c:pt idx="64">
                  <c:v>10454.0</c:v>
                </c:pt>
                <c:pt idx="65">
                  <c:v>7740.0</c:v>
                </c:pt>
                <c:pt idx="66">
                  <c:v>24513.0</c:v>
                </c:pt>
                <c:pt idx="67">
                  <c:v>45467.0</c:v>
                </c:pt>
                <c:pt idx="68">
                  <c:v>14160.0</c:v>
                </c:pt>
                <c:pt idx="69">
                  <c:v>9300.0</c:v>
                </c:pt>
                <c:pt idx="70">
                  <c:v>17541.0</c:v>
                </c:pt>
                <c:pt idx="71">
                  <c:v>22645.0</c:v>
                </c:pt>
                <c:pt idx="72">
                  <c:v>15543.0</c:v>
                </c:pt>
                <c:pt idx="73">
                  <c:v>17127.0</c:v>
                </c:pt>
                <c:pt idx="74">
                  <c:v>23616.0</c:v>
                </c:pt>
                <c:pt idx="75">
                  <c:v>24165.0</c:v>
                </c:pt>
                <c:pt idx="76">
                  <c:v>24916.0</c:v>
                </c:pt>
                <c:pt idx="77">
                  <c:v>25849.0</c:v>
                </c:pt>
                <c:pt idx="78">
                  <c:v>13499.0</c:v>
                </c:pt>
                <c:pt idx="79">
                  <c:v>19624.0</c:v>
                </c:pt>
                <c:pt idx="80">
                  <c:v>16056.0</c:v>
                </c:pt>
                <c:pt idx="81">
                  <c:v>25279.0</c:v>
                </c:pt>
                <c:pt idx="82">
                  <c:v>9773.0</c:v>
                </c:pt>
                <c:pt idx="83">
                  <c:v>13704.0</c:v>
                </c:pt>
                <c:pt idx="84">
                  <c:v>19308.0</c:v>
                </c:pt>
                <c:pt idx="85">
                  <c:v>14847.0</c:v>
                </c:pt>
                <c:pt idx="86">
                  <c:v>5529.0</c:v>
                </c:pt>
                <c:pt idx="87">
                  <c:v>16490.0</c:v>
                </c:pt>
                <c:pt idx="88">
                  <c:v>18047.0</c:v>
                </c:pt>
                <c:pt idx="89">
                  <c:v>18875.0</c:v>
                </c:pt>
                <c:pt idx="90">
                  <c:v>16538.0</c:v>
                </c:pt>
                <c:pt idx="91">
                  <c:v>9359.0</c:v>
                </c:pt>
                <c:pt idx="92">
                  <c:v>25139.0</c:v>
                </c:pt>
                <c:pt idx="93">
                  <c:v>23337.0</c:v>
                </c:pt>
                <c:pt idx="94">
                  <c:v>25013.0</c:v>
                </c:pt>
                <c:pt idx="95">
                  <c:v>16861.0</c:v>
                </c:pt>
                <c:pt idx="96">
                  <c:v>23316.0</c:v>
                </c:pt>
                <c:pt idx="97">
                  <c:v>14416.0</c:v>
                </c:pt>
                <c:pt idx="98">
                  <c:v>16942.0</c:v>
                </c:pt>
                <c:pt idx="99">
                  <c:v>18901.0</c:v>
                </c:pt>
                <c:pt idx="100">
                  <c:v>22616.0</c:v>
                </c:pt>
                <c:pt idx="101">
                  <c:v>17272.0</c:v>
                </c:pt>
                <c:pt idx="102">
                  <c:v>19890.0</c:v>
                </c:pt>
                <c:pt idx="103">
                  <c:v>36354.0</c:v>
                </c:pt>
                <c:pt idx="104">
                  <c:v>16035.0</c:v>
                </c:pt>
                <c:pt idx="105">
                  <c:v>14226.0</c:v>
                </c:pt>
                <c:pt idx="106">
                  <c:v>11365.0</c:v>
                </c:pt>
                <c:pt idx="107">
                  <c:v>20181.0</c:v>
                </c:pt>
                <c:pt idx="108">
                  <c:v>8502.0</c:v>
                </c:pt>
                <c:pt idx="109">
                  <c:v>17497.0</c:v>
                </c:pt>
                <c:pt idx="110">
                  <c:v>6942.0</c:v>
                </c:pt>
                <c:pt idx="111">
                  <c:v>13525.0</c:v>
                </c:pt>
                <c:pt idx="112">
                  <c:v>20737.0</c:v>
                </c:pt>
                <c:pt idx="113">
                  <c:v>16719.0</c:v>
                </c:pt>
                <c:pt idx="114">
                  <c:v>19934.0</c:v>
                </c:pt>
                <c:pt idx="115">
                  <c:v>15746.0</c:v>
                </c:pt>
                <c:pt idx="116">
                  <c:v>13771.0</c:v>
                </c:pt>
                <c:pt idx="117">
                  <c:v>11854.0</c:v>
                </c:pt>
                <c:pt idx="118">
                  <c:v>15633.0</c:v>
                </c:pt>
                <c:pt idx="119">
                  <c:v>19122.0</c:v>
                </c:pt>
                <c:pt idx="120">
                  <c:v>16293.0</c:v>
                </c:pt>
                <c:pt idx="121">
                  <c:v>15385.0</c:v>
                </c:pt>
                <c:pt idx="122">
                  <c:v>18052.0</c:v>
                </c:pt>
                <c:pt idx="123">
                  <c:v>17790.0</c:v>
                </c:pt>
                <c:pt idx="124">
                  <c:v>17947.0</c:v>
                </c:pt>
                <c:pt idx="125">
                  <c:v>21208.0</c:v>
                </c:pt>
                <c:pt idx="126">
                  <c:v>7641.0</c:v>
                </c:pt>
                <c:pt idx="127">
                  <c:v>19652.0</c:v>
                </c:pt>
                <c:pt idx="128">
                  <c:v>19613.0</c:v>
                </c:pt>
                <c:pt idx="129">
                  <c:v>15664.0</c:v>
                </c:pt>
                <c:pt idx="130">
                  <c:v>21387.0</c:v>
                </c:pt>
                <c:pt idx="131">
                  <c:v>12295.0</c:v>
                </c:pt>
                <c:pt idx="132">
                  <c:v>13621.0</c:v>
                </c:pt>
                <c:pt idx="133">
                  <c:v>19626.0</c:v>
                </c:pt>
                <c:pt idx="134">
                  <c:v>10708.0</c:v>
                </c:pt>
                <c:pt idx="135">
                  <c:v>19128.0</c:v>
                </c:pt>
                <c:pt idx="136">
                  <c:v>12568.0</c:v>
                </c:pt>
                <c:pt idx="137">
                  <c:v>18582.0</c:v>
                </c:pt>
                <c:pt idx="138">
                  <c:v>17209.0</c:v>
                </c:pt>
                <c:pt idx="139">
                  <c:v>22664.0</c:v>
                </c:pt>
                <c:pt idx="140">
                  <c:v>14934.0</c:v>
                </c:pt>
                <c:pt idx="141">
                  <c:v>13626.0</c:v>
                </c:pt>
                <c:pt idx="142">
                  <c:v>19095.0</c:v>
                </c:pt>
                <c:pt idx="143">
                  <c:v>18666.0</c:v>
                </c:pt>
                <c:pt idx="144">
                  <c:v>16703.0</c:v>
                </c:pt>
                <c:pt idx="145">
                  <c:v>17514.0</c:v>
                </c:pt>
                <c:pt idx="146">
                  <c:v>18596.0</c:v>
                </c:pt>
                <c:pt idx="147">
                  <c:v>21098.0</c:v>
                </c:pt>
                <c:pt idx="148">
                  <c:v>23840.0</c:v>
                </c:pt>
                <c:pt idx="149">
                  <c:v>17436.0</c:v>
                </c:pt>
                <c:pt idx="150">
                  <c:v>37327.0</c:v>
                </c:pt>
                <c:pt idx="151">
                  <c:v>21504.0</c:v>
                </c:pt>
                <c:pt idx="152">
                  <c:v>23445.0</c:v>
                </c:pt>
                <c:pt idx="153">
                  <c:v>17870.0</c:v>
                </c:pt>
                <c:pt idx="154">
                  <c:v>21481.0</c:v>
                </c:pt>
                <c:pt idx="155">
                  <c:v>15466.0</c:v>
                </c:pt>
                <c:pt idx="156">
                  <c:v>24055.0</c:v>
                </c:pt>
                <c:pt idx="157">
                  <c:v>26622.0</c:v>
                </c:pt>
                <c:pt idx="158">
                  <c:v>14486.0</c:v>
                </c:pt>
                <c:pt idx="159">
                  <c:v>24758.0</c:v>
                </c:pt>
                <c:pt idx="160">
                  <c:v>10311.0</c:v>
                </c:pt>
                <c:pt idx="161">
                  <c:v>7202.0</c:v>
                </c:pt>
                <c:pt idx="162">
                  <c:v>3442.0</c:v>
                </c:pt>
                <c:pt idx="163">
                  <c:v>10886.0</c:v>
                </c:pt>
                <c:pt idx="164">
                  <c:v>23106.0</c:v>
                </c:pt>
                <c:pt idx="165">
                  <c:v>11304.0</c:v>
                </c:pt>
                <c:pt idx="166">
                  <c:v>22451.0</c:v>
                </c:pt>
                <c:pt idx="167">
                  <c:v>18851.0</c:v>
                </c:pt>
                <c:pt idx="168">
                  <c:v>18440.0</c:v>
                </c:pt>
                <c:pt idx="169">
                  <c:v>14654.0</c:v>
                </c:pt>
                <c:pt idx="170">
                  <c:v>12273.0</c:v>
                </c:pt>
                <c:pt idx="171">
                  <c:v>46083.0</c:v>
                </c:pt>
                <c:pt idx="172">
                  <c:v>22588.0</c:v>
                </c:pt>
                <c:pt idx="173">
                  <c:v>23290.0</c:v>
                </c:pt>
                <c:pt idx="174">
                  <c:v>22475.0</c:v>
                </c:pt>
                <c:pt idx="175">
                  <c:v>25488.0</c:v>
                </c:pt>
                <c:pt idx="176">
                  <c:v>22019.0</c:v>
                </c:pt>
                <c:pt idx="177">
                  <c:v>40106.0</c:v>
                </c:pt>
                <c:pt idx="178">
                  <c:v>16856.0</c:v>
                </c:pt>
                <c:pt idx="179">
                  <c:v>23634.0</c:v>
                </c:pt>
                <c:pt idx="180">
                  <c:v>22047.0</c:v>
                </c:pt>
                <c:pt idx="181">
                  <c:v>20371.0</c:v>
                </c:pt>
                <c:pt idx="182">
                  <c:v>18662.0</c:v>
                </c:pt>
                <c:pt idx="183">
                  <c:v>25495.0</c:v>
                </c:pt>
                <c:pt idx="184">
                  <c:v>19462.0</c:v>
                </c:pt>
                <c:pt idx="185">
                  <c:v>17369.0</c:v>
                </c:pt>
                <c:pt idx="186">
                  <c:v>25661.0</c:v>
                </c:pt>
                <c:pt idx="187">
                  <c:v>22084.0</c:v>
                </c:pt>
                <c:pt idx="188">
                  <c:v>15609.0</c:v>
                </c:pt>
                <c:pt idx="189">
                  <c:v>18896.0</c:v>
                </c:pt>
                <c:pt idx="190">
                  <c:v>23535.0</c:v>
                </c:pt>
                <c:pt idx="191">
                  <c:v>22440.0</c:v>
                </c:pt>
                <c:pt idx="192">
                  <c:v>19514.0</c:v>
                </c:pt>
                <c:pt idx="193">
                  <c:v>21414.0</c:v>
                </c:pt>
                <c:pt idx="194">
                  <c:v>27013.0</c:v>
                </c:pt>
                <c:pt idx="195">
                  <c:v>29879.0</c:v>
                </c:pt>
                <c:pt idx="196">
                  <c:v>19352.0</c:v>
                </c:pt>
                <c:pt idx="197">
                  <c:v>24611.0</c:v>
                </c:pt>
                <c:pt idx="198">
                  <c:v>27092.0</c:v>
                </c:pt>
                <c:pt idx="199">
                  <c:v>33836.0</c:v>
                </c:pt>
                <c:pt idx="200">
                  <c:v>25238.0</c:v>
                </c:pt>
                <c:pt idx="201">
                  <c:v>27891.0</c:v>
                </c:pt>
                <c:pt idx="202">
                  <c:v>23136.0</c:v>
                </c:pt>
                <c:pt idx="203">
                  <c:v>18088.0</c:v>
                </c:pt>
                <c:pt idx="204">
                  <c:v>17099.0</c:v>
                </c:pt>
                <c:pt idx="205">
                  <c:v>15226.0</c:v>
                </c:pt>
                <c:pt idx="206">
                  <c:v>23545.0</c:v>
                </c:pt>
                <c:pt idx="207">
                  <c:v>23204.0</c:v>
                </c:pt>
                <c:pt idx="208">
                  <c:v>18771.0</c:v>
                </c:pt>
                <c:pt idx="209">
                  <c:v>24828.0</c:v>
                </c:pt>
                <c:pt idx="210">
                  <c:v>24008.0</c:v>
                </c:pt>
                <c:pt idx="211">
                  <c:v>22921.0</c:v>
                </c:pt>
                <c:pt idx="212">
                  <c:v>19513.0</c:v>
                </c:pt>
                <c:pt idx="213">
                  <c:v>17143.0</c:v>
                </c:pt>
                <c:pt idx="214">
                  <c:v>25087.0</c:v>
                </c:pt>
                <c:pt idx="215">
                  <c:v>23048.0</c:v>
                </c:pt>
                <c:pt idx="216">
                  <c:v>14333.0</c:v>
                </c:pt>
                <c:pt idx="217">
                  <c:v>20535.0</c:v>
                </c:pt>
                <c:pt idx="218">
                  <c:v>22928.0</c:v>
                </c:pt>
                <c:pt idx="219">
                  <c:v>19443.0</c:v>
                </c:pt>
                <c:pt idx="220">
                  <c:v>23332.0</c:v>
                </c:pt>
                <c:pt idx="221">
                  <c:v>33316.0</c:v>
                </c:pt>
                <c:pt idx="222">
                  <c:v>22841.0</c:v>
                </c:pt>
                <c:pt idx="223">
                  <c:v>22021.0</c:v>
                </c:pt>
                <c:pt idx="224">
                  <c:v>13516.0</c:v>
                </c:pt>
                <c:pt idx="225">
                  <c:v>15962.0</c:v>
                </c:pt>
                <c:pt idx="226">
                  <c:v>19688.0</c:v>
                </c:pt>
                <c:pt idx="227">
                  <c:v>13814.0</c:v>
                </c:pt>
                <c:pt idx="228">
                  <c:v>23026.0</c:v>
                </c:pt>
                <c:pt idx="229">
                  <c:v>17680.0</c:v>
                </c:pt>
                <c:pt idx="230">
                  <c:v>17368.0</c:v>
                </c:pt>
                <c:pt idx="231">
                  <c:v>23473.0</c:v>
                </c:pt>
                <c:pt idx="232">
                  <c:v>18927.0</c:v>
                </c:pt>
                <c:pt idx="233">
                  <c:v>21271.0</c:v>
                </c:pt>
                <c:pt idx="234">
                  <c:v>27461.0</c:v>
                </c:pt>
                <c:pt idx="235">
                  <c:v>23841.0</c:v>
                </c:pt>
                <c:pt idx="236">
                  <c:v>29910.0</c:v>
                </c:pt>
                <c:pt idx="237">
                  <c:v>18986.0</c:v>
                </c:pt>
                <c:pt idx="238">
                  <c:v>18248.0</c:v>
                </c:pt>
                <c:pt idx="239">
                  <c:v>18861.0</c:v>
                </c:pt>
                <c:pt idx="240">
                  <c:v>24992.0</c:v>
                </c:pt>
                <c:pt idx="241">
                  <c:v>21704.0</c:v>
                </c:pt>
                <c:pt idx="242">
                  <c:v>23717.0</c:v>
                </c:pt>
                <c:pt idx="243">
                  <c:v>17457.0</c:v>
                </c:pt>
                <c:pt idx="244">
                  <c:v>34926.0</c:v>
                </c:pt>
                <c:pt idx="245">
                  <c:v>19979.0</c:v>
                </c:pt>
                <c:pt idx="246">
                  <c:v>31546.0</c:v>
                </c:pt>
                <c:pt idx="247">
                  <c:v>24107.0</c:v>
                </c:pt>
                <c:pt idx="248">
                  <c:v>16668.0</c:v>
                </c:pt>
                <c:pt idx="249">
                  <c:v>17120.0</c:v>
                </c:pt>
                <c:pt idx="250">
                  <c:v>21222.0</c:v>
                </c:pt>
                <c:pt idx="251">
                  <c:v>15351.0</c:v>
                </c:pt>
                <c:pt idx="252">
                  <c:v>22759.0</c:v>
                </c:pt>
                <c:pt idx="253">
                  <c:v>23843.0</c:v>
                </c:pt>
                <c:pt idx="254">
                  <c:v>23385.0</c:v>
                </c:pt>
                <c:pt idx="255">
                  <c:v>10492.0</c:v>
                </c:pt>
                <c:pt idx="256">
                  <c:v>20564.0</c:v>
                </c:pt>
                <c:pt idx="257">
                  <c:v>21913.0</c:v>
                </c:pt>
                <c:pt idx="258">
                  <c:v>20382.0</c:v>
                </c:pt>
                <c:pt idx="259">
                  <c:v>22414.0</c:v>
                </c:pt>
                <c:pt idx="260">
                  <c:v>18119.0</c:v>
                </c:pt>
                <c:pt idx="261">
                  <c:v>27021.0</c:v>
                </c:pt>
                <c:pt idx="262">
                  <c:v>18800.0</c:v>
                </c:pt>
                <c:pt idx="263">
                  <c:v>24209.0</c:v>
                </c:pt>
                <c:pt idx="264">
                  <c:v>17195.0</c:v>
                </c:pt>
                <c:pt idx="265">
                  <c:v>25826.0</c:v>
                </c:pt>
                <c:pt idx="266">
                  <c:v>20162.0</c:v>
                </c:pt>
                <c:pt idx="267">
                  <c:v>16017.0</c:v>
                </c:pt>
                <c:pt idx="268">
                  <c:v>18189.0</c:v>
                </c:pt>
                <c:pt idx="269">
                  <c:v>28242.0</c:v>
                </c:pt>
                <c:pt idx="270">
                  <c:v>19903.0</c:v>
                </c:pt>
                <c:pt idx="271">
                  <c:v>16638.0</c:v>
                </c:pt>
                <c:pt idx="272">
                  <c:v>20918.0</c:v>
                </c:pt>
                <c:pt idx="273">
                  <c:v>18860.0</c:v>
                </c:pt>
                <c:pt idx="274">
                  <c:v>30055.0</c:v>
                </c:pt>
                <c:pt idx="275">
                  <c:v>14544.0</c:v>
                </c:pt>
                <c:pt idx="276">
                  <c:v>17474.0</c:v>
                </c:pt>
                <c:pt idx="277">
                  <c:v>22309.0</c:v>
                </c:pt>
                <c:pt idx="278">
                  <c:v>19182.0</c:v>
                </c:pt>
                <c:pt idx="279">
                  <c:v>20833.0</c:v>
                </c:pt>
                <c:pt idx="280">
                  <c:v>21066.0</c:v>
                </c:pt>
                <c:pt idx="281">
                  <c:v>18903.0</c:v>
                </c:pt>
                <c:pt idx="282">
                  <c:v>28561.0</c:v>
                </c:pt>
                <c:pt idx="283">
                  <c:v>35630.0</c:v>
                </c:pt>
                <c:pt idx="284">
                  <c:v>26408.0</c:v>
                </c:pt>
                <c:pt idx="285">
                  <c:v>27709.0</c:v>
                </c:pt>
                <c:pt idx="286">
                  <c:v>19785.0</c:v>
                </c:pt>
                <c:pt idx="287">
                  <c:v>10324.0</c:v>
                </c:pt>
                <c:pt idx="288">
                  <c:v>17880.0</c:v>
                </c:pt>
                <c:pt idx="289">
                  <c:v>22009.0</c:v>
                </c:pt>
                <c:pt idx="290">
                  <c:v>15916.0</c:v>
                </c:pt>
                <c:pt idx="291">
                  <c:v>34790.0</c:v>
                </c:pt>
                <c:pt idx="292">
                  <c:v>23721.0</c:v>
                </c:pt>
                <c:pt idx="293">
                  <c:v>17999.0</c:v>
                </c:pt>
                <c:pt idx="294">
                  <c:v>25582.0</c:v>
                </c:pt>
                <c:pt idx="295">
                  <c:v>18855.0</c:v>
                </c:pt>
                <c:pt idx="296">
                  <c:v>10786.0</c:v>
                </c:pt>
                <c:pt idx="297">
                  <c:v>32059.0</c:v>
                </c:pt>
                <c:pt idx="298">
                  <c:v>21623.0</c:v>
                </c:pt>
                <c:pt idx="299">
                  <c:v>19897.0</c:v>
                </c:pt>
                <c:pt idx="300">
                  <c:v>25722.0</c:v>
                </c:pt>
                <c:pt idx="301">
                  <c:v>18393.0</c:v>
                </c:pt>
                <c:pt idx="302">
                  <c:v>17694.0</c:v>
                </c:pt>
                <c:pt idx="303">
                  <c:v>28257.0</c:v>
                </c:pt>
                <c:pt idx="304">
                  <c:v>24268.0</c:v>
                </c:pt>
                <c:pt idx="305">
                  <c:v>18561.0</c:v>
                </c:pt>
                <c:pt idx="306">
                  <c:v>10873.0</c:v>
                </c:pt>
                <c:pt idx="307">
                  <c:v>21401.0</c:v>
                </c:pt>
                <c:pt idx="308">
                  <c:v>21175.0</c:v>
                </c:pt>
                <c:pt idx="309">
                  <c:v>26055.0</c:v>
                </c:pt>
                <c:pt idx="310">
                  <c:v>36643.0</c:v>
                </c:pt>
                <c:pt idx="311">
                  <c:v>44270.0</c:v>
                </c:pt>
                <c:pt idx="312">
                  <c:v>24251.0</c:v>
                </c:pt>
                <c:pt idx="313">
                  <c:v>35705.0</c:v>
                </c:pt>
                <c:pt idx="314">
                  <c:v>18911.0</c:v>
                </c:pt>
                <c:pt idx="315">
                  <c:v>21851.0</c:v>
                </c:pt>
                <c:pt idx="316">
                  <c:v>18319.0</c:v>
                </c:pt>
                <c:pt idx="317">
                  <c:v>20035.0</c:v>
                </c:pt>
                <c:pt idx="318">
                  <c:v>28112.0</c:v>
                </c:pt>
                <c:pt idx="319">
                  <c:v>22195.0</c:v>
                </c:pt>
                <c:pt idx="320">
                  <c:v>5981.0</c:v>
                </c:pt>
                <c:pt idx="321">
                  <c:v>18867.0</c:v>
                </c:pt>
                <c:pt idx="322">
                  <c:v>22733.0</c:v>
                </c:pt>
                <c:pt idx="323">
                  <c:v>16170.0</c:v>
                </c:pt>
                <c:pt idx="324">
                  <c:v>20294.0</c:v>
                </c:pt>
                <c:pt idx="325">
                  <c:v>21339.0</c:v>
                </c:pt>
                <c:pt idx="326">
                  <c:v>11693.0</c:v>
                </c:pt>
                <c:pt idx="327">
                  <c:v>21975.0</c:v>
                </c:pt>
                <c:pt idx="328">
                  <c:v>22602.0</c:v>
                </c:pt>
                <c:pt idx="329">
                  <c:v>19053.0</c:v>
                </c:pt>
                <c:pt idx="330">
                  <c:v>12801.0</c:v>
                </c:pt>
                <c:pt idx="331">
                  <c:v>17926.0</c:v>
                </c:pt>
                <c:pt idx="332">
                  <c:v>16353.0</c:v>
                </c:pt>
                <c:pt idx="333">
                  <c:v>19230.0</c:v>
                </c:pt>
                <c:pt idx="334">
                  <c:v>19888.0</c:v>
                </c:pt>
                <c:pt idx="335">
                  <c:v>25704.0</c:v>
                </c:pt>
                <c:pt idx="336">
                  <c:v>19932.0</c:v>
                </c:pt>
                <c:pt idx="337">
                  <c:v>20847.0</c:v>
                </c:pt>
                <c:pt idx="338">
                  <c:v>21189.0</c:v>
                </c:pt>
                <c:pt idx="339">
                  <c:v>24028.0</c:v>
                </c:pt>
                <c:pt idx="340">
                  <c:v>26108.0</c:v>
                </c:pt>
                <c:pt idx="341">
                  <c:v>21881.0</c:v>
                </c:pt>
                <c:pt idx="342">
                  <c:v>33614.0</c:v>
                </c:pt>
                <c:pt idx="343">
                  <c:v>23575.0</c:v>
                </c:pt>
                <c:pt idx="344">
                  <c:v>17231.0</c:v>
                </c:pt>
                <c:pt idx="345">
                  <c:v>21238.0</c:v>
                </c:pt>
                <c:pt idx="346">
                  <c:v>22893.0</c:v>
                </c:pt>
                <c:pt idx="347">
                  <c:v>35936.0</c:v>
                </c:pt>
                <c:pt idx="348">
                  <c:v>26137.0</c:v>
                </c:pt>
                <c:pt idx="349">
                  <c:v>27837.0</c:v>
                </c:pt>
                <c:pt idx="350">
                  <c:v>27876.0</c:v>
                </c:pt>
                <c:pt idx="351">
                  <c:v>18369.0</c:v>
                </c:pt>
                <c:pt idx="352">
                  <c:v>18769.0</c:v>
                </c:pt>
                <c:pt idx="353">
                  <c:v>18031.0</c:v>
                </c:pt>
                <c:pt idx="354">
                  <c:v>20550.0</c:v>
                </c:pt>
                <c:pt idx="355">
                  <c:v>19753.0</c:v>
                </c:pt>
                <c:pt idx="356">
                  <c:v>25860.0</c:v>
                </c:pt>
                <c:pt idx="357">
                  <c:v>20703.0</c:v>
                </c:pt>
                <c:pt idx="358">
                  <c:v>17405.0</c:v>
                </c:pt>
                <c:pt idx="359">
                  <c:v>25093.0</c:v>
                </c:pt>
                <c:pt idx="360">
                  <c:v>19991.0</c:v>
                </c:pt>
                <c:pt idx="361">
                  <c:v>23330.0</c:v>
                </c:pt>
                <c:pt idx="362">
                  <c:v>19874.0</c:v>
                </c:pt>
                <c:pt idx="363">
                  <c:v>24311.0</c:v>
                </c:pt>
                <c:pt idx="364">
                  <c:v>17321.0</c:v>
                </c:pt>
                <c:pt idx="365">
                  <c:v>26401.0</c:v>
                </c:pt>
                <c:pt idx="366">
                  <c:v>21980.0</c:v>
                </c:pt>
                <c:pt idx="367">
                  <c:v>22832.0</c:v>
                </c:pt>
                <c:pt idx="368">
                  <c:v>28417.0</c:v>
                </c:pt>
                <c:pt idx="369">
                  <c:v>30173.0</c:v>
                </c:pt>
                <c:pt idx="370">
                  <c:v>20235.0</c:v>
                </c:pt>
                <c:pt idx="371">
                  <c:v>20104.0</c:v>
                </c:pt>
                <c:pt idx="372">
                  <c:v>24028.0</c:v>
                </c:pt>
                <c:pt idx="373">
                  <c:v>22503.0</c:v>
                </c:pt>
                <c:pt idx="374">
                  <c:v>22424.0</c:v>
                </c:pt>
                <c:pt idx="375">
                  <c:v>35367.0</c:v>
                </c:pt>
                <c:pt idx="376">
                  <c:v>22550.0</c:v>
                </c:pt>
                <c:pt idx="377">
                  <c:v>30399.0</c:v>
                </c:pt>
                <c:pt idx="378">
                  <c:v>37868.0</c:v>
                </c:pt>
                <c:pt idx="379">
                  <c:v>26228.0</c:v>
                </c:pt>
                <c:pt idx="380">
                  <c:v>16178.0</c:v>
                </c:pt>
                <c:pt idx="381">
                  <c:v>24423.0</c:v>
                </c:pt>
                <c:pt idx="382">
                  <c:v>23991.0</c:v>
                </c:pt>
                <c:pt idx="383">
                  <c:v>23338.0</c:v>
                </c:pt>
                <c:pt idx="384">
                  <c:v>23787.0</c:v>
                </c:pt>
                <c:pt idx="385">
                  <c:v>16407.0</c:v>
                </c:pt>
                <c:pt idx="386">
                  <c:v>23745.0</c:v>
                </c:pt>
                <c:pt idx="387">
                  <c:v>21698.0</c:v>
                </c:pt>
                <c:pt idx="388">
                  <c:v>19897.0</c:v>
                </c:pt>
                <c:pt idx="389">
                  <c:v>20404.0</c:v>
                </c:pt>
                <c:pt idx="390">
                  <c:v>22116.0</c:v>
                </c:pt>
                <c:pt idx="391">
                  <c:v>18740.0</c:v>
                </c:pt>
                <c:pt idx="392">
                  <c:v>20893.0</c:v>
                </c:pt>
                <c:pt idx="393">
                  <c:v>19827.0</c:v>
                </c:pt>
                <c:pt idx="394">
                  <c:v>22029.0</c:v>
                </c:pt>
                <c:pt idx="395">
                  <c:v>22977.0</c:v>
                </c:pt>
                <c:pt idx="396">
                  <c:v>17597.0</c:v>
                </c:pt>
                <c:pt idx="397">
                  <c:v>10299.0</c:v>
                </c:pt>
                <c:pt idx="398">
                  <c:v>23310.0</c:v>
                </c:pt>
                <c:pt idx="399">
                  <c:v>26321.0</c:v>
                </c:pt>
                <c:pt idx="400">
                  <c:v>30721.0</c:v>
                </c:pt>
                <c:pt idx="401">
                  <c:v>18111.0</c:v>
                </c:pt>
                <c:pt idx="402">
                  <c:v>28502.0</c:v>
                </c:pt>
                <c:pt idx="403">
                  <c:v>21452.0</c:v>
                </c:pt>
                <c:pt idx="404">
                  <c:v>21216.0</c:v>
                </c:pt>
                <c:pt idx="405">
                  <c:v>15470.0</c:v>
                </c:pt>
                <c:pt idx="406">
                  <c:v>20004.0</c:v>
                </c:pt>
                <c:pt idx="407">
                  <c:v>16986.0</c:v>
                </c:pt>
                <c:pt idx="408">
                  <c:v>13206.0</c:v>
                </c:pt>
                <c:pt idx="409">
                  <c:v>17586.0</c:v>
                </c:pt>
                <c:pt idx="410">
                  <c:v>29195.0</c:v>
                </c:pt>
                <c:pt idx="411">
                  <c:v>22806.0</c:v>
                </c:pt>
                <c:pt idx="412">
                  <c:v>22044.0</c:v>
                </c:pt>
                <c:pt idx="413">
                  <c:v>22914.0</c:v>
                </c:pt>
                <c:pt idx="414">
                  <c:v>18203.0</c:v>
                </c:pt>
                <c:pt idx="415">
                  <c:v>17773.0</c:v>
                </c:pt>
                <c:pt idx="416">
                  <c:v>26214.0</c:v>
                </c:pt>
                <c:pt idx="417">
                  <c:v>32348.0</c:v>
                </c:pt>
                <c:pt idx="418">
                  <c:v>25681.0</c:v>
                </c:pt>
                <c:pt idx="419">
                  <c:v>33868.0</c:v>
                </c:pt>
                <c:pt idx="420">
                  <c:v>21015.0</c:v>
                </c:pt>
                <c:pt idx="421">
                  <c:v>19581.0</c:v>
                </c:pt>
                <c:pt idx="422">
                  <c:v>23953.0</c:v>
                </c:pt>
                <c:pt idx="423">
                  <c:v>23601.0</c:v>
                </c:pt>
                <c:pt idx="424">
                  <c:v>21985.0</c:v>
                </c:pt>
                <c:pt idx="425">
                  <c:v>21748.0</c:v>
                </c:pt>
                <c:pt idx="426">
                  <c:v>26800.0</c:v>
                </c:pt>
                <c:pt idx="427">
                  <c:v>29008.0</c:v>
                </c:pt>
                <c:pt idx="428">
                  <c:v>17410.0</c:v>
                </c:pt>
                <c:pt idx="429">
                  <c:v>26490.0</c:v>
                </c:pt>
                <c:pt idx="430">
                  <c:v>21244.0</c:v>
                </c:pt>
                <c:pt idx="431">
                  <c:v>24711.0</c:v>
                </c:pt>
                <c:pt idx="432">
                  <c:v>24467.0</c:v>
                </c:pt>
                <c:pt idx="433">
                  <c:v>27597.0</c:v>
                </c:pt>
                <c:pt idx="434">
                  <c:v>21002.0</c:v>
                </c:pt>
                <c:pt idx="435">
                  <c:v>23232.0</c:v>
                </c:pt>
                <c:pt idx="436">
                  <c:v>26793.0</c:v>
                </c:pt>
                <c:pt idx="437">
                  <c:v>22959.0</c:v>
                </c:pt>
                <c:pt idx="438">
                  <c:v>12423.0</c:v>
                </c:pt>
                <c:pt idx="439">
                  <c:v>14211.0</c:v>
                </c:pt>
                <c:pt idx="440">
                  <c:v>23185.0</c:v>
                </c:pt>
                <c:pt idx="441">
                  <c:v>25434.0</c:v>
                </c:pt>
                <c:pt idx="442">
                  <c:v>13714.0</c:v>
                </c:pt>
                <c:pt idx="443">
                  <c:v>16223.0</c:v>
                </c:pt>
                <c:pt idx="444">
                  <c:v>25895.0</c:v>
                </c:pt>
                <c:pt idx="445">
                  <c:v>22771.0</c:v>
                </c:pt>
                <c:pt idx="446">
                  <c:v>17467.0</c:v>
                </c:pt>
                <c:pt idx="447">
                  <c:v>21518.0</c:v>
                </c:pt>
                <c:pt idx="448">
                  <c:v>21847.0</c:v>
                </c:pt>
                <c:pt idx="449">
                  <c:v>18409.0</c:v>
                </c:pt>
                <c:pt idx="450">
                  <c:v>14079.0</c:v>
                </c:pt>
                <c:pt idx="451">
                  <c:v>34359.0</c:v>
                </c:pt>
                <c:pt idx="452">
                  <c:v>22123.0</c:v>
                </c:pt>
                <c:pt idx="453">
                  <c:v>19930.0</c:v>
                </c:pt>
                <c:pt idx="454">
                  <c:v>22885.0</c:v>
                </c:pt>
                <c:pt idx="455">
                  <c:v>24265.0</c:v>
                </c:pt>
                <c:pt idx="456">
                  <c:v>26516.0</c:v>
                </c:pt>
                <c:pt idx="457">
                  <c:v>20429.0</c:v>
                </c:pt>
                <c:pt idx="458">
                  <c:v>26834.0</c:v>
                </c:pt>
                <c:pt idx="459">
                  <c:v>20805.0</c:v>
                </c:pt>
                <c:pt idx="460">
                  <c:v>21076.0</c:v>
                </c:pt>
                <c:pt idx="461">
                  <c:v>21411.0</c:v>
                </c:pt>
                <c:pt idx="462">
                  <c:v>21553.0</c:v>
                </c:pt>
                <c:pt idx="463">
                  <c:v>14853.0</c:v>
                </c:pt>
                <c:pt idx="464">
                  <c:v>19119.0</c:v>
                </c:pt>
                <c:pt idx="465">
                  <c:v>26777.0</c:v>
                </c:pt>
                <c:pt idx="466">
                  <c:v>14904.0</c:v>
                </c:pt>
                <c:pt idx="467">
                  <c:v>19661.0</c:v>
                </c:pt>
                <c:pt idx="468">
                  <c:v>21920.0</c:v>
                </c:pt>
                <c:pt idx="469">
                  <c:v>18445.0</c:v>
                </c:pt>
                <c:pt idx="470">
                  <c:v>19900.0</c:v>
                </c:pt>
                <c:pt idx="471">
                  <c:v>21238.0</c:v>
                </c:pt>
                <c:pt idx="472">
                  <c:v>20023.0</c:v>
                </c:pt>
                <c:pt idx="473">
                  <c:v>15984.0</c:v>
                </c:pt>
                <c:pt idx="474">
                  <c:v>20526.0</c:v>
                </c:pt>
                <c:pt idx="475">
                  <c:v>21916.0</c:v>
                </c:pt>
                <c:pt idx="476">
                  <c:v>23792.0</c:v>
                </c:pt>
                <c:pt idx="477">
                  <c:v>22690.0</c:v>
                </c:pt>
                <c:pt idx="478">
                  <c:v>20891.0</c:v>
                </c:pt>
                <c:pt idx="479">
                  <c:v>21151.0</c:v>
                </c:pt>
                <c:pt idx="480">
                  <c:v>18225.0</c:v>
                </c:pt>
                <c:pt idx="481">
                  <c:v>13848.0</c:v>
                </c:pt>
                <c:pt idx="482">
                  <c:v>18117.0</c:v>
                </c:pt>
                <c:pt idx="483">
                  <c:v>18345.0</c:v>
                </c:pt>
                <c:pt idx="484">
                  <c:v>20614.0</c:v>
                </c:pt>
                <c:pt idx="485">
                  <c:v>24627.0</c:v>
                </c:pt>
                <c:pt idx="486">
                  <c:v>22385.0</c:v>
                </c:pt>
                <c:pt idx="487">
                  <c:v>29300.0</c:v>
                </c:pt>
                <c:pt idx="488">
                  <c:v>19722.0</c:v>
                </c:pt>
                <c:pt idx="489">
                  <c:v>19905.0</c:v>
                </c:pt>
                <c:pt idx="490">
                  <c:v>24416.0</c:v>
                </c:pt>
                <c:pt idx="491">
                  <c:v>18114.0</c:v>
                </c:pt>
                <c:pt idx="492">
                  <c:v>23625.0</c:v>
                </c:pt>
                <c:pt idx="493">
                  <c:v>23285.0</c:v>
                </c:pt>
                <c:pt idx="494">
                  <c:v>21244.0</c:v>
                </c:pt>
                <c:pt idx="495">
                  <c:v>27314.0</c:v>
                </c:pt>
                <c:pt idx="496">
                  <c:v>20824.0</c:v>
                </c:pt>
                <c:pt idx="497">
                  <c:v>24607.0</c:v>
                </c:pt>
                <c:pt idx="498">
                  <c:v>25158.0</c:v>
                </c:pt>
                <c:pt idx="499">
                  <c:v>14796.0</c:v>
                </c:pt>
                <c:pt idx="500">
                  <c:v>17639.0</c:v>
                </c:pt>
                <c:pt idx="501">
                  <c:v>21962.0</c:v>
                </c:pt>
                <c:pt idx="502">
                  <c:v>16294.0</c:v>
                </c:pt>
                <c:pt idx="503">
                  <c:v>20741.0</c:v>
                </c:pt>
                <c:pt idx="504">
                  <c:v>25751.0</c:v>
                </c:pt>
                <c:pt idx="505">
                  <c:v>24064.0</c:v>
                </c:pt>
                <c:pt idx="506">
                  <c:v>24989.0</c:v>
                </c:pt>
                <c:pt idx="507">
                  <c:v>24627.0</c:v>
                </c:pt>
                <c:pt idx="508">
                  <c:v>31519.0</c:v>
                </c:pt>
                <c:pt idx="509">
                  <c:v>21543.0</c:v>
                </c:pt>
                <c:pt idx="510">
                  <c:v>24271.0</c:v>
                </c:pt>
                <c:pt idx="511">
                  <c:v>16349.0</c:v>
                </c:pt>
                <c:pt idx="512">
                  <c:v>20340.0</c:v>
                </c:pt>
                <c:pt idx="513">
                  <c:v>23437.0</c:v>
                </c:pt>
                <c:pt idx="514">
                  <c:v>21185.0</c:v>
                </c:pt>
                <c:pt idx="515">
                  <c:v>14555.0</c:v>
                </c:pt>
                <c:pt idx="516">
                  <c:v>22803.0</c:v>
                </c:pt>
                <c:pt idx="517">
                  <c:v>26771.0</c:v>
                </c:pt>
                <c:pt idx="518">
                  <c:v>27475.0</c:v>
                </c:pt>
                <c:pt idx="519">
                  <c:v>35940.0</c:v>
                </c:pt>
                <c:pt idx="520">
                  <c:v>29986.0</c:v>
                </c:pt>
                <c:pt idx="521">
                  <c:v>30144.0</c:v>
                </c:pt>
                <c:pt idx="522">
                  <c:v>33895.0</c:v>
                </c:pt>
                <c:pt idx="523">
                  <c:v>28927.0</c:v>
                </c:pt>
                <c:pt idx="524">
                  <c:v>22507.0</c:v>
                </c:pt>
                <c:pt idx="525">
                  <c:v>23046.0</c:v>
                </c:pt>
                <c:pt idx="526">
                  <c:v>17062.0</c:v>
                </c:pt>
                <c:pt idx="527">
                  <c:v>25575.0</c:v>
                </c:pt>
                <c:pt idx="528">
                  <c:v>29773.0</c:v>
                </c:pt>
                <c:pt idx="529">
                  <c:v>11397.0</c:v>
                </c:pt>
                <c:pt idx="530">
                  <c:v>34498.0</c:v>
                </c:pt>
                <c:pt idx="531">
                  <c:v>20884.0</c:v>
                </c:pt>
                <c:pt idx="532">
                  <c:v>18686.0</c:v>
                </c:pt>
                <c:pt idx="533">
                  <c:v>26072.0</c:v>
                </c:pt>
                <c:pt idx="534">
                  <c:v>23040.0</c:v>
                </c:pt>
                <c:pt idx="535">
                  <c:v>18627.0</c:v>
                </c:pt>
                <c:pt idx="536">
                  <c:v>6577.0</c:v>
                </c:pt>
                <c:pt idx="537">
                  <c:v>22836.0</c:v>
                </c:pt>
                <c:pt idx="538">
                  <c:v>29233.0</c:v>
                </c:pt>
                <c:pt idx="539">
                  <c:v>20680.0</c:v>
                </c:pt>
                <c:pt idx="540">
                  <c:v>19449.0</c:v>
                </c:pt>
                <c:pt idx="541">
                  <c:v>23592.0</c:v>
                </c:pt>
                <c:pt idx="542">
                  <c:v>21756.0</c:v>
                </c:pt>
                <c:pt idx="543">
                  <c:v>22218.0</c:v>
                </c:pt>
                <c:pt idx="544">
                  <c:v>21396.0</c:v>
                </c:pt>
                <c:pt idx="545">
                  <c:v>19781.0</c:v>
                </c:pt>
                <c:pt idx="546">
                  <c:v>27799.0</c:v>
                </c:pt>
                <c:pt idx="547">
                  <c:v>11835.0</c:v>
                </c:pt>
                <c:pt idx="548">
                  <c:v>23587.0</c:v>
                </c:pt>
                <c:pt idx="549">
                  <c:v>22698.0</c:v>
                </c:pt>
                <c:pt idx="550">
                  <c:v>27161.0</c:v>
                </c:pt>
                <c:pt idx="551">
                  <c:v>17285.0</c:v>
                </c:pt>
                <c:pt idx="552">
                  <c:v>26566.0</c:v>
                </c:pt>
                <c:pt idx="553">
                  <c:v>19763.0</c:v>
                </c:pt>
                <c:pt idx="554">
                  <c:v>18745.0</c:v>
                </c:pt>
                <c:pt idx="555">
                  <c:v>36663.0</c:v>
                </c:pt>
                <c:pt idx="556">
                  <c:v>11846.0</c:v>
                </c:pt>
                <c:pt idx="557">
                  <c:v>22004.0</c:v>
                </c:pt>
                <c:pt idx="558">
                  <c:v>20181.0</c:v>
                </c:pt>
                <c:pt idx="559">
                  <c:v>22535.0</c:v>
                </c:pt>
                <c:pt idx="560">
                  <c:v>20682.0</c:v>
                </c:pt>
                <c:pt idx="561">
                  <c:v>23122.0</c:v>
                </c:pt>
                <c:pt idx="562">
                  <c:v>29357.0</c:v>
                </c:pt>
                <c:pt idx="563">
                  <c:v>24089.0</c:v>
                </c:pt>
                <c:pt idx="564">
                  <c:v>25773.0</c:v>
                </c:pt>
                <c:pt idx="565">
                  <c:v>13143.0</c:v>
                </c:pt>
                <c:pt idx="566">
                  <c:v>22873.0</c:v>
                </c:pt>
                <c:pt idx="567">
                  <c:v>27055.0</c:v>
                </c:pt>
                <c:pt idx="568">
                  <c:v>22772.0</c:v>
                </c:pt>
                <c:pt idx="569">
                  <c:v>17394.0</c:v>
                </c:pt>
                <c:pt idx="570">
                  <c:v>26929.0</c:v>
                </c:pt>
                <c:pt idx="571">
                  <c:v>18943.0</c:v>
                </c:pt>
                <c:pt idx="572">
                  <c:v>24841.0</c:v>
                </c:pt>
                <c:pt idx="573">
                  <c:v>31172.0</c:v>
                </c:pt>
                <c:pt idx="574">
                  <c:v>20087.0</c:v>
                </c:pt>
                <c:pt idx="575">
                  <c:v>15142.0</c:v>
                </c:pt>
                <c:pt idx="576">
                  <c:v>16069.0</c:v>
                </c:pt>
                <c:pt idx="577">
                  <c:v>19091.0</c:v>
                </c:pt>
                <c:pt idx="578">
                  <c:v>22508.0</c:v>
                </c:pt>
                <c:pt idx="579">
                  <c:v>18515.0</c:v>
                </c:pt>
                <c:pt idx="580">
                  <c:v>23807.0</c:v>
                </c:pt>
                <c:pt idx="581">
                  <c:v>26281.0</c:v>
                </c:pt>
                <c:pt idx="582">
                  <c:v>27241.0</c:v>
                </c:pt>
                <c:pt idx="583">
                  <c:v>16942.0</c:v>
                </c:pt>
                <c:pt idx="584">
                  <c:v>19978.0</c:v>
                </c:pt>
                <c:pt idx="585">
                  <c:v>25859.0</c:v>
                </c:pt>
                <c:pt idx="586">
                  <c:v>30927.0</c:v>
                </c:pt>
                <c:pt idx="587">
                  <c:v>22187.0</c:v>
                </c:pt>
                <c:pt idx="588">
                  <c:v>18241.0</c:v>
                </c:pt>
                <c:pt idx="589">
                  <c:v>21939.0</c:v>
                </c:pt>
                <c:pt idx="590">
                  <c:v>24489.0</c:v>
                </c:pt>
                <c:pt idx="591">
                  <c:v>18789.0</c:v>
                </c:pt>
                <c:pt idx="592">
                  <c:v>25673.0</c:v>
                </c:pt>
                <c:pt idx="593">
                  <c:v>16731.0</c:v>
                </c:pt>
                <c:pt idx="594">
                  <c:v>19069.0</c:v>
                </c:pt>
                <c:pt idx="595">
                  <c:v>25776.0</c:v>
                </c:pt>
                <c:pt idx="596">
                  <c:v>20200.0</c:v>
                </c:pt>
                <c:pt idx="597">
                  <c:v>26188.0</c:v>
                </c:pt>
                <c:pt idx="598">
                  <c:v>22852.0</c:v>
                </c:pt>
                <c:pt idx="599">
                  <c:v>23560.0</c:v>
                </c:pt>
                <c:pt idx="600">
                  <c:v>21840.0</c:v>
                </c:pt>
                <c:pt idx="601">
                  <c:v>12839.0</c:v>
                </c:pt>
                <c:pt idx="602">
                  <c:v>25144.0</c:v>
                </c:pt>
                <c:pt idx="603">
                  <c:v>30716.0</c:v>
                </c:pt>
                <c:pt idx="604">
                  <c:v>23763.0</c:v>
                </c:pt>
                <c:pt idx="605">
                  <c:v>19568.0</c:v>
                </c:pt>
                <c:pt idx="606">
                  <c:v>19206.0</c:v>
                </c:pt>
                <c:pt idx="607">
                  <c:v>22625.0</c:v>
                </c:pt>
                <c:pt idx="608">
                  <c:v>23460.0</c:v>
                </c:pt>
                <c:pt idx="609">
                  <c:v>39317.0</c:v>
                </c:pt>
                <c:pt idx="610">
                  <c:v>18641.0</c:v>
                </c:pt>
                <c:pt idx="611">
                  <c:v>11531.0</c:v>
                </c:pt>
                <c:pt idx="612">
                  <c:v>23366.0</c:v>
                </c:pt>
                <c:pt idx="613">
                  <c:v>23005.0</c:v>
                </c:pt>
                <c:pt idx="614">
                  <c:v>29380.0</c:v>
                </c:pt>
                <c:pt idx="615">
                  <c:v>21098.0</c:v>
                </c:pt>
                <c:pt idx="616">
                  <c:v>18956.0</c:v>
                </c:pt>
                <c:pt idx="617">
                  <c:v>29648.0</c:v>
                </c:pt>
                <c:pt idx="618">
                  <c:v>27434.0</c:v>
                </c:pt>
                <c:pt idx="619">
                  <c:v>23619.0</c:v>
                </c:pt>
                <c:pt idx="620">
                  <c:v>27150.0</c:v>
                </c:pt>
                <c:pt idx="621">
                  <c:v>27541.0</c:v>
                </c:pt>
                <c:pt idx="622">
                  <c:v>18902.0</c:v>
                </c:pt>
                <c:pt idx="623">
                  <c:v>25291.0</c:v>
                </c:pt>
                <c:pt idx="624">
                  <c:v>23991.0</c:v>
                </c:pt>
                <c:pt idx="625">
                  <c:v>13326.0</c:v>
                </c:pt>
                <c:pt idx="626">
                  <c:v>20028.0</c:v>
                </c:pt>
                <c:pt idx="627">
                  <c:v>40395.0</c:v>
                </c:pt>
                <c:pt idx="628">
                  <c:v>21655.0</c:v>
                </c:pt>
                <c:pt idx="629">
                  <c:v>22177.0</c:v>
                </c:pt>
                <c:pt idx="630">
                  <c:v>28337.0</c:v>
                </c:pt>
                <c:pt idx="631">
                  <c:v>26700.0</c:v>
                </c:pt>
                <c:pt idx="632">
                  <c:v>21556.0</c:v>
                </c:pt>
                <c:pt idx="633">
                  <c:v>19222.0</c:v>
                </c:pt>
                <c:pt idx="634">
                  <c:v>21077.0</c:v>
                </c:pt>
                <c:pt idx="635">
                  <c:v>16745.0</c:v>
                </c:pt>
                <c:pt idx="636">
                  <c:v>15336.0</c:v>
                </c:pt>
                <c:pt idx="637">
                  <c:v>24817.0</c:v>
                </c:pt>
                <c:pt idx="638">
                  <c:v>24450.0</c:v>
                </c:pt>
                <c:pt idx="639">
                  <c:v>28102.0</c:v>
                </c:pt>
                <c:pt idx="640">
                  <c:v>17166.0</c:v>
                </c:pt>
                <c:pt idx="641">
                  <c:v>29424.0</c:v>
                </c:pt>
                <c:pt idx="642">
                  <c:v>25737.0</c:v>
                </c:pt>
                <c:pt idx="643">
                  <c:v>21765.0</c:v>
                </c:pt>
                <c:pt idx="644">
                  <c:v>18253.0</c:v>
                </c:pt>
                <c:pt idx="645">
                  <c:v>25867.0</c:v>
                </c:pt>
                <c:pt idx="646">
                  <c:v>21812.0</c:v>
                </c:pt>
                <c:pt idx="647">
                  <c:v>21066.0</c:v>
                </c:pt>
                <c:pt idx="648">
                  <c:v>16690.0</c:v>
                </c:pt>
                <c:pt idx="649">
                  <c:v>21756.0</c:v>
                </c:pt>
                <c:pt idx="650">
                  <c:v>26700.0</c:v>
                </c:pt>
                <c:pt idx="651">
                  <c:v>23443.0</c:v>
                </c:pt>
                <c:pt idx="652">
                  <c:v>34063.0</c:v>
                </c:pt>
                <c:pt idx="653">
                  <c:v>26714.0</c:v>
                </c:pt>
                <c:pt idx="654">
                  <c:v>15862.0</c:v>
                </c:pt>
                <c:pt idx="655">
                  <c:v>26778.0</c:v>
                </c:pt>
                <c:pt idx="656">
                  <c:v>21232.0</c:v>
                </c:pt>
                <c:pt idx="657">
                  <c:v>23885.0</c:v>
                </c:pt>
                <c:pt idx="658">
                  <c:v>24185.0</c:v>
                </c:pt>
                <c:pt idx="659">
                  <c:v>23216.0</c:v>
                </c:pt>
                <c:pt idx="660">
                  <c:v>27232.0</c:v>
                </c:pt>
                <c:pt idx="661">
                  <c:v>20636.0</c:v>
                </c:pt>
                <c:pt idx="662">
                  <c:v>23691.0</c:v>
                </c:pt>
                <c:pt idx="663">
                  <c:v>22595.0</c:v>
                </c:pt>
                <c:pt idx="664">
                  <c:v>17120.0</c:v>
                </c:pt>
                <c:pt idx="665">
                  <c:v>26781.0</c:v>
                </c:pt>
                <c:pt idx="666">
                  <c:v>17958.0</c:v>
                </c:pt>
                <c:pt idx="667">
                  <c:v>24052.0</c:v>
                </c:pt>
                <c:pt idx="668">
                  <c:v>27149.0</c:v>
                </c:pt>
                <c:pt idx="669">
                  <c:v>24224.0</c:v>
                </c:pt>
                <c:pt idx="670">
                  <c:v>17840.0</c:v>
                </c:pt>
                <c:pt idx="671">
                  <c:v>19883.0</c:v>
                </c:pt>
                <c:pt idx="672">
                  <c:v>10987.0</c:v>
                </c:pt>
                <c:pt idx="673">
                  <c:v>15651.0</c:v>
                </c:pt>
                <c:pt idx="674">
                  <c:v>21964.0</c:v>
                </c:pt>
                <c:pt idx="675">
                  <c:v>18813.0</c:v>
                </c:pt>
                <c:pt idx="676">
                  <c:v>25823.0</c:v>
                </c:pt>
                <c:pt idx="677">
                  <c:v>29188.0</c:v>
                </c:pt>
                <c:pt idx="678">
                  <c:v>24748.0</c:v>
                </c:pt>
                <c:pt idx="679">
                  <c:v>21795.0</c:v>
                </c:pt>
                <c:pt idx="680">
                  <c:v>34866.0</c:v>
                </c:pt>
                <c:pt idx="681">
                  <c:v>26832.0</c:v>
                </c:pt>
                <c:pt idx="682">
                  <c:v>22037.0</c:v>
                </c:pt>
                <c:pt idx="683">
                  <c:v>17907.0</c:v>
                </c:pt>
                <c:pt idx="684">
                  <c:v>18036.0</c:v>
                </c:pt>
                <c:pt idx="685">
                  <c:v>21615.0</c:v>
                </c:pt>
                <c:pt idx="686">
                  <c:v>29102.0</c:v>
                </c:pt>
                <c:pt idx="687">
                  <c:v>20379.0</c:v>
                </c:pt>
                <c:pt idx="688">
                  <c:v>25605.0</c:v>
                </c:pt>
                <c:pt idx="689">
                  <c:v>24786.0</c:v>
                </c:pt>
                <c:pt idx="690">
                  <c:v>27678.0</c:v>
                </c:pt>
                <c:pt idx="691">
                  <c:v>15171.0</c:v>
                </c:pt>
                <c:pt idx="692">
                  <c:v>23992.0</c:v>
                </c:pt>
                <c:pt idx="693">
                  <c:v>22311.0</c:v>
                </c:pt>
                <c:pt idx="694">
                  <c:v>33109.0</c:v>
                </c:pt>
                <c:pt idx="695">
                  <c:v>20556.0</c:v>
                </c:pt>
                <c:pt idx="696">
                  <c:v>13625.0</c:v>
                </c:pt>
                <c:pt idx="697">
                  <c:v>45609.0</c:v>
                </c:pt>
                <c:pt idx="698">
                  <c:v>25187.0</c:v>
                </c:pt>
                <c:pt idx="699">
                  <c:v>18859.0</c:v>
                </c:pt>
                <c:pt idx="700">
                  <c:v>25969.0</c:v>
                </c:pt>
                <c:pt idx="701">
                  <c:v>28431.0</c:v>
                </c:pt>
                <c:pt idx="702">
                  <c:v>26876.0</c:v>
                </c:pt>
                <c:pt idx="703">
                  <c:v>23036.0</c:v>
                </c:pt>
                <c:pt idx="704">
                  <c:v>27624.0</c:v>
                </c:pt>
                <c:pt idx="705">
                  <c:v>28338.0</c:v>
                </c:pt>
                <c:pt idx="706">
                  <c:v>26720.0</c:v>
                </c:pt>
                <c:pt idx="707">
                  <c:v>22536.0</c:v>
                </c:pt>
                <c:pt idx="708">
                  <c:v>28764.0</c:v>
                </c:pt>
                <c:pt idx="709">
                  <c:v>29814.0</c:v>
                </c:pt>
                <c:pt idx="710">
                  <c:v>30117.0</c:v>
                </c:pt>
                <c:pt idx="711">
                  <c:v>28794.0</c:v>
                </c:pt>
                <c:pt idx="712">
                  <c:v>20289.0</c:v>
                </c:pt>
                <c:pt idx="713">
                  <c:v>22316.0</c:v>
                </c:pt>
                <c:pt idx="714">
                  <c:v>19025.0</c:v>
                </c:pt>
                <c:pt idx="715">
                  <c:v>24335.0</c:v>
                </c:pt>
                <c:pt idx="716">
                  <c:v>45837.0</c:v>
                </c:pt>
                <c:pt idx="717">
                  <c:v>26445.0</c:v>
                </c:pt>
                <c:pt idx="718">
                  <c:v>27958.0</c:v>
                </c:pt>
                <c:pt idx="719">
                  <c:v>32819.0</c:v>
                </c:pt>
                <c:pt idx="720">
                  <c:v>22677.0</c:v>
                </c:pt>
                <c:pt idx="721">
                  <c:v>42217.0</c:v>
                </c:pt>
                <c:pt idx="722">
                  <c:v>24483.0</c:v>
                </c:pt>
                <c:pt idx="723">
                  <c:v>26829.0</c:v>
                </c:pt>
                <c:pt idx="724">
                  <c:v>25287.0</c:v>
                </c:pt>
                <c:pt idx="725">
                  <c:v>19774.0</c:v>
                </c:pt>
                <c:pt idx="726">
                  <c:v>23974.0</c:v>
                </c:pt>
                <c:pt idx="727">
                  <c:v>21312.0</c:v>
                </c:pt>
                <c:pt idx="728">
                  <c:v>21627.0</c:v>
                </c:pt>
                <c:pt idx="729">
                  <c:v>15992.0</c:v>
                </c:pt>
                <c:pt idx="730">
                  <c:v>25451.0</c:v>
                </c:pt>
                <c:pt idx="731">
                  <c:v>17105.0</c:v>
                </c:pt>
                <c:pt idx="732">
                  <c:v>23428.0</c:v>
                </c:pt>
                <c:pt idx="733">
                  <c:v>20610.0</c:v>
                </c:pt>
                <c:pt idx="734">
                  <c:v>11696.0</c:v>
                </c:pt>
                <c:pt idx="735">
                  <c:v>17121.0</c:v>
                </c:pt>
                <c:pt idx="736">
                  <c:v>15794.0</c:v>
                </c:pt>
                <c:pt idx="737">
                  <c:v>21528.0</c:v>
                </c:pt>
                <c:pt idx="738">
                  <c:v>25901.0</c:v>
                </c:pt>
                <c:pt idx="739">
                  <c:v>32002.0</c:v>
                </c:pt>
                <c:pt idx="740">
                  <c:v>31642.0</c:v>
                </c:pt>
                <c:pt idx="741">
                  <c:v>25802.0</c:v>
                </c:pt>
                <c:pt idx="742">
                  <c:v>23480.0</c:v>
                </c:pt>
                <c:pt idx="743">
                  <c:v>25925.0</c:v>
                </c:pt>
                <c:pt idx="744">
                  <c:v>24493.0</c:v>
                </c:pt>
                <c:pt idx="745">
                  <c:v>16578.0</c:v>
                </c:pt>
                <c:pt idx="746">
                  <c:v>21023.0</c:v>
                </c:pt>
                <c:pt idx="747">
                  <c:v>24578.0</c:v>
                </c:pt>
                <c:pt idx="748">
                  <c:v>26679.0</c:v>
                </c:pt>
                <c:pt idx="749">
                  <c:v>23617.0</c:v>
                </c:pt>
                <c:pt idx="750">
                  <c:v>18046.0</c:v>
                </c:pt>
                <c:pt idx="751">
                  <c:v>17323.0</c:v>
                </c:pt>
                <c:pt idx="752">
                  <c:v>24121.0</c:v>
                </c:pt>
                <c:pt idx="753">
                  <c:v>24131.0</c:v>
                </c:pt>
                <c:pt idx="754">
                  <c:v>29807.0</c:v>
                </c:pt>
                <c:pt idx="755">
                  <c:v>26705.0</c:v>
                </c:pt>
                <c:pt idx="756">
                  <c:v>24652.0</c:v>
                </c:pt>
                <c:pt idx="757">
                  <c:v>24811.0</c:v>
                </c:pt>
                <c:pt idx="758">
                  <c:v>26698.0</c:v>
                </c:pt>
                <c:pt idx="759">
                  <c:v>29172.0</c:v>
                </c:pt>
                <c:pt idx="760">
                  <c:v>23538.0</c:v>
                </c:pt>
                <c:pt idx="761">
                  <c:v>19145.0</c:v>
                </c:pt>
                <c:pt idx="762">
                  <c:v>29562.0</c:v>
                </c:pt>
                <c:pt idx="763">
                  <c:v>26072.0</c:v>
                </c:pt>
                <c:pt idx="764">
                  <c:v>26195.0</c:v>
                </c:pt>
                <c:pt idx="765">
                  <c:v>33748.0</c:v>
                </c:pt>
                <c:pt idx="766">
                  <c:v>28610.0</c:v>
                </c:pt>
                <c:pt idx="767">
                  <c:v>21605.0</c:v>
                </c:pt>
                <c:pt idx="768">
                  <c:v>19772.0</c:v>
                </c:pt>
                <c:pt idx="769">
                  <c:v>26300.0</c:v>
                </c:pt>
                <c:pt idx="770">
                  <c:v>23188.0</c:v>
                </c:pt>
                <c:pt idx="771">
                  <c:v>21927.0</c:v>
                </c:pt>
                <c:pt idx="772">
                  <c:v>20942.0</c:v>
                </c:pt>
                <c:pt idx="773">
                  <c:v>37248.0</c:v>
                </c:pt>
                <c:pt idx="774">
                  <c:v>37659.0</c:v>
                </c:pt>
                <c:pt idx="775">
                  <c:v>33898.0</c:v>
                </c:pt>
                <c:pt idx="776">
                  <c:v>18044.0</c:v>
                </c:pt>
                <c:pt idx="777">
                  <c:v>25855.0</c:v>
                </c:pt>
                <c:pt idx="778">
                  <c:v>31438.0</c:v>
                </c:pt>
                <c:pt idx="779">
                  <c:v>39155.0</c:v>
                </c:pt>
                <c:pt idx="780">
                  <c:v>33706.0</c:v>
                </c:pt>
                <c:pt idx="781">
                  <c:v>21861.0</c:v>
                </c:pt>
                <c:pt idx="782">
                  <c:v>26427.0</c:v>
                </c:pt>
                <c:pt idx="783">
                  <c:v>29932.0</c:v>
                </c:pt>
                <c:pt idx="784">
                  <c:v>33537.0</c:v>
                </c:pt>
                <c:pt idx="785">
                  <c:v>18206.0</c:v>
                </c:pt>
                <c:pt idx="786">
                  <c:v>23269.0</c:v>
                </c:pt>
                <c:pt idx="787">
                  <c:v>31038.0</c:v>
                </c:pt>
                <c:pt idx="788">
                  <c:v>30694.0</c:v>
                </c:pt>
                <c:pt idx="789">
                  <c:v>33681.0</c:v>
                </c:pt>
                <c:pt idx="790">
                  <c:v>44371.0</c:v>
                </c:pt>
                <c:pt idx="791">
                  <c:v>23215.0</c:v>
                </c:pt>
                <c:pt idx="792">
                  <c:v>35236.0</c:v>
                </c:pt>
                <c:pt idx="793">
                  <c:v>26340.0</c:v>
                </c:pt>
                <c:pt idx="794">
                  <c:v>39047.0</c:v>
                </c:pt>
                <c:pt idx="795">
                  <c:v>25324.0</c:v>
                </c:pt>
                <c:pt idx="796">
                  <c:v>21442.0</c:v>
                </c:pt>
                <c:pt idx="797">
                  <c:v>25897.0</c:v>
                </c:pt>
                <c:pt idx="798">
                  <c:v>26560.0</c:v>
                </c:pt>
                <c:pt idx="799">
                  <c:v>27861.0</c:v>
                </c:pt>
                <c:pt idx="800">
                  <c:v>29648.0</c:v>
                </c:pt>
                <c:pt idx="801">
                  <c:v>29806.0</c:v>
                </c:pt>
                <c:pt idx="802">
                  <c:v>22278.0</c:v>
                </c:pt>
                <c:pt idx="803">
                  <c:v>30803.0</c:v>
                </c:pt>
                <c:pt idx="804">
                  <c:v>24835.0</c:v>
                </c:pt>
                <c:pt idx="805">
                  <c:v>23642.0</c:v>
                </c:pt>
                <c:pt idx="806">
                  <c:v>22469.0</c:v>
                </c:pt>
                <c:pt idx="807">
                  <c:v>27611.0</c:v>
                </c:pt>
                <c:pt idx="808">
                  <c:v>39437.0</c:v>
                </c:pt>
                <c:pt idx="809">
                  <c:v>27330.0</c:v>
                </c:pt>
                <c:pt idx="810">
                  <c:v>12231.0</c:v>
                </c:pt>
                <c:pt idx="811">
                  <c:v>20437.0</c:v>
                </c:pt>
                <c:pt idx="812">
                  <c:v>23916.0</c:v>
                </c:pt>
                <c:pt idx="813">
                  <c:v>21770.0</c:v>
                </c:pt>
                <c:pt idx="814">
                  <c:v>28012.0</c:v>
                </c:pt>
                <c:pt idx="815">
                  <c:v>29537.0</c:v>
                </c:pt>
                <c:pt idx="816">
                  <c:v>18637.0</c:v>
                </c:pt>
                <c:pt idx="817">
                  <c:v>26403.0</c:v>
                </c:pt>
                <c:pt idx="818">
                  <c:v>46632.0</c:v>
                </c:pt>
                <c:pt idx="819">
                  <c:v>23286.0</c:v>
                </c:pt>
                <c:pt idx="820">
                  <c:v>16925.0</c:v>
                </c:pt>
                <c:pt idx="821">
                  <c:v>37384.0</c:v>
                </c:pt>
                <c:pt idx="822">
                  <c:v>32484.0</c:v>
                </c:pt>
                <c:pt idx="823">
                  <c:v>29663.0</c:v>
                </c:pt>
                <c:pt idx="824">
                  <c:v>36594.0</c:v>
                </c:pt>
                <c:pt idx="825">
                  <c:v>28020.0</c:v>
                </c:pt>
                <c:pt idx="826">
                  <c:v>31730.0</c:v>
                </c:pt>
                <c:pt idx="827">
                  <c:v>32511.0</c:v>
                </c:pt>
                <c:pt idx="828">
                  <c:v>30476.0</c:v>
                </c:pt>
                <c:pt idx="829">
                  <c:v>20152.0</c:v>
                </c:pt>
                <c:pt idx="830">
                  <c:v>32618.0</c:v>
                </c:pt>
                <c:pt idx="831">
                  <c:v>24012.0</c:v>
                </c:pt>
                <c:pt idx="832">
                  <c:v>29047.0</c:v>
                </c:pt>
                <c:pt idx="833">
                  <c:v>27937.0</c:v>
                </c:pt>
                <c:pt idx="834">
                  <c:v>33780.0</c:v>
                </c:pt>
                <c:pt idx="835">
                  <c:v>27647.0</c:v>
                </c:pt>
                <c:pt idx="836">
                  <c:v>26460.0</c:v>
                </c:pt>
                <c:pt idx="837">
                  <c:v>30765.0</c:v>
                </c:pt>
                <c:pt idx="838">
                  <c:v>35246.0</c:v>
                </c:pt>
                <c:pt idx="839">
                  <c:v>28307.0</c:v>
                </c:pt>
                <c:pt idx="840">
                  <c:v>27544.0</c:v>
                </c:pt>
                <c:pt idx="841">
                  <c:v>31814.0</c:v>
                </c:pt>
                <c:pt idx="842">
                  <c:v>28993.0</c:v>
                </c:pt>
                <c:pt idx="843">
                  <c:v>34136.0</c:v>
                </c:pt>
                <c:pt idx="844">
                  <c:v>31800.0</c:v>
                </c:pt>
                <c:pt idx="845">
                  <c:v>29068.0</c:v>
                </c:pt>
                <c:pt idx="846">
                  <c:v>26983.0</c:v>
                </c:pt>
                <c:pt idx="847">
                  <c:v>39142.0</c:v>
                </c:pt>
                <c:pt idx="848">
                  <c:v>29640.0</c:v>
                </c:pt>
                <c:pt idx="849">
                  <c:v>24701.0</c:v>
                </c:pt>
                <c:pt idx="850">
                  <c:v>46201.0</c:v>
                </c:pt>
                <c:pt idx="851">
                  <c:v>27407.0</c:v>
                </c:pt>
                <c:pt idx="852">
                  <c:v>44990.0</c:v>
                </c:pt>
                <c:pt idx="853">
                  <c:v>22018.0</c:v>
                </c:pt>
                <c:pt idx="854">
                  <c:v>22620.0</c:v>
                </c:pt>
                <c:pt idx="855">
                  <c:v>30742.0</c:v>
                </c:pt>
                <c:pt idx="856">
                  <c:v>34580.0</c:v>
                </c:pt>
                <c:pt idx="857">
                  <c:v>33823.0</c:v>
                </c:pt>
                <c:pt idx="858">
                  <c:v>31537.0</c:v>
                </c:pt>
                <c:pt idx="859">
                  <c:v>30807.0</c:v>
                </c:pt>
                <c:pt idx="860">
                  <c:v>40350.0</c:v>
                </c:pt>
                <c:pt idx="861">
                  <c:v>25978.0</c:v>
                </c:pt>
                <c:pt idx="862">
                  <c:v>26080.0</c:v>
                </c:pt>
                <c:pt idx="863">
                  <c:v>15554.0</c:v>
                </c:pt>
                <c:pt idx="864">
                  <c:v>28142.0</c:v>
                </c:pt>
                <c:pt idx="865">
                  <c:v>26853.0</c:v>
                </c:pt>
                <c:pt idx="866">
                  <c:v>36631.0</c:v>
                </c:pt>
                <c:pt idx="867">
                  <c:v>35184.0</c:v>
                </c:pt>
                <c:pt idx="868">
                  <c:v>29098.0</c:v>
                </c:pt>
                <c:pt idx="869">
                  <c:v>35518.0</c:v>
                </c:pt>
                <c:pt idx="870">
                  <c:v>29959.0</c:v>
                </c:pt>
                <c:pt idx="871">
                  <c:v>9170.0</c:v>
                </c:pt>
                <c:pt idx="872">
                  <c:v>32514.0</c:v>
                </c:pt>
                <c:pt idx="873">
                  <c:v>35683.0</c:v>
                </c:pt>
                <c:pt idx="874">
                  <c:v>32516.0</c:v>
                </c:pt>
                <c:pt idx="875">
                  <c:v>25517.0</c:v>
                </c:pt>
                <c:pt idx="876">
                  <c:v>14739.0</c:v>
                </c:pt>
                <c:pt idx="877">
                  <c:v>13522.0</c:v>
                </c:pt>
                <c:pt idx="878">
                  <c:v>43871.0</c:v>
                </c:pt>
                <c:pt idx="879">
                  <c:v>34163.0</c:v>
                </c:pt>
                <c:pt idx="880">
                  <c:v>36099.0</c:v>
                </c:pt>
                <c:pt idx="881">
                  <c:v>30487.0</c:v>
                </c:pt>
                <c:pt idx="882">
                  <c:v>31171.0</c:v>
                </c:pt>
                <c:pt idx="883">
                  <c:v>28037.0</c:v>
                </c:pt>
                <c:pt idx="884">
                  <c:v>24849.0</c:v>
                </c:pt>
                <c:pt idx="885">
                  <c:v>24401.0</c:v>
                </c:pt>
                <c:pt idx="886">
                  <c:v>21561.0</c:v>
                </c:pt>
                <c:pt idx="887">
                  <c:v>29888.0</c:v>
                </c:pt>
                <c:pt idx="888">
                  <c:v>30828.0</c:v>
                </c:pt>
                <c:pt idx="889">
                  <c:v>29102.0</c:v>
                </c:pt>
                <c:pt idx="890">
                  <c:v>33452.0</c:v>
                </c:pt>
                <c:pt idx="891">
                  <c:v>32036.0</c:v>
                </c:pt>
                <c:pt idx="892">
                  <c:v>40452.0</c:v>
                </c:pt>
                <c:pt idx="893">
                  <c:v>10698.0</c:v>
                </c:pt>
                <c:pt idx="894">
                  <c:v>35683.0</c:v>
                </c:pt>
                <c:pt idx="895">
                  <c:v>34293.0</c:v>
                </c:pt>
                <c:pt idx="896">
                  <c:v>26296.0</c:v>
                </c:pt>
                <c:pt idx="897">
                  <c:v>17057.0</c:v>
                </c:pt>
                <c:pt idx="898">
                  <c:v>35167.0</c:v>
                </c:pt>
                <c:pt idx="899">
                  <c:v>28071.0</c:v>
                </c:pt>
                <c:pt idx="900">
                  <c:v>29138.0</c:v>
                </c:pt>
                <c:pt idx="901">
                  <c:v>22690.0</c:v>
                </c:pt>
                <c:pt idx="902">
                  <c:v>35320.0</c:v>
                </c:pt>
                <c:pt idx="903">
                  <c:v>36611.0</c:v>
                </c:pt>
                <c:pt idx="904">
                  <c:v>23167.0</c:v>
                </c:pt>
                <c:pt idx="905">
                  <c:v>39565.0</c:v>
                </c:pt>
                <c:pt idx="906">
                  <c:v>20780.0</c:v>
                </c:pt>
                <c:pt idx="907">
                  <c:v>30182.0</c:v>
                </c:pt>
                <c:pt idx="908">
                  <c:v>26170.0</c:v>
                </c:pt>
                <c:pt idx="909">
                  <c:v>29232.0</c:v>
                </c:pt>
                <c:pt idx="910">
                  <c:v>17874.0</c:v>
                </c:pt>
                <c:pt idx="911">
                  <c:v>30217.0</c:v>
                </c:pt>
                <c:pt idx="912">
                  <c:v>37702.0</c:v>
                </c:pt>
                <c:pt idx="913">
                  <c:v>36964.0</c:v>
                </c:pt>
                <c:pt idx="914">
                  <c:v>25424.0</c:v>
                </c:pt>
                <c:pt idx="915">
                  <c:v>17304.0</c:v>
                </c:pt>
                <c:pt idx="916">
                  <c:v>29841.0</c:v>
                </c:pt>
                <c:pt idx="917">
                  <c:v>29214.0</c:v>
                </c:pt>
                <c:pt idx="918">
                  <c:v>14780.0</c:v>
                </c:pt>
                <c:pt idx="919">
                  <c:v>35156.0</c:v>
                </c:pt>
                <c:pt idx="920">
                  <c:v>36270.0</c:v>
                </c:pt>
                <c:pt idx="921">
                  <c:v>25272.0</c:v>
                </c:pt>
                <c:pt idx="922">
                  <c:v>22166.0</c:v>
                </c:pt>
                <c:pt idx="923">
                  <c:v>32990.0</c:v>
                </c:pt>
                <c:pt idx="924">
                  <c:v>37768.0</c:v>
                </c:pt>
                <c:pt idx="925">
                  <c:v>27417.0</c:v>
                </c:pt>
                <c:pt idx="926">
                  <c:v>22204.0</c:v>
                </c:pt>
                <c:pt idx="927">
                  <c:v>17739.0</c:v>
                </c:pt>
                <c:pt idx="928">
                  <c:v>24510.0</c:v>
                </c:pt>
                <c:pt idx="929">
                  <c:v>28230.0</c:v>
                </c:pt>
                <c:pt idx="930">
                  <c:v>31339.0</c:v>
                </c:pt>
                <c:pt idx="931">
                  <c:v>39403.0</c:v>
                </c:pt>
                <c:pt idx="932">
                  <c:v>24489.0</c:v>
                </c:pt>
                <c:pt idx="933">
                  <c:v>17805.0</c:v>
                </c:pt>
                <c:pt idx="934">
                  <c:v>26272.0</c:v>
                </c:pt>
                <c:pt idx="935">
                  <c:v>26308.0</c:v>
                </c:pt>
                <c:pt idx="936">
                  <c:v>34255.0</c:v>
                </c:pt>
                <c:pt idx="937">
                  <c:v>40426.0</c:v>
                </c:pt>
                <c:pt idx="938">
                  <c:v>14254.0</c:v>
                </c:pt>
                <c:pt idx="939">
                  <c:v>25427.0</c:v>
                </c:pt>
                <c:pt idx="940">
                  <c:v>25972.0</c:v>
                </c:pt>
                <c:pt idx="941">
                  <c:v>27595.0</c:v>
                </c:pt>
                <c:pt idx="942">
                  <c:v>32369.0</c:v>
                </c:pt>
                <c:pt idx="943">
                  <c:v>41937.0</c:v>
                </c:pt>
                <c:pt idx="944">
                  <c:v>34314.0</c:v>
                </c:pt>
                <c:pt idx="945">
                  <c:v>13259.0</c:v>
                </c:pt>
                <c:pt idx="946">
                  <c:v>43569.0</c:v>
                </c:pt>
                <c:pt idx="947">
                  <c:v>33023.0</c:v>
                </c:pt>
                <c:pt idx="948">
                  <c:v>16341.0</c:v>
                </c:pt>
                <c:pt idx="949">
                  <c:v>34784.0</c:v>
                </c:pt>
                <c:pt idx="950">
                  <c:v>38412.0</c:v>
                </c:pt>
                <c:pt idx="951">
                  <c:v>20114.0</c:v>
                </c:pt>
                <c:pt idx="952">
                  <c:v>31416.0</c:v>
                </c:pt>
                <c:pt idx="953">
                  <c:v>12836.0</c:v>
                </c:pt>
                <c:pt idx="954">
                  <c:v>29011.0</c:v>
                </c:pt>
                <c:pt idx="955">
                  <c:v>43228.0</c:v>
                </c:pt>
                <c:pt idx="956">
                  <c:v>31456.0</c:v>
                </c:pt>
                <c:pt idx="957">
                  <c:v>45005.0</c:v>
                </c:pt>
                <c:pt idx="958">
                  <c:v>32698.0</c:v>
                </c:pt>
                <c:pt idx="959">
                  <c:v>24570.0</c:v>
                </c:pt>
                <c:pt idx="960">
                  <c:v>29279.0</c:v>
                </c:pt>
                <c:pt idx="961">
                  <c:v>34773.0</c:v>
                </c:pt>
                <c:pt idx="962">
                  <c:v>36674.0</c:v>
                </c:pt>
                <c:pt idx="963">
                  <c:v>7200.0</c:v>
                </c:pt>
                <c:pt idx="964">
                  <c:v>11080.0</c:v>
                </c:pt>
                <c:pt idx="965">
                  <c:v>37846.0</c:v>
                </c:pt>
                <c:pt idx="966">
                  <c:v>39437.0</c:v>
                </c:pt>
                <c:pt idx="967">
                  <c:v>14851.0</c:v>
                </c:pt>
                <c:pt idx="968">
                  <c:v>5084.0</c:v>
                </c:pt>
                <c:pt idx="969">
                  <c:v>30026.0</c:v>
                </c:pt>
              </c:numCache>
            </c:numRef>
          </c:xVal>
          <c:yVal>
            <c:numRef>
              <c:f>Sheet1!$B$2:$B$971</c:f>
              <c:numCache>
                <c:formatCode>General</c:formatCode>
                <c:ptCount val="970"/>
                <c:pt idx="0">
                  <c:v>18791.0</c:v>
                </c:pt>
                <c:pt idx="1">
                  <c:v>19174.0</c:v>
                </c:pt>
                <c:pt idx="2">
                  <c:v>19424.0</c:v>
                </c:pt>
                <c:pt idx="3">
                  <c:v>20402.0</c:v>
                </c:pt>
                <c:pt idx="4">
                  <c:v>21063.0</c:v>
                </c:pt>
                <c:pt idx="5">
                  <c:v>21114.0</c:v>
                </c:pt>
                <c:pt idx="6">
                  <c:v>21114.0</c:v>
                </c:pt>
                <c:pt idx="7">
                  <c:v>21885.0</c:v>
                </c:pt>
                <c:pt idx="8">
                  <c:v>21885.0</c:v>
                </c:pt>
                <c:pt idx="9">
                  <c:v>21885.0</c:v>
                </c:pt>
                <c:pt idx="10">
                  <c:v>21885.0</c:v>
                </c:pt>
                <c:pt idx="11">
                  <c:v>22263.0</c:v>
                </c:pt>
                <c:pt idx="12">
                  <c:v>22394.0</c:v>
                </c:pt>
                <c:pt idx="13">
                  <c:v>22516.0</c:v>
                </c:pt>
                <c:pt idx="14">
                  <c:v>22539.0</c:v>
                </c:pt>
                <c:pt idx="15">
                  <c:v>22797.0</c:v>
                </c:pt>
                <c:pt idx="16">
                  <c:v>22797.0</c:v>
                </c:pt>
                <c:pt idx="17">
                  <c:v>22797.0</c:v>
                </c:pt>
                <c:pt idx="18">
                  <c:v>22842.0</c:v>
                </c:pt>
                <c:pt idx="19">
                  <c:v>22843.0</c:v>
                </c:pt>
                <c:pt idx="20">
                  <c:v>22851.0</c:v>
                </c:pt>
                <c:pt idx="21">
                  <c:v>23125.0</c:v>
                </c:pt>
                <c:pt idx="22">
                  <c:v>24041.0</c:v>
                </c:pt>
                <c:pt idx="23">
                  <c:v>24185.0</c:v>
                </c:pt>
                <c:pt idx="24">
                  <c:v>24187.0</c:v>
                </c:pt>
                <c:pt idx="25">
                  <c:v>24347.0</c:v>
                </c:pt>
                <c:pt idx="26">
                  <c:v>24488.0</c:v>
                </c:pt>
                <c:pt idx="27">
                  <c:v>25833.0</c:v>
                </c:pt>
                <c:pt idx="28">
                  <c:v>25915.0</c:v>
                </c:pt>
                <c:pt idx="29">
                  <c:v>26407.0</c:v>
                </c:pt>
                <c:pt idx="30">
                  <c:v>27399.0</c:v>
                </c:pt>
                <c:pt idx="31">
                  <c:v>27620.0</c:v>
                </c:pt>
                <c:pt idx="32">
                  <c:v>27904.0</c:v>
                </c:pt>
                <c:pt idx="33">
                  <c:v>27908.0</c:v>
                </c:pt>
                <c:pt idx="34">
                  <c:v>28130.0</c:v>
                </c:pt>
                <c:pt idx="35">
                  <c:v>28181.0</c:v>
                </c:pt>
                <c:pt idx="36">
                  <c:v>28263.0</c:v>
                </c:pt>
                <c:pt idx="37">
                  <c:v>28285.0</c:v>
                </c:pt>
                <c:pt idx="38">
                  <c:v>28625.0</c:v>
                </c:pt>
                <c:pt idx="39">
                  <c:v>29347.0</c:v>
                </c:pt>
                <c:pt idx="40">
                  <c:v>29601.0</c:v>
                </c:pt>
                <c:pt idx="41">
                  <c:v>29667.0</c:v>
                </c:pt>
                <c:pt idx="42">
                  <c:v>29731.0</c:v>
                </c:pt>
                <c:pt idx="43">
                  <c:v>29761.0</c:v>
                </c:pt>
                <c:pt idx="44">
                  <c:v>30032.0</c:v>
                </c:pt>
                <c:pt idx="45">
                  <c:v>30265.0</c:v>
                </c:pt>
                <c:pt idx="46">
                  <c:v>30334.0</c:v>
                </c:pt>
                <c:pt idx="47">
                  <c:v>30381.0</c:v>
                </c:pt>
                <c:pt idx="48">
                  <c:v>30455.0</c:v>
                </c:pt>
                <c:pt idx="49">
                  <c:v>30847.0</c:v>
                </c:pt>
                <c:pt idx="50">
                  <c:v>30864.0</c:v>
                </c:pt>
                <c:pt idx="51">
                  <c:v>31021.0</c:v>
                </c:pt>
                <c:pt idx="52">
                  <c:v>31052.0</c:v>
                </c:pt>
                <c:pt idx="53">
                  <c:v>31297.0</c:v>
                </c:pt>
                <c:pt idx="54">
                  <c:v>31329.0</c:v>
                </c:pt>
                <c:pt idx="55">
                  <c:v>31329.0</c:v>
                </c:pt>
                <c:pt idx="56">
                  <c:v>31453.0</c:v>
                </c:pt>
                <c:pt idx="57">
                  <c:v>31537.0</c:v>
                </c:pt>
                <c:pt idx="58">
                  <c:v>31899.0</c:v>
                </c:pt>
                <c:pt idx="59">
                  <c:v>32077.0</c:v>
                </c:pt>
                <c:pt idx="60">
                  <c:v>32191.0</c:v>
                </c:pt>
                <c:pt idx="61">
                  <c:v>32244.0</c:v>
                </c:pt>
                <c:pt idx="62">
                  <c:v>32284.0</c:v>
                </c:pt>
                <c:pt idx="63">
                  <c:v>32344.0</c:v>
                </c:pt>
                <c:pt idx="64">
                  <c:v>32374.0</c:v>
                </c:pt>
                <c:pt idx="65">
                  <c:v>32623.0</c:v>
                </c:pt>
                <c:pt idx="66">
                  <c:v>32900.0</c:v>
                </c:pt>
                <c:pt idx="67">
                  <c:v>33059.0</c:v>
                </c:pt>
                <c:pt idx="68">
                  <c:v>33440.0</c:v>
                </c:pt>
                <c:pt idx="69">
                  <c:v>33749.0</c:v>
                </c:pt>
                <c:pt idx="70">
                  <c:v>34028.0</c:v>
                </c:pt>
                <c:pt idx="71">
                  <c:v>34058.0</c:v>
                </c:pt>
                <c:pt idx="72">
                  <c:v>34084.0</c:v>
                </c:pt>
                <c:pt idx="73">
                  <c:v>34087.0</c:v>
                </c:pt>
                <c:pt idx="74">
                  <c:v>34238.0</c:v>
                </c:pt>
                <c:pt idx="75">
                  <c:v>34238.0</c:v>
                </c:pt>
                <c:pt idx="76">
                  <c:v>34238.0</c:v>
                </c:pt>
                <c:pt idx="77">
                  <c:v>34238.0</c:v>
                </c:pt>
                <c:pt idx="78">
                  <c:v>34334.0</c:v>
                </c:pt>
                <c:pt idx="79">
                  <c:v>34585.0</c:v>
                </c:pt>
                <c:pt idx="80">
                  <c:v>34994.0</c:v>
                </c:pt>
                <c:pt idx="81">
                  <c:v>35087.0</c:v>
                </c:pt>
                <c:pt idx="82">
                  <c:v>35106.0</c:v>
                </c:pt>
                <c:pt idx="83">
                  <c:v>35285.0</c:v>
                </c:pt>
                <c:pt idx="84">
                  <c:v>35399.0</c:v>
                </c:pt>
                <c:pt idx="85">
                  <c:v>35537.0</c:v>
                </c:pt>
                <c:pt idx="86">
                  <c:v>35695.0</c:v>
                </c:pt>
                <c:pt idx="87">
                  <c:v>35806.0</c:v>
                </c:pt>
                <c:pt idx="88">
                  <c:v>35808.0</c:v>
                </c:pt>
                <c:pt idx="89">
                  <c:v>35816.0</c:v>
                </c:pt>
                <c:pt idx="90">
                  <c:v>35895.0</c:v>
                </c:pt>
                <c:pt idx="91">
                  <c:v>36069.0</c:v>
                </c:pt>
                <c:pt idx="92">
                  <c:v>36205.0</c:v>
                </c:pt>
                <c:pt idx="93">
                  <c:v>36227.0</c:v>
                </c:pt>
                <c:pt idx="94">
                  <c:v>36232.0</c:v>
                </c:pt>
                <c:pt idx="95">
                  <c:v>36297.0</c:v>
                </c:pt>
                <c:pt idx="96">
                  <c:v>36515.0</c:v>
                </c:pt>
                <c:pt idx="97">
                  <c:v>36586.0</c:v>
                </c:pt>
                <c:pt idx="98">
                  <c:v>36791.0</c:v>
                </c:pt>
                <c:pt idx="99">
                  <c:v>37037.0</c:v>
                </c:pt>
                <c:pt idx="100">
                  <c:v>37101.0</c:v>
                </c:pt>
                <c:pt idx="101">
                  <c:v>37213.0</c:v>
                </c:pt>
                <c:pt idx="102">
                  <c:v>37246.0</c:v>
                </c:pt>
                <c:pt idx="103">
                  <c:v>37335.0</c:v>
                </c:pt>
                <c:pt idx="104">
                  <c:v>37408.0</c:v>
                </c:pt>
                <c:pt idx="105">
                  <c:v>37590.0</c:v>
                </c:pt>
                <c:pt idx="106">
                  <c:v>37674.0</c:v>
                </c:pt>
                <c:pt idx="107">
                  <c:v>37683.0</c:v>
                </c:pt>
                <c:pt idx="108">
                  <c:v>37815.0</c:v>
                </c:pt>
                <c:pt idx="109">
                  <c:v>37862.0</c:v>
                </c:pt>
                <c:pt idx="110">
                  <c:v>37921.0</c:v>
                </c:pt>
                <c:pt idx="111">
                  <c:v>37939.0</c:v>
                </c:pt>
                <c:pt idx="112">
                  <c:v>37975.0</c:v>
                </c:pt>
                <c:pt idx="113">
                  <c:v>37988.0</c:v>
                </c:pt>
                <c:pt idx="114">
                  <c:v>38008.0</c:v>
                </c:pt>
                <c:pt idx="115">
                  <c:v>38054.0</c:v>
                </c:pt>
                <c:pt idx="116">
                  <c:v>38077.0</c:v>
                </c:pt>
                <c:pt idx="117">
                  <c:v>38237.0</c:v>
                </c:pt>
                <c:pt idx="118">
                  <c:v>38264.0</c:v>
                </c:pt>
                <c:pt idx="119">
                  <c:v>38461.0</c:v>
                </c:pt>
                <c:pt idx="120">
                  <c:v>38478.0</c:v>
                </c:pt>
                <c:pt idx="121">
                  <c:v>38510.0</c:v>
                </c:pt>
                <c:pt idx="122">
                  <c:v>38575.0</c:v>
                </c:pt>
                <c:pt idx="123">
                  <c:v>38656.0</c:v>
                </c:pt>
                <c:pt idx="124">
                  <c:v>38710.0</c:v>
                </c:pt>
                <c:pt idx="125">
                  <c:v>38728.0</c:v>
                </c:pt>
                <c:pt idx="126">
                  <c:v>38772.0</c:v>
                </c:pt>
                <c:pt idx="127">
                  <c:v>38798.0</c:v>
                </c:pt>
                <c:pt idx="128">
                  <c:v>38823.0</c:v>
                </c:pt>
                <c:pt idx="129">
                  <c:v>38840.0</c:v>
                </c:pt>
                <c:pt idx="130">
                  <c:v>38890.0</c:v>
                </c:pt>
                <c:pt idx="131">
                  <c:v>39015.0</c:v>
                </c:pt>
                <c:pt idx="132">
                  <c:v>39019.0</c:v>
                </c:pt>
                <c:pt idx="133">
                  <c:v>39043.0</c:v>
                </c:pt>
                <c:pt idx="134">
                  <c:v>39118.0</c:v>
                </c:pt>
                <c:pt idx="135">
                  <c:v>39143.0</c:v>
                </c:pt>
                <c:pt idx="136">
                  <c:v>39169.0</c:v>
                </c:pt>
                <c:pt idx="137">
                  <c:v>39169.0</c:v>
                </c:pt>
                <c:pt idx="138">
                  <c:v>39184.0</c:v>
                </c:pt>
                <c:pt idx="139">
                  <c:v>39313.0</c:v>
                </c:pt>
                <c:pt idx="140">
                  <c:v>39334.0</c:v>
                </c:pt>
                <c:pt idx="141">
                  <c:v>39343.0</c:v>
                </c:pt>
                <c:pt idx="142">
                  <c:v>39459.0</c:v>
                </c:pt>
                <c:pt idx="143">
                  <c:v>39466.0</c:v>
                </c:pt>
                <c:pt idx="144">
                  <c:v>39488.0</c:v>
                </c:pt>
                <c:pt idx="145">
                  <c:v>39605.0</c:v>
                </c:pt>
                <c:pt idx="146">
                  <c:v>39714.0</c:v>
                </c:pt>
                <c:pt idx="147">
                  <c:v>39714.0</c:v>
                </c:pt>
                <c:pt idx="148">
                  <c:v>39726.0</c:v>
                </c:pt>
                <c:pt idx="149">
                  <c:v>39734.0</c:v>
                </c:pt>
                <c:pt idx="150">
                  <c:v>39844.0</c:v>
                </c:pt>
                <c:pt idx="151">
                  <c:v>39874.0</c:v>
                </c:pt>
                <c:pt idx="152">
                  <c:v>39948.0</c:v>
                </c:pt>
                <c:pt idx="153">
                  <c:v>40076.0</c:v>
                </c:pt>
                <c:pt idx="154">
                  <c:v>40220.0</c:v>
                </c:pt>
                <c:pt idx="155">
                  <c:v>40305.0</c:v>
                </c:pt>
                <c:pt idx="156">
                  <c:v>40331.0</c:v>
                </c:pt>
                <c:pt idx="157">
                  <c:v>40421.0</c:v>
                </c:pt>
                <c:pt idx="158">
                  <c:v>40448.0</c:v>
                </c:pt>
                <c:pt idx="159">
                  <c:v>40552.0</c:v>
                </c:pt>
                <c:pt idx="160">
                  <c:v>40582.0</c:v>
                </c:pt>
                <c:pt idx="161">
                  <c:v>40659.0</c:v>
                </c:pt>
                <c:pt idx="162">
                  <c:v>40738.0</c:v>
                </c:pt>
                <c:pt idx="163">
                  <c:v>40817.0</c:v>
                </c:pt>
                <c:pt idx="164">
                  <c:v>40872.0</c:v>
                </c:pt>
                <c:pt idx="165">
                  <c:v>40917.0</c:v>
                </c:pt>
                <c:pt idx="166">
                  <c:v>40968.0</c:v>
                </c:pt>
                <c:pt idx="167">
                  <c:v>40979.0</c:v>
                </c:pt>
                <c:pt idx="168">
                  <c:v>40998.0</c:v>
                </c:pt>
                <c:pt idx="169">
                  <c:v>41038.0</c:v>
                </c:pt>
                <c:pt idx="170">
                  <c:v>41103.0</c:v>
                </c:pt>
                <c:pt idx="171">
                  <c:v>41120.0</c:v>
                </c:pt>
                <c:pt idx="172">
                  <c:v>41219.0</c:v>
                </c:pt>
                <c:pt idx="173">
                  <c:v>41253.0</c:v>
                </c:pt>
                <c:pt idx="174">
                  <c:v>41277.0</c:v>
                </c:pt>
                <c:pt idx="175">
                  <c:v>41281.0</c:v>
                </c:pt>
                <c:pt idx="176">
                  <c:v>41326.0</c:v>
                </c:pt>
                <c:pt idx="177">
                  <c:v>41407.0</c:v>
                </c:pt>
                <c:pt idx="178">
                  <c:v>41437.0</c:v>
                </c:pt>
                <c:pt idx="179">
                  <c:v>41451.0</c:v>
                </c:pt>
                <c:pt idx="180">
                  <c:v>41484.0</c:v>
                </c:pt>
                <c:pt idx="181">
                  <c:v>41523.0</c:v>
                </c:pt>
                <c:pt idx="182">
                  <c:v>41541.0</c:v>
                </c:pt>
                <c:pt idx="183">
                  <c:v>41587.0</c:v>
                </c:pt>
                <c:pt idx="184">
                  <c:v>41589.0</c:v>
                </c:pt>
                <c:pt idx="185">
                  <c:v>41610.0</c:v>
                </c:pt>
                <c:pt idx="186">
                  <c:v>41656.0</c:v>
                </c:pt>
                <c:pt idx="187">
                  <c:v>41735.0</c:v>
                </c:pt>
                <c:pt idx="188">
                  <c:v>41748.0</c:v>
                </c:pt>
                <c:pt idx="189">
                  <c:v>41748.0</c:v>
                </c:pt>
                <c:pt idx="190">
                  <c:v>41748.0</c:v>
                </c:pt>
                <c:pt idx="191">
                  <c:v>41771.0</c:v>
                </c:pt>
                <c:pt idx="192">
                  <c:v>41812.0</c:v>
                </c:pt>
                <c:pt idx="193">
                  <c:v>41886.0</c:v>
                </c:pt>
                <c:pt idx="194">
                  <c:v>41886.0</c:v>
                </c:pt>
                <c:pt idx="195">
                  <c:v>41886.0</c:v>
                </c:pt>
                <c:pt idx="196">
                  <c:v>41948.0</c:v>
                </c:pt>
                <c:pt idx="197">
                  <c:v>41963.0</c:v>
                </c:pt>
                <c:pt idx="198">
                  <c:v>41966.0</c:v>
                </c:pt>
                <c:pt idx="199">
                  <c:v>41968.0</c:v>
                </c:pt>
                <c:pt idx="200">
                  <c:v>42001.0</c:v>
                </c:pt>
                <c:pt idx="201">
                  <c:v>42006.0</c:v>
                </c:pt>
                <c:pt idx="202">
                  <c:v>42011.0</c:v>
                </c:pt>
                <c:pt idx="203">
                  <c:v>42152.0</c:v>
                </c:pt>
                <c:pt idx="204">
                  <c:v>42173.0</c:v>
                </c:pt>
                <c:pt idx="205">
                  <c:v>42315.0</c:v>
                </c:pt>
                <c:pt idx="206">
                  <c:v>42333.0</c:v>
                </c:pt>
                <c:pt idx="207">
                  <c:v>42360.0</c:v>
                </c:pt>
                <c:pt idx="208">
                  <c:v>42432.0</c:v>
                </c:pt>
                <c:pt idx="209">
                  <c:v>42441.0</c:v>
                </c:pt>
                <c:pt idx="210">
                  <c:v>42445.0</c:v>
                </c:pt>
                <c:pt idx="211">
                  <c:v>42489.0</c:v>
                </c:pt>
                <c:pt idx="212">
                  <c:v>42599.0</c:v>
                </c:pt>
                <c:pt idx="213">
                  <c:v>42616.0</c:v>
                </c:pt>
                <c:pt idx="214">
                  <c:v>42616.0</c:v>
                </c:pt>
                <c:pt idx="215">
                  <c:v>42628.0</c:v>
                </c:pt>
                <c:pt idx="216">
                  <c:v>42661.0</c:v>
                </c:pt>
                <c:pt idx="217">
                  <c:v>42687.0</c:v>
                </c:pt>
                <c:pt idx="218">
                  <c:v>42766.0</c:v>
                </c:pt>
                <c:pt idx="219">
                  <c:v>42772.0</c:v>
                </c:pt>
                <c:pt idx="220">
                  <c:v>42825.0</c:v>
                </c:pt>
                <c:pt idx="221">
                  <c:v>42825.0</c:v>
                </c:pt>
                <c:pt idx="222">
                  <c:v>42903.0</c:v>
                </c:pt>
                <c:pt idx="223">
                  <c:v>42933.0</c:v>
                </c:pt>
                <c:pt idx="224">
                  <c:v>42969.0</c:v>
                </c:pt>
                <c:pt idx="225">
                  <c:v>43023.0</c:v>
                </c:pt>
                <c:pt idx="226">
                  <c:v>43102.0</c:v>
                </c:pt>
                <c:pt idx="227">
                  <c:v>43124.0</c:v>
                </c:pt>
                <c:pt idx="228">
                  <c:v>43139.0</c:v>
                </c:pt>
                <c:pt idx="229">
                  <c:v>43148.0</c:v>
                </c:pt>
                <c:pt idx="230">
                  <c:v>43163.0</c:v>
                </c:pt>
                <c:pt idx="231">
                  <c:v>43180.0</c:v>
                </c:pt>
                <c:pt idx="232">
                  <c:v>43368.0</c:v>
                </c:pt>
                <c:pt idx="233">
                  <c:v>43381.0</c:v>
                </c:pt>
                <c:pt idx="234">
                  <c:v>43491.0</c:v>
                </c:pt>
                <c:pt idx="235">
                  <c:v>43545.0</c:v>
                </c:pt>
                <c:pt idx="236">
                  <c:v>43555.0</c:v>
                </c:pt>
                <c:pt idx="237">
                  <c:v>43640.0</c:v>
                </c:pt>
                <c:pt idx="238">
                  <c:v>43659.0</c:v>
                </c:pt>
                <c:pt idx="239">
                  <c:v>43706.0</c:v>
                </c:pt>
                <c:pt idx="240">
                  <c:v>43728.0</c:v>
                </c:pt>
                <c:pt idx="241">
                  <c:v>43765.0</c:v>
                </c:pt>
                <c:pt idx="242">
                  <c:v>43767.0</c:v>
                </c:pt>
                <c:pt idx="243">
                  <c:v>43846.0</c:v>
                </c:pt>
                <c:pt idx="244">
                  <c:v>43878.0</c:v>
                </c:pt>
                <c:pt idx="245">
                  <c:v>44008.0</c:v>
                </c:pt>
                <c:pt idx="246">
                  <c:v>44012.0</c:v>
                </c:pt>
                <c:pt idx="247">
                  <c:v>44061.0</c:v>
                </c:pt>
                <c:pt idx="248">
                  <c:v>44136.0</c:v>
                </c:pt>
                <c:pt idx="249">
                  <c:v>44160.0</c:v>
                </c:pt>
                <c:pt idx="250">
                  <c:v>44195.0</c:v>
                </c:pt>
                <c:pt idx="251">
                  <c:v>44199.0</c:v>
                </c:pt>
                <c:pt idx="252">
                  <c:v>44231.0</c:v>
                </c:pt>
                <c:pt idx="253">
                  <c:v>44242.0</c:v>
                </c:pt>
                <c:pt idx="254">
                  <c:v>44293.0</c:v>
                </c:pt>
                <c:pt idx="255">
                  <c:v>44315.0</c:v>
                </c:pt>
                <c:pt idx="256">
                  <c:v>44360.0</c:v>
                </c:pt>
                <c:pt idx="257">
                  <c:v>44385.0</c:v>
                </c:pt>
                <c:pt idx="258">
                  <c:v>44448.0</c:v>
                </c:pt>
                <c:pt idx="259">
                  <c:v>44503.0</c:v>
                </c:pt>
                <c:pt idx="260">
                  <c:v>44504.0</c:v>
                </c:pt>
                <c:pt idx="261">
                  <c:v>44509.0</c:v>
                </c:pt>
                <c:pt idx="262">
                  <c:v>44574.0</c:v>
                </c:pt>
                <c:pt idx="263">
                  <c:v>44613.0</c:v>
                </c:pt>
                <c:pt idx="264">
                  <c:v>44617.0</c:v>
                </c:pt>
                <c:pt idx="265">
                  <c:v>44642.0</c:v>
                </c:pt>
                <c:pt idx="266">
                  <c:v>44658.0</c:v>
                </c:pt>
                <c:pt idx="267">
                  <c:v>44726.0</c:v>
                </c:pt>
                <c:pt idx="268">
                  <c:v>44729.0</c:v>
                </c:pt>
                <c:pt idx="269">
                  <c:v>44736.0</c:v>
                </c:pt>
                <c:pt idx="270">
                  <c:v>44812.0</c:v>
                </c:pt>
                <c:pt idx="271">
                  <c:v>44832.0</c:v>
                </c:pt>
                <c:pt idx="272">
                  <c:v>44859.0</c:v>
                </c:pt>
                <c:pt idx="273">
                  <c:v>44873.0</c:v>
                </c:pt>
                <c:pt idx="274">
                  <c:v>44919.0</c:v>
                </c:pt>
                <c:pt idx="275">
                  <c:v>44968.0</c:v>
                </c:pt>
                <c:pt idx="276">
                  <c:v>44973.0</c:v>
                </c:pt>
                <c:pt idx="277">
                  <c:v>44983.0</c:v>
                </c:pt>
                <c:pt idx="278">
                  <c:v>45009.0</c:v>
                </c:pt>
                <c:pt idx="279">
                  <c:v>45033.0</c:v>
                </c:pt>
                <c:pt idx="280">
                  <c:v>45073.0</c:v>
                </c:pt>
                <c:pt idx="281">
                  <c:v>45094.0</c:v>
                </c:pt>
                <c:pt idx="282">
                  <c:v>45115.0</c:v>
                </c:pt>
                <c:pt idx="283">
                  <c:v>45140.0</c:v>
                </c:pt>
                <c:pt idx="284">
                  <c:v>45141.0</c:v>
                </c:pt>
                <c:pt idx="285">
                  <c:v>45145.0</c:v>
                </c:pt>
                <c:pt idx="286">
                  <c:v>45181.0</c:v>
                </c:pt>
                <c:pt idx="287">
                  <c:v>45183.0</c:v>
                </c:pt>
                <c:pt idx="288">
                  <c:v>45187.0</c:v>
                </c:pt>
                <c:pt idx="289">
                  <c:v>45222.0</c:v>
                </c:pt>
                <c:pt idx="290">
                  <c:v>45251.0</c:v>
                </c:pt>
                <c:pt idx="291">
                  <c:v>45255.0</c:v>
                </c:pt>
                <c:pt idx="292">
                  <c:v>45268.0</c:v>
                </c:pt>
                <c:pt idx="293">
                  <c:v>45282.0</c:v>
                </c:pt>
                <c:pt idx="294">
                  <c:v>45299.0</c:v>
                </c:pt>
                <c:pt idx="295">
                  <c:v>45408.0</c:v>
                </c:pt>
                <c:pt idx="296">
                  <c:v>45416.0</c:v>
                </c:pt>
                <c:pt idx="297">
                  <c:v>45424.0</c:v>
                </c:pt>
                <c:pt idx="298">
                  <c:v>45450.0</c:v>
                </c:pt>
                <c:pt idx="299">
                  <c:v>45455.0</c:v>
                </c:pt>
                <c:pt idx="300">
                  <c:v>45499.0</c:v>
                </c:pt>
                <c:pt idx="301">
                  <c:v>45507.0</c:v>
                </c:pt>
                <c:pt idx="302">
                  <c:v>45508.0</c:v>
                </c:pt>
                <c:pt idx="303">
                  <c:v>45512.0</c:v>
                </c:pt>
                <c:pt idx="304">
                  <c:v>45558.0</c:v>
                </c:pt>
                <c:pt idx="305">
                  <c:v>45600.0</c:v>
                </c:pt>
                <c:pt idx="306">
                  <c:v>45604.0</c:v>
                </c:pt>
                <c:pt idx="307">
                  <c:v>45624.0</c:v>
                </c:pt>
                <c:pt idx="308">
                  <c:v>45633.0</c:v>
                </c:pt>
                <c:pt idx="309">
                  <c:v>45652.0</c:v>
                </c:pt>
                <c:pt idx="310">
                  <c:v>45652.0</c:v>
                </c:pt>
                <c:pt idx="311">
                  <c:v>45661.0</c:v>
                </c:pt>
                <c:pt idx="312">
                  <c:v>45701.0</c:v>
                </c:pt>
                <c:pt idx="313">
                  <c:v>45722.0</c:v>
                </c:pt>
                <c:pt idx="314">
                  <c:v>45735.0</c:v>
                </c:pt>
                <c:pt idx="315">
                  <c:v>45765.0</c:v>
                </c:pt>
                <c:pt idx="316">
                  <c:v>45838.0</c:v>
                </c:pt>
                <c:pt idx="317">
                  <c:v>45876.0</c:v>
                </c:pt>
                <c:pt idx="318">
                  <c:v>45925.0</c:v>
                </c:pt>
                <c:pt idx="319">
                  <c:v>45931.0</c:v>
                </c:pt>
                <c:pt idx="320">
                  <c:v>45995.0</c:v>
                </c:pt>
                <c:pt idx="321">
                  <c:v>46065.0</c:v>
                </c:pt>
                <c:pt idx="322">
                  <c:v>46112.0</c:v>
                </c:pt>
                <c:pt idx="323">
                  <c:v>46151.0</c:v>
                </c:pt>
                <c:pt idx="324">
                  <c:v>46166.0</c:v>
                </c:pt>
                <c:pt idx="325">
                  <c:v>46249.0</c:v>
                </c:pt>
                <c:pt idx="326">
                  <c:v>46296.0</c:v>
                </c:pt>
                <c:pt idx="327">
                  <c:v>46325.0</c:v>
                </c:pt>
                <c:pt idx="328">
                  <c:v>46461.0</c:v>
                </c:pt>
                <c:pt idx="329">
                  <c:v>46471.0</c:v>
                </c:pt>
                <c:pt idx="330">
                  <c:v>46475.0</c:v>
                </c:pt>
                <c:pt idx="331">
                  <c:v>46486.0</c:v>
                </c:pt>
                <c:pt idx="332">
                  <c:v>46512.0</c:v>
                </c:pt>
                <c:pt idx="333">
                  <c:v>46513.0</c:v>
                </c:pt>
                <c:pt idx="334">
                  <c:v>46519.0</c:v>
                </c:pt>
                <c:pt idx="335">
                  <c:v>46596.0</c:v>
                </c:pt>
                <c:pt idx="336">
                  <c:v>46654.0</c:v>
                </c:pt>
                <c:pt idx="337">
                  <c:v>46670.0</c:v>
                </c:pt>
                <c:pt idx="338">
                  <c:v>46707.0</c:v>
                </c:pt>
                <c:pt idx="339">
                  <c:v>46718.0</c:v>
                </c:pt>
                <c:pt idx="340">
                  <c:v>46723.0</c:v>
                </c:pt>
                <c:pt idx="341">
                  <c:v>46798.0</c:v>
                </c:pt>
                <c:pt idx="342">
                  <c:v>46798.0</c:v>
                </c:pt>
                <c:pt idx="343">
                  <c:v>46810.0</c:v>
                </c:pt>
                <c:pt idx="344">
                  <c:v>46824.0</c:v>
                </c:pt>
                <c:pt idx="345">
                  <c:v>46832.0</c:v>
                </c:pt>
                <c:pt idx="346">
                  <c:v>46841.0</c:v>
                </c:pt>
                <c:pt idx="347">
                  <c:v>46880.0</c:v>
                </c:pt>
                <c:pt idx="348">
                  <c:v>47021.0</c:v>
                </c:pt>
                <c:pt idx="349">
                  <c:v>47049.0</c:v>
                </c:pt>
                <c:pt idx="350">
                  <c:v>47068.0</c:v>
                </c:pt>
                <c:pt idx="351">
                  <c:v>47069.0</c:v>
                </c:pt>
                <c:pt idx="352">
                  <c:v>47070.0</c:v>
                </c:pt>
                <c:pt idx="353">
                  <c:v>47076.0</c:v>
                </c:pt>
                <c:pt idx="354">
                  <c:v>47105.0</c:v>
                </c:pt>
                <c:pt idx="355">
                  <c:v>47161.0</c:v>
                </c:pt>
                <c:pt idx="356">
                  <c:v>47191.0</c:v>
                </c:pt>
                <c:pt idx="357">
                  <c:v>47202.0</c:v>
                </c:pt>
                <c:pt idx="358">
                  <c:v>47211.0</c:v>
                </c:pt>
                <c:pt idx="359">
                  <c:v>47218.0</c:v>
                </c:pt>
                <c:pt idx="360">
                  <c:v>47221.0</c:v>
                </c:pt>
                <c:pt idx="361">
                  <c:v>47328.0</c:v>
                </c:pt>
                <c:pt idx="362">
                  <c:v>47396.0</c:v>
                </c:pt>
                <c:pt idx="363">
                  <c:v>47426.0</c:v>
                </c:pt>
                <c:pt idx="364">
                  <c:v>47428.0</c:v>
                </c:pt>
                <c:pt idx="365">
                  <c:v>47467.0</c:v>
                </c:pt>
                <c:pt idx="366">
                  <c:v>47499.0</c:v>
                </c:pt>
                <c:pt idx="367">
                  <c:v>47521.0</c:v>
                </c:pt>
                <c:pt idx="368">
                  <c:v>47598.0</c:v>
                </c:pt>
                <c:pt idx="369">
                  <c:v>47610.0</c:v>
                </c:pt>
                <c:pt idx="370">
                  <c:v>47632.0</c:v>
                </c:pt>
                <c:pt idx="371">
                  <c:v>47659.0</c:v>
                </c:pt>
                <c:pt idx="372">
                  <c:v>47674.0</c:v>
                </c:pt>
                <c:pt idx="373">
                  <c:v>47693.0</c:v>
                </c:pt>
                <c:pt idx="374">
                  <c:v>47702.0</c:v>
                </c:pt>
                <c:pt idx="375">
                  <c:v>47708.0</c:v>
                </c:pt>
                <c:pt idx="376">
                  <c:v>47806.0</c:v>
                </c:pt>
                <c:pt idx="377">
                  <c:v>47821.0</c:v>
                </c:pt>
                <c:pt idx="378">
                  <c:v>47825.0</c:v>
                </c:pt>
                <c:pt idx="379">
                  <c:v>47874.0</c:v>
                </c:pt>
                <c:pt idx="380">
                  <c:v>47879.0</c:v>
                </c:pt>
                <c:pt idx="381">
                  <c:v>47891.0</c:v>
                </c:pt>
                <c:pt idx="382">
                  <c:v>47959.0</c:v>
                </c:pt>
                <c:pt idx="383">
                  <c:v>48006.0</c:v>
                </c:pt>
                <c:pt idx="384">
                  <c:v>48012.0</c:v>
                </c:pt>
                <c:pt idx="385">
                  <c:v>48025.0</c:v>
                </c:pt>
                <c:pt idx="386">
                  <c:v>48030.0</c:v>
                </c:pt>
                <c:pt idx="387">
                  <c:v>48060.0</c:v>
                </c:pt>
                <c:pt idx="388">
                  <c:v>48069.0</c:v>
                </c:pt>
                <c:pt idx="389">
                  <c:v>48086.0</c:v>
                </c:pt>
                <c:pt idx="390">
                  <c:v>48089.0</c:v>
                </c:pt>
                <c:pt idx="391">
                  <c:v>48091.0</c:v>
                </c:pt>
                <c:pt idx="392">
                  <c:v>48091.0</c:v>
                </c:pt>
                <c:pt idx="393">
                  <c:v>48097.0</c:v>
                </c:pt>
                <c:pt idx="394">
                  <c:v>48132.0</c:v>
                </c:pt>
                <c:pt idx="395">
                  <c:v>48144.0</c:v>
                </c:pt>
                <c:pt idx="396">
                  <c:v>48166.0</c:v>
                </c:pt>
                <c:pt idx="397">
                  <c:v>48230.0</c:v>
                </c:pt>
                <c:pt idx="398">
                  <c:v>48283.0</c:v>
                </c:pt>
                <c:pt idx="399">
                  <c:v>48297.0</c:v>
                </c:pt>
                <c:pt idx="400">
                  <c:v>48320.0</c:v>
                </c:pt>
                <c:pt idx="401">
                  <c:v>48326.0</c:v>
                </c:pt>
                <c:pt idx="402">
                  <c:v>48343.0</c:v>
                </c:pt>
                <c:pt idx="403">
                  <c:v>48352.0</c:v>
                </c:pt>
                <c:pt idx="404">
                  <c:v>48356.0</c:v>
                </c:pt>
                <c:pt idx="405">
                  <c:v>48386.0</c:v>
                </c:pt>
                <c:pt idx="406">
                  <c:v>48453.0</c:v>
                </c:pt>
                <c:pt idx="407">
                  <c:v>48502.0</c:v>
                </c:pt>
                <c:pt idx="408">
                  <c:v>48508.0</c:v>
                </c:pt>
                <c:pt idx="409">
                  <c:v>48547.0</c:v>
                </c:pt>
                <c:pt idx="410">
                  <c:v>48562.0</c:v>
                </c:pt>
                <c:pt idx="411">
                  <c:v>48596.0</c:v>
                </c:pt>
                <c:pt idx="412">
                  <c:v>48621.0</c:v>
                </c:pt>
                <c:pt idx="413">
                  <c:v>48621.0</c:v>
                </c:pt>
                <c:pt idx="414">
                  <c:v>48729.0</c:v>
                </c:pt>
                <c:pt idx="415">
                  <c:v>48788.0</c:v>
                </c:pt>
                <c:pt idx="416">
                  <c:v>48846.0</c:v>
                </c:pt>
                <c:pt idx="417">
                  <c:v>48846.0</c:v>
                </c:pt>
                <c:pt idx="418">
                  <c:v>48890.0</c:v>
                </c:pt>
                <c:pt idx="419">
                  <c:v>48900.0</c:v>
                </c:pt>
                <c:pt idx="420">
                  <c:v>48904.0</c:v>
                </c:pt>
                <c:pt idx="421">
                  <c:v>48929.0</c:v>
                </c:pt>
                <c:pt idx="422">
                  <c:v>48965.0</c:v>
                </c:pt>
                <c:pt idx="423">
                  <c:v>48992.0</c:v>
                </c:pt>
                <c:pt idx="424">
                  <c:v>48998.0</c:v>
                </c:pt>
                <c:pt idx="425">
                  <c:v>49042.0</c:v>
                </c:pt>
                <c:pt idx="426">
                  <c:v>49057.0</c:v>
                </c:pt>
                <c:pt idx="427">
                  <c:v>49077.0</c:v>
                </c:pt>
                <c:pt idx="428">
                  <c:v>49080.0</c:v>
                </c:pt>
                <c:pt idx="429">
                  <c:v>49092.0</c:v>
                </c:pt>
                <c:pt idx="430">
                  <c:v>49097.0</c:v>
                </c:pt>
                <c:pt idx="431">
                  <c:v>49126.0</c:v>
                </c:pt>
                <c:pt idx="432">
                  <c:v>49143.0</c:v>
                </c:pt>
                <c:pt idx="433">
                  <c:v>49234.0</c:v>
                </c:pt>
                <c:pt idx="434">
                  <c:v>49246.0</c:v>
                </c:pt>
                <c:pt idx="435">
                  <c:v>49250.0</c:v>
                </c:pt>
                <c:pt idx="436">
                  <c:v>49280.0</c:v>
                </c:pt>
                <c:pt idx="437">
                  <c:v>49289.0</c:v>
                </c:pt>
                <c:pt idx="438">
                  <c:v>49314.0</c:v>
                </c:pt>
                <c:pt idx="439">
                  <c:v>49429.0</c:v>
                </c:pt>
                <c:pt idx="440">
                  <c:v>49445.0</c:v>
                </c:pt>
                <c:pt idx="441">
                  <c:v>49449.0</c:v>
                </c:pt>
                <c:pt idx="442">
                  <c:v>49485.0</c:v>
                </c:pt>
                <c:pt idx="443">
                  <c:v>49494.0</c:v>
                </c:pt>
                <c:pt idx="444">
                  <c:v>49591.0</c:v>
                </c:pt>
                <c:pt idx="445">
                  <c:v>49629.0</c:v>
                </c:pt>
                <c:pt idx="446">
                  <c:v>49661.0</c:v>
                </c:pt>
                <c:pt idx="447">
                  <c:v>49768.0</c:v>
                </c:pt>
                <c:pt idx="448">
                  <c:v>49821.0</c:v>
                </c:pt>
                <c:pt idx="449">
                  <c:v>49884.0</c:v>
                </c:pt>
                <c:pt idx="450">
                  <c:v>49918.0</c:v>
                </c:pt>
                <c:pt idx="451">
                  <c:v>50020.0</c:v>
                </c:pt>
                <c:pt idx="452">
                  <c:v>50080.0</c:v>
                </c:pt>
                <c:pt idx="453">
                  <c:v>50117.0</c:v>
                </c:pt>
                <c:pt idx="454">
                  <c:v>50129.0</c:v>
                </c:pt>
                <c:pt idx="455">
                  <c:v>50248.0</c:v>
                </c:pt>
                <c:pt idx="456">
                  <c:v>50257.0</c:v>
                </c:pt>
                <c:pt idx="457">
                  <c:v>50273.0</c:v>
                </c:pt>
                <c:pt idx="458">
                  <c:v>50325.0</c:v>
                </c:pt>
                <c:pt idx="459">
                  <c:v>50391.0</c:v>
                </c:pt>
                <c:pt idx="460">
                  <c:v>50391.0</c:v>
                </c:pt>
                <c:pt idx="461">
                  <c:v>50418.0</c:v>
                </c:pt>
                <c:pt idx="462">
                  <c:v>50438.0</c:v>
                </c:pt>
                <c:pt idx="463">
                  <c:v>50486.0</c:v>
                </c:pt>
                <c:pt idx="464">
                  <c:v>50510.0</c:v>
                </c:pt>
                <c:pt idx="465">
                  <c:v>50541.0</c:v>
                </c:pt>
                <c:pt idx="466">
                  <c:v>50616.0</c:v>
                </c:pt>
                <c:pt idx="467">
                  <c:v>50618.0</c:v>
                </c:pt>
                <c:pt idx="468">
                  <c:v>50687.0</c:v>
                </c:pt>
                <c:pt idx="469">
                  <c:v>50802.0</c:v>
                </c:pt>
                <c:pt idx="470">
                  <c:v>50835.0</c:v>
                </c:pt>
                <c:pt idx="471">
                  <c:v>50848.0</c:v>
                </c:pt>
                <c:pt idx="472">
                  <c:v>50851.0</c:v>
                </c:pt>
                <c:pt idx="473">
                  <c:v>50886.0</c:v>
                </c:pt>
                <c:pt idx="474">
                  <c:v>50920.0</c:v>
                </c:pt>
                <c:pt idx="475">
                  <c:v>51029.0</c:v>
                </c:pt>
                <c:pt idx="476">
                  <c:v>51072.0</c:v>
                </c:pt>
                <c:pt idx="477">
                  <c:v>51142.0</c:v>
                </c:pt>
                <c:pt idx="478">
                  <c:v>51166.0</c:v>
                </c:pt>
                <c:pt idx="479">
                  <c:v>51188.0</c:v>
                </c:pt>
                <c:pt idx="480">
                  <c:v>51219.0</c:v>
                </c:pt>
                <c:pt idx="481">
                  <c:v>51250.0</c:v>
                </c:pt>
                <c:pt idx="482">
                  <c:v>51255.0</c:v>
                </c:pt>
                <c:pt idx="483">
                  <c:v>51262.0</c:v>
                </c:pt>
                <c:pt idx="484">
                  <c:v>51291.0</c:v>
                </c:pt>
                <c:pt idx="485">
                  <c:v>51312.0</c:v>
                </c:pt>
                <c:pt idx="486">
                  <c:v>51328.0</c:v>
                </c:pt>
                <c:pt idx="487">
                  <c:v>51336.0</c:v>
                </c:pt>
                <c:pt idx="488">
                  <c:v>51346.0</c:v>
                </c:pt>
                <c:pt idx="489">
                  <c:v>51388.0</c:v>
                </c:pt>
                <c:pt idx="490">
                  <c:v>51396.0</c:v>
                </c:pt>
                <c:pt idx="491">
                  <c:v>51436.0</c:v>
                </c:pt>
                <c:pt idx="492">
                  <c:v>51446.0</c:v>
                </c:pt>
                <c:pt idx="493">
                  <c:v>51471.0</c:v>
                </c:pt>
                <c:pt idx="494">
                  <c:v>51494.0</c:v>
                </c:pt>
                <c:pt idx="495">
                  <c:v>51533.0</c:v>
                </c:pt>
                <c:pt idx="496">
                  <c:v>51562.0</c:v>
                </c:pt>
                <c:pt idx="497">
                  <c:v>51567.0</c:v>
                </c:pt>
                <c:pt idx="498">
                  <c:v>51567.0</c:v>
                </c:pt>
                <c:pt idx="499">
                  <c:v>51570.0</c:v>
                </c:pt>
                <c:pt idx="500">
                  <c:v>51578.0</c:v>
                </c:pt>
                <c:pt idx="501">
                  <c:v>51619.0</c:v>
                </c:pt>
                <c:pt idx="502">
                  <c:v>51663.0</c:v>
                </c:pt>
                <c:pt idx="503">
                  <c:v>51671.0</c:v>
                </c:pt>
                <c:pt idx="504">
                  <c:v>51735.0</c:v>
                </c:pt>
                <c:pt idx="505">
                  <c:v>51790.0</c:v>
                </c:pt>
                <c:pt idx="506">
                  <c:v>51819.0</c:v>
                </c:pt>
                <c:pt idx="507">
                  <c:v>51858.0</c:v>
                </c:pt>
                <c:pt idx="508">
                  <c:v>51864.0</c:v>
                </c:pt>
                <c:pt idx="509">
                  <c:v>51898.0</c:v>
                </c:pt>
                <c:pt idx="510">
                  <c:v>51947.0</c:v>
                </c:pt>
                <c:pt idx="511">
                  <c:v>51953.0</c:v>
                </c:pt>
                <c:pt idx="512">
                  <c:v>51987.0</c:v>
                </c:pt>
                <c:pt idx="513">
                  <c:v>51997.0</c:v>
                </c:pt>
                <c:pt idx="514">
                  <c:v>52038.0</c:v>
                </c:pt>
                <c:pt idx="515">
                  <c:v>52079.0</c:v>
                </c:pt>
                <c:pt idx="516">
                  <c:v>52097.0</c:v>
                </c:pt>
                <c:pt idx="517">
                  <c:v>52116.0</c:v>
                </c:pt>
                <c:pt idx="518">
                  <c:v>52147.0</c:v>
                </c:pt>
                <c:pt idx="519">
                  <c:v>52151.0</c:v>
                </c:pt>
                <c:pt idx="520">
                  <c:v>52159.0</c:v>
                </c:pt>
                <c:pt idx="521">
                  <c:v>52178.0</c:v>
                </c:pt>
                <c:pt idx="522">
                  <c:v>52236.0</c:v>
                </c:pt>
                <c:pt idx="523">
                  <c:v>52250.0</c:v>
                </c:pt>
                <c:pt idx="524">
                  <c:v>52311.0</c:v>
                </c:pt>
                <c:pt idx="525">
                  <c:v>52311.0</c:v>
                </c:pt>
                <c:pt idx="526">
                  <c:v>52319.0</c:v>
                </c:pt>
                <c:pt idx="527">
                  <c:v>52342.0</c:v>
                </c:pt>
                <c:pt idx="528">
                  <c:v>52358.0</c:v>
                </c:pt>
                <c:pt idx="529">
                  <c:v>52442.0</c:v>
                </c:pt>
                <c:pt idx="530">
                  <c:v>52483.0</c:v>
                </c:pt>
                <c:pt idx="531">
                  <c:v>52487.0</c:v>
                </c:pt>
                <c:pt idx="532">
                  <c:v>52502.0</c:v>
                </c:pt>
                <c:pt idx="533">
                  <c:v>52535.0</c:v>
                </c:pt>
                <c:pt idx="534">
                  <c:v>52541.0</c:v>
                </c:pt>
                <c:pt idx="535">
                  <c:v>52544.0</c:v>
                </c:pt>
                <c:pt idx="536">
                  <c:v>52551.0</c:v>
                </c:pt>
                <c:pt idx="537">
                  <c:v>52577.0</c:v>
                </c:pt>
                <c:pt idx="538">
                  <c:v>52632.0</c:v>
                </c:pt>
                <c:pt idx="539">
                  <c:v>52638.0</c:v>
                </c:pt>
                <c:pt idx="540">
                  <c:v>52663.0</c:v>
                </c:pt>
                <c:pt idx="541">
                  <c:v>52782.0</c:v>
                </c:pt>
                <c:pt idx="542">
                  <c:v>52834.0</c:v>
                </c:pt>
                <c:pt idx="543">
                  <c:v>52834.0</c:v>
                </c:pt>
                <c:pt idx="544">
                  <c:v>52878.0</c:v>
                </c:pt>
                <c:pt idx="545">
                  <c:v>52886.0</c:v>
                </c:pt>
                <c:pt idx="546">
                  <c:v>52890.0</c:v>
                </c:pt>
                <c:pt idx="547">
                  <c:v>52911.0</c:v>
                </c:pt>
                <c:pt idx="548">
                  <c:v>52959.0</c:v>
                </c:pt>
                <c:pt idx="549">
                  <c:v>53069.0</c:v>
                </c:pt>
                <c:pt idx="550">
                  <c:v>53148.0</c:v>
                </c:pt>
                <c:pt idx="551">
                  <c:v>53159.0</c:v>
                </c:pt>
                <c:pt idx="552">
                  <c:v>53163.0</c:v>
                </c:pt>
                <c:pt idx="553">
                  <c:v>53244.0</c:v>
                </c:pt>
                <c:pt idx="554">
                  <c:v>53245.0</c:v>
                </c:pt>
                <c:pt idx="555">
                  <c:v>53256.0</c:v>
                </c:pt>
                <c:pt idx="556">
                  <c:v>53281.0</c:v>
                </c:pt>
                <c:pt idx="557">
                  <c:v>53391.0</c:v>
                </c:pt>
                <c:pt idx="558">
                  <c:v>53394.0</c:v>
                </c:pt>
                <c:pt idx="559">
                  <c:v>53417.0</c:v>
                </c:pt>
                <c:pt idx="560">
                  <c:v>53441.0</c:v>
                </c:pt>
                <c:pt idx="561">
                  <c:v>53474.0</c:v>
                </c:pt>
                <c:pt idx="562">
                  <c:v>53478.0</c:v>
                </c:pt>
                <c:pt idx="563">
                  <c:v>53520.0</c:v>
                </c:pt>
                <c:pt idx="564">
                  <c:v>53558.0</c:v>
                </c:pt>
                <c:pt idx="565">
                  <c:v>53563.0</c:v>
                </c:pt>
                <c:pt idx="566">
                  <c:v>53611.0</c:v>
                </c:pt>
                <c:pt idx="567">
                  <c:v>53641.0</c:v>
                </c:pt>
                <c:pt idx="568">
                  <c:v>53681.0</c:v>
                </c:pt>
                <c:pt idx="569">
                  <c:v>53720.0</c:v>
                </c:pt>
                <c:pt idx="570">
                  <c:v>53741.0</c:v>
                </c:pt>
                <c:pt idx="571">
                  <c:v>53820.0</c:v>
                </c:pt>
                <c:pt idx="572">
                  <c:v>53864.0</c:v>
                </c:pt>
                <c:pt idx="573">
                  <c:v>53864.0</c:v>
                </c:pt>
                <c:pt idx="574">
                  <c:v>53878.0</c:v>
                </c:pt>
                <c:pt idx="575">
                  <c:v>53908.0</c:v>
                </c:pt>
                <c:pt idx="576">
                  <c:v>53977.0</c:v>
                </c:pt>
                <c:pt idx="577">
                  <c:v>54020.0</c:v>
                </c:pt>
                <c:pt idx="578">
                  <c:v>54057.0</c:v>
                </c:pt>
                <c:pt idx="579">
                  <c:v>54115.0</c:v>
                </c:pt>
                <c:pt idx="580">
                  <c:v>54118.0</c:v>
                </c:pt>
                <c:pt idx="581">
                  <c:v>54153.0</c:v>
                </c:pt>
                <c:pt idx="582">
                  <c:v>54198.0</c:v>
                </c:pt>
                <c:pt idx="583">
                  <c:v>54203.0</c:v>
                </c:pt>
                <c:pt idx="584">
                  <c:v>54218.0</c:v>
                </c:pt>
                <c:pt idx="585">
                  <c:v>54223.0</c:v>
                </c:pt>
                <c:pt idx="586">
                  <c:v>54279.0</c:v>
                </c:pt>
                <c:pt idx="587">
                  <c:v>54291.0</c:v>
                </c:pt>
                <c:pt idx="588">
                  <c:v>54322.0</c:v>
                </c:pt>
                <c:pt idx="589">
                  <c:v>54357.0</c:v>
                </c:pt>
                <c:pt idx="590">
                  <c:v>54373.0</c:v>
                </c:pt>
                <c:pt idx="591">
                  <c:v>54408.0</c:v>
                </c:pt>
                <c:pt idx="592">
                  <c:v>54410.0</c:v>
                </c:pt>
                <c:pt idx="593">
                  <c:v>54415.0</c:v>
                </c:pt>
                <c:pt idx="594">
                  <c:v>54428.0</c:v>
                </c:pt>
                <c:pt idx="595">
                  <c:v>54455.0</c:v>
                </c:pt>
                <c:pt idx="596">
                  <c:v>54461.0</c:v>
                </c:pt>
                <c:pt idx="597">
                  <c:v>54467.0</c:v>
                </c:pt>
                <c:pt idx="598">
                  <c:v>54485.0</c:v>
                </c:pt>
                <c:pt idx="599">
                  <c:v>54532.0</c:v>
                </c:pt>
                <c:pt idx="600">
                  <c:v>54542.0</c:v>
                </c:pt>
                <c:pt idx="601">
                  <c:v>54719.0</c:v>
                </c:pt>
                <c:pt idx="602">
                  <c:v>54719.0</c:v>
                </c:pt>
                <c:pt idx="603">
                  <c:v>54742.0</c:v>
                </c:pt>
                <c:pt idx="604">
                  <c:v>54748.0</c:v>
                </c:pt>
                <c:pt idx="605">
                  <c:v>54790.0</c:v>
                </c:pt>
                <c:pt idx="606">
                  <c:v>54838.0</c:v>
                </c:pt>
                <c:pt idx="607">
                  <c:v>54862.0</c:v>
                </c:pt>
                <c:pt idx="608">
                  <c:v>54935.0</c:v>
                </c:pt>
                <c:pt idx="609">
                  <c:v>54945.0</c:v>
                </c:pt>
                <c:pt idx="610">
                  <c:v>54964.0</c:v>
                </c:pt>
                <c:pt idx="611">
                  <c:v>55044.0</c:v>
                </c:pt>
                <c:pt idx="612">
                  <c:v>55054.0</c:v>
                </c:pt>
                <c:pt idx="613">
                  <c:v>55062.0</c:v>
                </c:pt>
                <c:pt idx="614">
                  <c:v>55196.0</c:v>
                </c:pt>
                <c:pt idx="615">
                  <c:v>55236.0</c:v>
                </c:pt>
                <c:pt idx="616">
                  <c:v>55242.0</c:v>
                </c:pt>
                <c:pt idx="617">
                  <c:v>55333.0</c:v>
                </c:pt>
                <c:pt idx="618">
                  <c:v>55349.0</c:v>
                </c:pt>
                <c:pt idx="619">
                  <c:v>55362.0</c:v>
                </c:pt>
                <c:pt idx="620">
                  <c:v>55391.0</c:v>
                </c:pt>
                <c:pt idx="621">
                  <c:v>55411.0</c:v>
                </c:pt>
                <c:pt idx="622">
                  <c:v>55429.0</c:v>
                </c:pt>
                <c:pt idx="623">
                  <c:v>55451.0</c:v>
                </c:pt>
                <c:pt idx="624">
                  <c:v>55560.0</c:v>
                </c:pt>
                <c:pt idx="625">
                  <c:v>55564.0</c:v>
                </c:pt>
                <c:pt idx="626">
                  <c:v>55578.0</c:v>
                </c:pt>
                <c:pt idx="627">
                  <c:v>55618.0</c:v>
                </c:pt>
                <c:pt idx="628">
                  <c:v>55648.0</c:v>
                </c:pt>
                <c:pt idx="629">
                  <c:v>55659.0</c:v>
                </c:pt>
                <c:pt idx="630">
                  <c:v>55725.0</c:v>
                </c:pt>
                <c:pt idx="631">
                  <c:v>55742.0</c:v>
                </c:pt>
                <c:pt idx="632">
                  <c:v>55757.0</c:v>
                </c:pt>
                <c:pt idx="633">
                  <c:v>55759.0</c:v>
                </c:pt>
                <c:pt idx="634">
                  <c:v>55759.0</c:v>
                </c:pt>
                <c:pt idx="635">
                  <c:v>55799.0</c:v>
                </c:pt>
                <c:pt idx="636">
                  <c:v>55906.0</c:v>
                </c:pt>
                <c:pt idx="637">
                  <c:v>55906.0</c:v>
                </c:pt>
                <c:pt idx="638">
                  <c:v>55969.0</c:v>
                </c:pt>
                <c:pt idx="639">
                  <c:v>55982.0</c:v>
                </c:pt>
                <c:pt idx="640">
                  <c:v>55992.0</c:v>
                </c:pt>
                <c:pt idx="641">
                  <c:v>56022.0</c:v>
                </c:pt>
                <c:pt idx="642">
                  <c:v>56055.0</c:v>
                </c:pt>
                <c:pt idx="643">
                  <c:v>56132.0</c:v>
                </c:pt>
                <c:pt idx="644">
                  <c:v>56167.0</c:v>
                </c:pt>
                <c:pt idx="645">
                  <c:v>56185.0</c:v>
                </c:pt>
                <c:pt idx="646">
                  <c:v>56253.0</c:v>
                </c:pt>
                <c:pt idx="647">
                  <c:v>56282.0</c:v>
                </c:pt>
                <c:pt idx="648">
                  <c:v>56285.0</c:v>
                </c:pt>
                <c:pt idx="649">
                  <c:v>56291.0</c:v>
                </c:pt>
                <c:pt idx="650">
                  <c:v>56309.0</c:v>
                </c:pt>
                <c:pt idx="651">
                  <c:v>56346.0</c:v>
                </c:pt>
                <c:pt idx="652">
                  <c:v>56365.0</c:v>
                </c:pt>
                <c:pt idx="653">
                  <c:v>56367.0</c:v>
                </c:pt>
                <c:pt idx="654">
                  <c:v>56424.0</c:v>
                </c:pt>
                <c:pt idx="655">
                  <c:v>56427.0</c:v>
                </c:pt>
                <c:pt idx="656">
                  <c:v>56465.0</c:v>
                </c:pt>
                <c:pt idx="657">
                  <c:v>56485.0</c:v>
                </c:pt>
                <c:pt idx="658">
                  <c:v>56566.0</c:v>
                </c:pt>
                <c:pt idx="659">
                  <c:v>56658.0</c:v>
                </c:pt>
                <c:pt idx="660">
                  <c:v>56728.0</c:v>
                </c:pt>
                <c:pt idx="661">
                  <c:v>56733.0</c:v>
                </c:pt>
                <c:pt idx="662">
                  <c:v>56736.0</c:v>
                </c:pt>
                <c:pt idx="663">
                  <c:v>56762.0</c:v>
                </c:pt>
                <c:pt idx="664">
                  <c:v>56763.0</c:v>
                </c:pt>
                <c:pt idx="665">
                  <c:v>56788.0</c:v>
                </c:pt>
                <c:pt idx="666">
                  <c:v>56811.0</c:v>
                </c:pt>
                <c:pt idx="667">
                  <c:v>56814.0</c:v>
                </c:pt>
                <c:pt idx="668">
                  <c:v>56906.0</c:v>
                </c:pt>
                <c:pt idx="669">
                  <c:v>56943.0</c:v>
                </c:pt>
                <c:pt idx="670">
                  <c:v>56955.0</c:v>
                </c:pt>
                <c:pt idx="671">
                  <c:v>56958.0</c:v>
                </c:pt>
                <c:pt idx="672">
                  <c:v>57054.0</c:v>
                </c:pt>
                <c:pt idx="673">
                  <c:v>57054.0</c:v>
                </c:pt>
                <c:pt idx="674">
                  <c:v>57091.0</c:v>
                </c:pt>
                <c:pt idx="675">
                  <c:v>57170.0</c:v>
                </c:pt>
                <c:pt idx="676">
                  <c:v>57211.0</c:v>
                </c:pt>
                <c:pt idx="677">
                  <c:v>57251.0</c:v>
                </c:pt>
                <c:pt idx="678">
                  <c:v>57255.0</c:v>
                </c:pt>
                <c:pt idx="679">
                  <c:v>57280.0</c:v>
                </c:pt>
                <c:pt idx="680">
                  <c:v>57297.0</c:v>
                </c:pt>
                <c:pt idx="681">
                  <c:v>57385.0</c:v>
                </c:pt>
                <c:pt idx="682">
                  <c:v>57423.0</c:v>
                </c:pt>
                <c:pt idx="683">
                  <c:v>57447.0</c:v>
                </c:pt>
                <c:pt idx="684">
                  <c:v>57501.0</c:v>
                </c:pt>
                <c:pt idx="685">
                  <c:v>57528.0</c:v>
                </c:pt>
                <c:pt idx="686">
                  <c:v>57578.0</c:v>
                </c:pt>
                <c:pt idx="687">
                  <c:v>57629.0</c:v>
                </c:pt>
                <c:pt idx="688">
                  <c:v>57787.0</c:v>
                </c:pt>
                <c:pt idx="689">
                  <c:v>57818.0</c:v>
                </c:pt>
                <c:pt idx="690">
                  <c:v>57821.0</c:v>
                </c:pt>
                <c:pt idx="691">
                  <c:v>57888.0</c:v>
                </c:pt>
                <c:pt idx="692">
                  <c:v>58012.0</c:v>
                </c:pt>
                <c:pt idx="693">
                  <c:v>58052.0</c:v>
                </c:pt>
                <c:pt idx="694">
                  <c:v>58152.0</c:v>
                </c:pt>
                <c:pt idx="695">
                  <c:v>58188.0</c:v>
                </c:pt>
                <c:pt idx="696">
                  <c:v>58399.0</c:v>
                </c:pt>
                <c:pt idx="697">
                  <c:v>58491.0</c:v>
                </c:pt>
                <c:pt idx="698">
                  <c:v>58527.0</c:v>
                </c:pt>
                <c:pt idx="699">
                  <c:v>58561.0</c:v>
                </c:pt>
                <c:pt idx="700">
                  <c:v>58576.0</c:v>
                </c:pt>
                <c:pt idx="701">
                  <c:v>58576.0</c:v>
                </c:pt>
                <c:pt idx="702">
                  <c:v>58640.0</c:v>
                </c:pt>
                <c:pt idx="703">
                  <c:v>58657.0</c:v>
                </c:pt>
                <c:pt idx="704">
                  <c:v>58664.0</c:v>
                </c:pt>
                <c:pt idx="705">
                  <c:v>58673.0</c:v>
                </c:pt>
                <c:pt idx="706">
                  <c:v>58703.0</c:v>
                </c:pt>
                <c:pt idx="707">
                  <c:v>58731.0</c:v>
                </c:pt>
                <c:pt idx="708">
                  <c:v>58774.0</c:v>
                </c:pt>
                <c:pt idx="709">
                  <c:v>58881.0</c:v>
                </c:pt>
                <c:pt idx="710">
                  <c:v>58971.0</c:v>
                </c:pt>
                <c:pt idx="711">
                  <c:v>59092.0</c:v>
                </c:pt>
                <c:pt idx="712">
                  <c:v>59207.0</c:v>
                </c:pt>
                <c:pt idx="713">
                  <c:v>59215.0</c:v>
                </c:pt>
                <c:pt idx="714">
                  <c:v>59294.0</c:v>
                </c:pt>
                <c:pt idx="715">
                  <c:v>59312.0</c:v>
                </c:pt>
                <c:pt idx="716">
                  <c:v>59441.0</c:v>
                </c:pt>
                <c:pt idx="717">
                  <c:v>59518.0</c:v>
                </c:pt>
                <c:pt idx="718">
                  <c:v>59529.0</c:v>
                </c:pt>
                <c:pt idx="719">
                  <c:v>59621.0</c:v>
                </c:pt>
                <c:pt idx="720">
                  <c:v>59728.0</c:v>
                </c:pt>
                <c:pt idx="721">
                  <c:v>59812.0</c:v>
                </c:pt>
                <c:pt idx="722">
                  <c:v>59831.0</c:v>
                </c:pt>
                <c:pt idx="723">
                  <c:v>59894.0</c:v>
                </c:pt>
                <c:pt idx="724">
                  <c:v>60007.0</c:v>
                </c:pt>
                <c:pt idx="725">
                  <c:v>60015.0</c:v>
                </c:pt>
                <c:pt idx="726">
                  <c:v>60174.0</c:v>
                </c:pt>
                <c:pt idx="727">
                  <c:v>60191.0</c:v>
                </c:pt>
                <c:pt idx="728">
                  <c:v>60238.0</c:v>
                </c:pt>
                <c:pt idx="729">
                  <c:v>60260.0</c:v>
                </c:pt>
                <c:pt idx="730">
                  <c:v>60338.0</c:v>
                </c:pt>
                <c:pt idx="731">
                  <c:v>60394.0</c:v>
                </c:pt>
                <c:pt idx="732">
                  <c:v>60421.0</c:v>
                </c:pt>
                <c:pt idx="733">
                  <c:v>60447.0</c:v>
                </c:pt>
                <c:pt idx="734">
                  <c:v>60485.0</c:v>
                </c:pt>
                <c:pt idx="735">
                  <c:v>60489.0</c:v>
                </c:pt>
                <c:pt idx="736">
                  <c:v>60600.0</c:v>
                </c:pt>
                <c:pt idx="737">
                  <c:v>60627.0</c:v>
                </c:pt>
                <c:pt idx="738">
                  <c:v>60657.0</c:v>
                </c:pt>
                <c:pt idx="739">
                  <c:v>60673.0</c:v>
                </c:pt>
                <c:pt idx="740">
                  <c:v>60750.0</c:v>
                </c:pt>
                <c:pt idx="741">
                  <c:v>60754.0</c:v>
                </c:pt>
                <c:pt idx="742">
                  <c:v>60858.0</c:v>
                </c:pt>
                <c:pt idx="743">
                  <c:v>60889.0</c:v>
                </c:pt>
                <c:pt idx="744">
                  <c:v>60914.0</c:v>
                </c:pt>
                <c:pt idx="745">
                  <c:v>60919.0</c:v>
                </c:pt>
                <c:pt idx="746">
                  <c:v>60932.0</c:v>
                </c:pt>
                <c:pt idx="747">
                  <c:v>61006.0</c:v>
                </c:pt>
                <c:pt idx="748">
                  <c:v>61071.0</c:v>
                </c:pt>
                <c:pt idx="749">
                  <c:v>61188.0</c:v>
                </c:pt>
                <c:pt idx="750">
                  <c:v>61222.0</c:v>
                </c:pt>
                <c:pt idx="751">
                  <c:v>61393.0</c:v>
                </c:pt>
                <c:pt idx="752">
                  <c:v>61453.0</c:v>
                </c:pt>
                <c:pt idx="753">
                  <c:v>61492.0</c:v>
                </c:pt>
                <c:pt idx="754">
                  <c:v>61498.0</c:v>
                </c:pt>
                <c:pt idx="755">
                  <c:v>61590.0</c:v>
                </c:pt>
                <c:pt idx="756">
                  <c:v>61672.0</c:v>
                </c:pt>
                <c:pt idx="757">
                  <c:v>61701.0</c:v>
                </c:pt>
                <c:pt idx="758">
                  <c:v>61749.0</c:v>
                </c:pt>
                <c:pt idx="759">
                  <c:v>61963.0</c:v>
                </c:pt>
                <c:pt idx="760">
                  <c:v>61991.0</c:v>
                </c:pt>
                <c:pt idx="761">
                  <c:v>61994.0</c:v>
                </c:pt>
                <c:pt idx="762">
                  <c:v>62067.0</c:v>
                </c:pt>
                <c:pt idx="763">
                  <c:v>62124.0</c:v>
                </c:pt>
                <c:pt idx="764">
                  <c:v>62269.0</c:v>
                </c:pt>
                <c:pt idx="765">
                  <c:v>62403.0</c:v>
                </c:pt>
                <c:pt idx="766">
                  <c:v>62529.0</c:v>
                </c:pt>
                <c:pt idx="767">
                  <c:v>62629.0</c:v>
                </c:pt>
                <c:pt idx="768">
                  <c:v>62697.0</c:v>
                </c:pt>
                <c:pt idx="769">
                  <c:v>62704.0</c:v>
                </c:pt>
                <c:pt idx="770">
                  <c:v>62762.0</c:v>
                </c:pt>
                <c:pt idx="771">
                  <c:v>62765.0</c:v>
                </c:pt>
                <c:pt idx="772">
                  <c:v>62890.0</c:v>
                </c:pt>
                <c:pt idx="773">
                  <c:v>62913.0</c:v>
                </c:pt>
                <c:pt idx="774">
                  <c:v>63007.0</c:v>
                </c:pt>
                <c:pt idx="775">
                  <c:v>63085.0</c:v>
                </c:pt>
                <c:pt idx="776">
                  <c:v>63218.0</c:v>
                </c:pt>
                <c:pt idx="777">
                  <c:v>63220.0</c:v>
                </c:pt>
                <c:pt idx="778">
                  <c:v>63267.0</c:v>
                </c:pt>
                <c:pt idx="779">
                  <c:v>63517.0</c:v>
                </c:pt>
                <c:pt idx="780">
                  <c:v>63557.0</c:v>
                </c:pt>
                <c:pt idx="781">
                  <c:v>63609.0</c:v>
                </c:pt>
                <c:pt idx="782">
                  <c:v>63732.0</c:v>
                </c:pt>
                <c:pt idx="783">
                  <c:v>63870.0</c:v>
                </c:pt>
                <c:pt idx="784">
                  <c:v>64114.0</c:v>
                </c:pt>
                <c:pt idx="785">
                  <c:v>64269.0</c:v>
                </c:pt>
                <c:pt idx="786">
                  <c:v>64386.0</c:v>
                </c:pt>
                <c:pt idx="787">
                  <c:v>64389.0</c:v>
                </c:pt>
                <c:pt idx="788">
                  <c:v>64442.0</c:v>
                </c:pt>
                <c:pt idx="789">
                  <c:v>64456.0</c:v>
                </c:pt>
                <c:pt idx="790">
                  <c:v>64562.0</c:v>
                </c:pt>
                <c:pt idx="791">
                  <c:v>64570.0</c:v>
                </c:pt>
                <c:pt idx="792">
                  <c:v>64639.0</c:v>
                </c:pt>
                <c:pt idx="793">
                  <c:v>64748.0</c:v>
                </c:pt>
                <c:pt idx="794">
                  <c:v>64844.0</c:v>
                </c:pt>
                <c:pt idx="795">
                  <c:v>65306.0</c:v>
                </c:pt>
                <c:pt idx="796">
                  <c:v>65401.0</c:v>
                </c:pt>
                <c:pt idx="797">
                  <c:v>65540.0</c:v>
                </c:pt>
                <c:pt idx="798">
                  <c:v>65860.0</c:v>
                </c:pt>
                <c:pt idx="799">
                  <c:v>65950.0</c:v>
                </c:pt>
                <c:pt idx="800">
                  <c:v>66081.0</c:v>
                </c:pt>
                <c:pt idx="801">
                  <c:v>66181.0</c:v>
                </c:pt>
                <c:pt idx="802">
                  <c:v>66260.0</c:v>
                </c:pt>
                <c:pt idx="803">
                  <c:v>66291.0</c:v>
                </c:pt>
                <c:pt idx="804">
                  <c:v>66315.0</c:v>
                </c:pt>
                <c:pt idx="805">
                  <c:v>66559.0</c:v>
                </c:pt>
                <c:pt idx="806">
                  <c:v>66577.0</c:v>
                </c:pt>
                <c:pt idx="807">
                  <c:v>66591.0</c:v>
                </c:pt>
                <c:pt idx="808">
                  <c:v>66617.0</c:v>
                </c:pt>
                <c:pt idx="809">
                  <c:v>66791.0</c:v>
                </c:pt>
                <c:pt idx="810">
                  <c:v>66998.0</c:v>
                </c:pt>
                <c:pt idx="811">
                  <c:v>67068.0</c:v>
                </c:pt>
                <c:pt idx="812">
                  <c:v>67164.0</c:v>
                </c:pt>
                <c:pt idx="813">
                  <c:v>67209.0</c:v>
                </c:pt>
                <c:pt idx="814">
                  <c:v>67231.0</c:v>
                </c:pt>
                <c:pt idx="815">
                  <c:v>67245.0</c:v>
                </c:pt>
                <c:pt idx="816">
                  <c:v>67418.0</c:v>
                </c:pt>
                <c:pt idx="817">
                  <c:v>67947.0</c:v>
                </c:pt>
                <c:pt idx="818">
                  <c:v>67963.0</c:v>
                </c:pt>
                <c:pt idx="819">
                  <c:v>68177.0</c:v>
                </c:pt>
                <c:pt idx="820">
                  <c:v>68211.0</c:v>
                </c:pt>
                <c:pt idx="821">
                  <c:v>68306.0</c:v>
                </c:pt>
                <c:pt idx="822">
                  <c:v>68307.0</c:v>
                </c:pt>
                <c:pt idx="823">
                  <c:v>68355.0</c:v>
                </c:pt>
                <c:pt idx="824">
                  <c:v>68403.0</c:v>
                </c:pt>
                <c:pt idx="825">
                  <c:v>68520.0</c:v>
                </c:pt>
                <c:pt idx="826">
                  <c:v>68541.0</c:v>
                </c:pt>
                <c:pt idx="827">
                  <c:v>68703.0</c:v>
                </c:pt>
                <c:pt idx="828">
                  <c:v>68706.0</c:v>
                </c:pt>
                <c:pt idx="829">
                  <c:v>68726.0</c:v>
                </c:pt>
                <c:pt idx="830">
                  <c:v>68764.0</c:v>
                </c:pt>
                <c:pt idx="831">
                  <c:v>68879.0</c:v>
                </c:pt>
                <c:pt idx="832">
                  <c:v>69022.0</c:v>
                </c:pt>
                <c:pt idx="833">
                  <c:v>69137.0</c:v>
                </c:pt>
                <c:pt idx="834">
                  <c:v>69190.0</c:v>
                </c:pt>
                <c:pt idx="835">
                  <c:v>69215.0</c:v>
                </c:pt>
                <c:pt idx="836">
                  <c:v>69233.0</c:v>
                </c:pt>
                <c:pt idx="837">
                  <c:v>69250.0</c:v>
                </c:pt>
                <c:pt idx="838">
                  <c:v>69459.0</c:v>
                </c:pt>
                <c:pt idx="839">
                  <c:v>69540.0</c:v>
                </c:pt>
                <c:pt idx="840">
                  <c:v>69878.0</c:v>
                </c:pt>
                <c:pt idx="841">
                  <c:v>70044.0</c:v>
                </c:pt>
                <c:pt idx="842">
                  <c:v>70089.0</c:v>
                </c:pt>
                <c:pt idx="843">
                  <c:v>70238.0</c:v>
                </c:pt>
                <c:pt idx="844">
                  <c:v>70334.0</c:v>
                </c:pt>
                <c:pt idx="845">
                  <c:v>70388.0</c:v>
                </c:pt>
                <c:pt idx="846">
                  <c:v>70439.0</c:v>
                </c:pt>
                <c:pt idx="847">
                  <c:v>70465.0</c:v>
                </c:pt>
                <c:pt idx="848">
                  <c:v>70488.0</c:v>
                </c:pt>
                <c:pt idx="849">
                  <c:v>70692.0</c:v>
                </c:pt>
                <c:pt idx="850">
                  <c:v>70731.0</c:v>
                </c:pt>
                <c:pt idx="851">
                  <c:v>71015.0</c:v>
                </c:pt>
                <c:pt idx="852">
                  <c:v>71134.0</c:v>
                </c:pt>
                <c:pt idx="853">
                  <c:v>71676.0</c:v>
                </c:pt>
                <c:pt idx="854">
                  <c:v>71724.0</c:v>
                </c:pt>
                <c:pt idx="855">
                  <c:v>71739.0</c:v>
                </c:pt>
                <c:pt idx="856">
                  <c:v>71771.0</c:v>
                </c:pt>
                <c:pt idx="857">
                  <c:v>71826.0</c:v>
                </c:pt>
                <c:pt idx="858">
                  <c:v>71883.0</c:v>
                </c:pt>
                <c:pt idx="859">
                  <c:v>71997.0</c:v>
                </c:pt>
                <c:pt idx="860">
                  <c:v>72117.0</c:v>
                </c:pt>
                <c:pt idx="861">
                  <c:v>72153.0</c:v>
                </c:pt>
                <c:pt idx="862">
                  <c:v>72547.0</c:v>
                </c:pt>
                <c:pt idx="863">
                  <c:v>72568.0</c:v>
                </c:pt>
                <c:pt idx="864">
                  <c:v>72582.0</c:v>
                </c:pt>
                <c:pt idx="865">
                  <c:v>72638.0</c:v>
                </c:pt>
                <c:pt idx="866">
                  <c:v>72865.0</c:v>
                </c:pt>
                <c:pt idx="867">
                  <c:v>72991.0</c:v>
                </c:pt>
                <c:pt idx="868">
                  <c:v>73451.0</c:v>
                </c:pt>
                <c:pt idx="869">
                  <c:v>73484.0</c:v>
                </c:pt>
                <c:pt idx="870">
                  <c:v>73676.0</c:v>
                </c:pt>
                <c:pt idx="871">
                  <c:v>74305.0</c:v>
                </c:pt>
                <c:pt idx="872">
                  <c:v>74415.0</c:v>
                </c:pt>
                <c:pt idx="873">
                  <c:v>74430.0</c:v>
                </c:pt>
                <c:pt idx="874">
                  <c:v>74446.0</c:v>
                </c:pt>
                <c:pt idx="875">
                  <c:v>74451.0</c:v>
                </c:pt>
                <c:pt idx="876">
                  <c:v>74473.0</c:v>
                </c:pt>
                <c:pt idx="877">
                  <c:v>74630.0</c:v>
                </c:pt>
                <c:pt idx="878">
                  <c:v>74642.0</c:v>
                </c:pt>
                <c:pt idx="879">
                  <c:v>74739.0</c:v>
                </c:pt>
                <c:pt idx="880">
                  <c:v>74865.0</c:v>
                </c:pt>
                <c:pt idx="881">
                  <c:v>74933.0</c:v>
                </c:pt>
                <c:pt idx="882">
                  <c:v>75226.0</c:v>
                </c:pt>
                <c:pt idx="883">
                  <c:v>75354.0</c:v>
                </c:pt>
                <c:pt idx="884">
                  <c:v>75423.0</c:v>
                </c:pt>
                <c:pt idx="885">
                  <c:v>75783.0</c:v>
                </c:pt>
                <c:pt idx="886">
                  <c:v>75784.0</c:v>
                </c:pt>
                <c:pt idx="887">
                  <c:v>75976.0</c:v>
                </c:pt>
                <c:pt idx="888">
                  <c:v>76325.0</c:v>
                </c:pt>
                <c:pt idx="889">
                  <c:v>76417.0</c:v>
                </c:pt>
                <c:pt idx="890">
                  <c:v>76452.0</c:v>
                </c:pt>
                <c:pt idx="891">
                  <c:v>76456.0</c:v>
                </c:pt>
                <c:pt idx="892">
                  <c:v>76672.0</c:v>
                </c:pt>
                <c:pt idx="893">
                  <c:v>76855.0</c:v>
                </c:pt>
                <c:pt idx="894">
                  <c:v>77017.0</c:v>
                </c:pt>
                <c:pt idx="895">
                  <c:v>77189.0</c:v>
                </c:pt>
                <c:pt idx="896">
                  <c:v>77214.0</c:v>
                </c:pt>
                <c:pt idx="897">
                  <c:v>77379.0</c:v>
                </c:pt>
                <c:pt idx="898">
                  <c:v>78224.0</c:v>
                </c:pt>
                <c:pt idx="899">
                  <c:v>78234.0</c:v>
                </c:pt>
                <c:pt idx="900">
                  <c:v>78330.0</c:v>
                </c:pt>
                <c:pt idx="901">
                  <c:v>78439.0</c:v>
                </c:pt>
                <c:pt idx="902">
                  <c:v>78820.0</c:v>
                </c:pt>
                <c:pt idx="903">
                  <c:v>79628.0</c:v>
                </c:pt>
                <c:pt idx="904">
                  <c:v>79785.0</c:v>
                </c:pt>
                <c:pt idx="905">
                  <c:v>79812.0</c:v>
                </c:pt>
                <c:pt idx="906">
                  <c:v>80398.0</c:v>
                </c:pt>
                <c:pt idx="907">
                  <c:v>80452.0</c:v>
                </c:pt>
                <c:pt idx="908">
                  <c:v>80582.0</c:v>
                </c:pt>
                <c:pt idx="909">
                  <c:v>80715.0</c:v>
                </c:pt>
                <c:pt idx="910">
                  <c:v>80965.0</c:v>
                </c:pt>
                <c:pt idx="911">
                  <c:v>81216.0</c:v>
                </c:pt>
                <c:pt idx="912">
                  <c:v>81346.0</c:v>
                </c:pt>
                <c:pt idx="913">
                  <c:v>81553.0</c:v>
                </c:pt>
                <c:pt idx="914">
                  <c:v>81802.0</c:v>
                </c:pt>
                <c:pt idx="915">
                  <c:v>81855.0</c:v>
                </c:pt>
                <c:pt idx="916">
                  <c:v>81911.0</c:v>
                </c:pt>
                <c:pt idx="917">
                  <c:v>81964.0</c:v>
                </c:pt>
                <c:pt idx="918">
                  <c:v>82012.0</c:v>
                </c:pt>
                <c:pt idx="919">
                  <c:v>82012.0</c:v>
                </c:pt>
                <c:pt idx="920">
                  <c:v>82012.0</c:v>
                </c:pt>
                <c:pt idx="921">
                  <c:v>82031.0</c:v>
                </c:pt>
                <c:pt idx="922">
                  <c:v>82793.0</c:v>
                </c:pt>
                <c:pt idx="923">
                  <c:v>83583.0</c:v>
                </c:pt>
                <c:pt idx="924">
                  <c:v>83794.0</c:v>
                </c:pt>
                <c:pt idx="925">
                  <c:v>84232.0</c:v>
                </c:pt>
                <c:pt idx="926">
                  <c:v>84415.0</c:v>
                </c:pt>
                <c:pt idx="927">
                  <c:v>84482.0</c:v>
                </c:pt>
                <c:pt idx="928">
                  <c:v>84860.0</c:v>
                </c:pt>
                <c:pt idx="929">
                  <c:v>85796.0</c:v>
                </c:pt>
                <c:pt idx="930">
                  <c:v>86334.0</c:v>
                </c:pt>
                <c:pt idx="931">
                  <c:v>86631.0</c:v>
                </c:pt>
                <c:pt idx="932">
                  <c:v>86737.0</c:v>
                </c:pt>
                <c:pt idx="933">
                  <c:v>87254.0</c:v>
                </c:pt>
                <c:pt idx="934">
                  <c:v>87548.0</c:v>
                </c:pt>
                <c:pt idx="935">
                  <c:v>87811.0</c:v>
                </c:pt>
                <c:pt idx="936">
                  <c:v>88842.0</c:v>
                </c:pt>
                <c:pt idx="937">
                  <c:v>89490.0</c:v>
                </c:pt>
                <c:pt idx="938">
                  <c:v>89551.0</c:v>
                </c:pt>
                <c:pt idx="939">
                  <c:v>89589.0</c:v>
                </c:pt>
                <c:pt idx="940">
                  <c:v>89884.0</c:v>
                </c:pt>
                <c:pt idx="941">
                  <c:v>90646.0</c:v>
                </c:pt>
                <c:pt idx="942">
                  <c:v>93220.0</c:v>
                </c:pt>
                <c:pt idx="943">
                  <c:v>94200.0</c:v>
                </c:pt>
                <c:pt idx="944">
                  <c:v>94491.0</c:v>
                </c:pt>
                <c:pt idx="945">
                  <c:v>95114.0</c:v>
                </c:pt>
                <c:pt idx="946">
                  <c:v>95393.0</c:v>
                </c:pt>
                <c:pt idx="947">
                  <c:v>95540.0</c:v>
                </c:pt>
                <c:pt idx="948">
                  <c:v>95961.0</c:v>
                </c:pt>
                <c:pt idx="949">
                  <c:v>96129.0</c:v>
                </c:pt>
                <c:pt idx="950">
                  <c:v>96325.0</c:v>
                </c:pt>
                <c:pt idx="951">
                  <c:v>97174.0</c:v>
                </c:pt>
                <c:pt idx="952">
                  <c:v>97418.0</c:v>
                </c:pt>
                <c:pt idx="953">
                  <c:v>97540.0</c:v>
                </c:pt>
                <c:pt idx="954">
                  <c:v>98321.0</c:v>
                </c:pt>
                <c:pt idx="955">
                  <c:v>99012.0</c:v>
                </c:pt>
                <c:pt idx="956">
                  <c:v>100141.0</c:v>
                </c:pt>
                <c:pt idx="957">
                  <c:v>100193.0</c:v>
                </c:pt>
                <c:pt idx="958">
                  <c:v>100559.0</c:v>
                </c:pt>
                <c:pt idx="959">
                  <c:v>101797.0</c:v>
                </c:pt>
                <c:pt idx="960">
                  <c:v>104209.0</c:v>
                </c:pt>
                <c:pt idx="961">
                  <c:v>104361.0</c:v>
                </c:pt>
                <c:pt idx="962">
                  <c:v>104918.0</c:v>
                </c:pt>
                <c:pt idx="963">
                  <c:v>106987.0</c:v>
                </c:pt>
                <c:pt idx="964">
                  <c:v>110433.0</c:v>
                </c:pt>
                <c:pt idx="965">
                  <c:v>111064.0</c:v>
                </c:pt>
                <c:pt idx="966">
                  <c:v>111896.0</c:v>
                </c:pt>
                <c:pt idx="967">
                  <c:v>112761.0</c:v>
                </c:pt>
                <c:pt idx="968">
                  <c:v>124213.0</c:v>
                </c:pt>
                <c:pt idx="969">
                  <c:v>128215.0</c:v>
                </c:pt>
              </c:numCache>
            </c:numRef>
          </c:yVal>
          <c:smooth val="0"/>
        </c:ser>
        <c:ser>
          <c:idx val="1"/>
          <c:order val="1"/>
          <c:tx>
            <c:strRef>
              <c:f>Sheet1!$B$973</c:f>
              <c:strCache>
                <c:ptCount val="1"/>
                <c:pt idx="0">
                  <c:v>Public institutions</c:v>
                </c:pt>
              </c:strCache>
            </c:strRef>
          </c:tx>
          <c:spPr>
            <a:ln w="47625">
              <a:noFill/>
            </a:ln>
          </c:spPr>
          <c:marker>
            <c:symbol val="circle"/>
            <c:size val="4"/>
            <c:spPr>
              <a:solidFill>
                <a:srgbClr val="8A8D8F">
                  <a:alpha val="80000"/>
                </a:srgbClr>
              </a:solidFill>
              <a:ln>
                <a:noFill/>
              </a:ln>
            </c:spPr>
          </c:marker>
          <c:xVal>
            <c:numRef>
              <c:f>Sheet1!$A$974:$A$1560</c:f>
              <c:numCache>
                <c:formatCode>General</c:formatCode>
                <c:ptCount val="587"/>
                <c:pt idx="0">
                  <c:v>12455.0</c:v>
                </c:pt>
                <c:pt idx="1">
                  <c:v>2703.0</c:v>
                </c:pt>
                <c:pt idx="2">
                  <c:v>2107.0</c:v>
                </c:pt>
                <c:pt idx="3">
                  <c:v>7561.0</c:v>
                </c:pt>
                <c:pt idx="4">
                  <c:v>2068.0</c:v>
                </c:pt>
                <c:pt idx="5">
                  <c:v>9584.0</c:v>
                </c:pt>
                <c:pt idx="6">
                  <c:v>4978.0</c:v>
                </c:pt>
                <c:pt idx="7">
                  <c:v>12081.0</c:v>
                </c:pt>
                <c:pt idx="8">
                  <c:v>10890.0</c:v>
                </c:pt>
                <c:pt idx="9">
                  <c:v>9266.0</c:v>
                </c:pt>
                <c:pt idx="10">
                  <c:v>10096.0</c:v>
                </c:pt>
                <c:pt idx="11">
                  <c:v>7577.0</c:v>
                </c:pt>
                <c:pt idx="12">
                  <c:v>8519.0</c:v>
                </c:pt>
                <c:pt idx="13">
                  <c:v>8407.0</c:v>
                </c:pt>
                <c:pt idx="14">
                  <c:v>11570.0</c:v>
                </c:pt>
                <c:pt idx="15">
                  <c:v>12617.0</c:v>
                </c:pt>
                <c:pt idx="16">
                  <c:v>6649.0</c:v>
                </c:pt>
                <c:pt idx="17">
                  <c:v>11951.0</c:v>
                </c:pt>
                <c:pt idx="18">
                  <c:v>13593.0</c:v>
                </c:pt>
                <c:pt idx="19">
                  <c:v>7203.0</c:v>
                </c:pt>
                <c:pt idx="20">
                  <c:v>1494.0</c:v>
                </c:pt>
                <c:pt idx="21">
                  <c:v>16206.0</c:v>
                </c:pt>
                <c:pt idx="22">
                  <c:v>8844.0</c:v>
                </c:pt>
                <c:pt idx="23">
                  <c:v>14301.0</c:v>
                </c:pt>
                <c:pt idx="24">
                  <c:v>10542.0</c:v>
                </c:pt>
                <c:pt idx="25">
                  <c:v>17157.0</c:v>
                </c:pt>
                <c:pt idx="26">
                  <c:v>12907.0</c:v>
                </c:pt>
                <c:pt idx="27">
                  <c:v>13258.0</c:v>
                </c:pt>
                <c:pt idx="28">
                  <c:v>8385.0</c:v>
                </c:pt>
                <c:pt idx="29">
                  <c:v>8867.0</c:v>
                </c:pt>
                <c:pt idx="30">
                  <c:v>3966.0</c:v>
                </c:pt>
                <c:pt idx="31">
                  <c:v>9634.0</c:v>
                </c:pt>
                <c:pt idx="32">
                  <c:v>3762.0</c:v>
                </c:pt>
                <c:pt idx="33">
                  <c:v>2918.0</c:v>
                </c:pt>
                <c:pt idx="34">
                  <c:v>15290.0</c:v>
                </c:pt>
                <c:pt idx="35">
                  <c:v>18000.0</c:v>
                </c:pt>
                <c:pt idx="36">
                  <c:v>4668.0</c:v>
                </c:pt>
                <c:pt idx="37">
                  <c:v>10714.0</c:v>
                </c:pt>
                <c:pt idx="38">
                  <c:v>4994.0</c:v>
                </c:pt>
                <c:pt idx="39">
                  <c:v>13320.0</c:v>
                </c:pt>
                <c:pt idx="40">
                  <c:v>14023.0</c:v>
                </c:pt>
                <c:pt idx="41">
                  <c:v>8925.0</c:v>
                </c:pt>
                <c:pt idx="42">
                  <c:v>11874.0</c:v>
                </c:pt>
                <c:pt idx="43">
                  <c:v>13863.0</c:v>
                </c:pt>
                <c:pt idx="44">
                  <c:v>12892.0</c:v>
                </c:pt>
                <c:pt idx="45">
                  <c:v>21075.0</c:v>
                </c:pt>
                <c:pt idx="46">
                  <c:v>7265.0</c:v>
                </c:pt>
                <c:pt idx="47">
                  <c:v>15037.0</c:v>
                </c:pt>
                <c:pt idx="48">
                  <c:v>7261.0</c:v>
                </c:pt>
                <c:pt idx="49">
                  <c:v>6464.0</c:v>
                </c:pt>
                <c:pt idx="50">
                  <c:v>7758.0</c:v>
                </c:pt>
                <c:pt idx="51">
                  <c:v>4793.0</c:v>
                </c:pt>
                <c:pt idx="52">
                  <c:v>14904.0</c:v>
                </c:pt>
                <c:pt idx="53">
                  <c:v>4060.0</c:v>
                </c:pt>
                <c:pt idx="54">
                  <c:v>2042.0</c:v>
                </c:pt>
                <c:pt idx="55">
                  <c:v>6623.0</c:v>
                </c:pt>
                <c:pt idx="56">
                  <c:v>5015.0</c:v>
                </c:pt>
                <c:pt idx="57">
                  <c:v>9979.0</c:v>
                </c:pt>
                <c:pt idx="58">
                  <c:v>16261.0</c:v>
                </c:pt>
                <c:pt idx="59">
                  <c:v>14305.0</c:v>
                </c:pt>
                <c:pt idx="60">
                  <c:v>11884.0</c:v>
                </c:pt>
                <c:pt idx="61">
                  <c:v>11952.0</c:v>
                </c:pt>
                <c:pt idx="62">
                  <c:v>16258.0</c:v>
                </c:pt>
                <c:pt idx="63">
                  <c:v>11143.0</c:v>
                </c:pt>
                <c:pt idx="64">
                  <c:v>7994.0</c:v>
                </c:pt>
                <c:pt idx="65">
                  <c:v>3296.0</c:v>
                </c:pt>
                <c:pt idx="66">
                  <c:v>13057.0</c:v>
                </c:pt>
                <c:pt idx="67">
                  <c:v>10295.0</c:v>
                </c:pt>
                <c:pt idx="68">
                  <c:v>9158.0</c:v>
                </c:pt>
                <c:pt idx="69">
                  <c:v>14404.0</c:v>
                </c:pt>
                <c:pt idx="70">
                  <c:v>5240.0</c:v>
                </c:pt>
                <c:pt idx="71">
                  <c:v>9889.0</c:v>
                </c:pt>
                <c:pt idx="72">
                  <c:v>14377.0</c:v>
                </c:pt>
                <c:pt idx="73">
                  <c:v>9527.0</c:v>
                </c:pt>
                <c:pt idx="74">
                  <c:v>10295.0</c:v>
                </c:pt>
                <c:pt idx="75">
                  <c:v>8919.0</c:v>
                </c:pt>
                <c:pt idx="76">
                  <c:v>9215.0</c:v>
                </c:pt>
                <c:pt idx="77">
                  <c:v>15477.0</c:v>
                </c:pt>
                <c:pt idx="78">
                  <c:v>13430.0</c:v>
                </c:pt>
                <c:pt idx="79">
                  <c:v>9336.0</c:v>
                </c:pt>
                <c:pt idx="80">
                  <c:v>10738.0</c:v>
                </c:pt>
                <c:pt idx="81">
                  <c:v>17096.0</c:v>
                </c:pt>
                <c:pt idx="82">
                  <c:v>9182.0</c:v>
                </c:pt>
                <c:pt idx="83">
                  <c:v>13220.0</c:v>
                </c:pt>
                <c:pt idx="84">
                  <c:v>12191.0</c:v>
                </c:pt>
                <c:pt idx="85">
                  <c:v>15328.0</c:v>
                </c:pt>
                <c:pt idx="86">
                  <c:v>17348.0</c:v>
                </c:pt>
                <c:pt idx="87">
                  <c:v>9214.0</c:v>
                </c:pt>
                <c:pt idx="88">
                  <c:v>10862.0</c:v>
                </c:pt>
                <c:pt idx="89">
                  <c:v>15873.0</c:v>
                </c:pt>
                <c:pt idx="90">
                  <c:v>16696.0</c:v>
                </c:pt>
                <c:pt idx="91">
                  <c:v>6002.0</c:v>
                </c:pt>
                <c:pt idx="92">
                  <c:v>6848.0</c:v>
                </c:pt>
                <c:pt idx="93">
                  <c:v>3902.0</c:v>
                </c:pt>
                <c:pt idx="94">
                  <c:v>8547.0</c:v>
                </c:pt>
                <c:pt idx="95">
                  <c:v>8518.0</c:v>
                </c:pt>
                <c:pt idx="96">
                  <c:v>12305.0</c:v>
                </c:pt>
                <c:pt idx="97">
                  <c:v>13435.0</c:v>
                </c:pt>
                <c:pt idx="98">
                  <c:v>7166.0</c:v>
                </c:pt>
                <c:pt idx="99">
                  <c:v>11691.0</c:v>
                </c:pt>
                <c:pt idx="100">
                  <c:v>12058.0</c:v>
                </c:pt>
                <c:pt idx="101">
                  <c:v>12643.0</c:v>
                </c:pt>
                <c:pt idx="102">
                  <c:v>8149.0</c:v>
                </c:pt>
                <c:pt idx="103">
                  <c:v>14925.0</c:v>
                </c:pt>
                <c:pt idx="104">
                  <c:v>16991.0</c:v>
                </c:pt>
                <c:pt idx="105">
                  <c:v>11160.0</c:v>
                </c:pt>
                <c:pt idx="106">
                  <c:v>7368.0</c:v>
                </c:pt>
                <c:pt idx="107">
                  <c:v>18336.0</c:v>
                </c:pt>
                <c:pt idx="108">
                  <c:v>2212.0</c:v>
                </c:pt>
                <c:pt idx="109">
                  <c:v>12494.0</c:v>
                </c:pt>
                <c:pt idx="110">
                  <c:v>12318.0</c:v>
                </c:pt>
                <c:pt idx="111">
                  <c:v>17685.0</c:v>
                </c:pt>
                <c:pt idx="112">
                  <c:v>14019.0</c:v>
                </c:pt>
                <c:pt idx="113">
                  <c:v>14480.0</c:v>
                </c:pt>
                <c:pt idx="114">
                  <c:v>9607.0</c:v>
                </c:pt>
                <c:pt idx="115">
                  <c:v>16955.0</c:v>
                </c:pt>
                <c:pt idx="116">
                  <c:v>9784.0</c:v>
                </c:pt>
                <c:pt idx="117">
                  <c:v>14676.0</c:v>
                </c:pt>
                <c:pt idx="118">
                  <c:v>12938.0</c:v>
                </c:pt>
                <c:pt idx="119">
                  <c:v>15225.0</c:v>
                </c:pt>
                <c:pt idx="120">
                  <c:v>13863.0</c:v>
                </c:pt>
                <c:pt idx="121">
                  <c:v>13821.0</c:v>
                </c:pt>
                <c:pt idx="122">
                  <c:v>16448.0</c:v>
                </c:pt>
                <c:pt idx="123">
                  <c:v>13020.0</c:v>
                </c:pt>
                <c:pt idx="124">
                  <c:v>14204.0</c:v>
                </c:pt>
                <c:pt idx="125">
                  <c:v>11998.0</c:v>
                </c:pt>
                <c:pt idx="126">
                  <c:v>13220.0</c:v>
                </c:pt>
                <c:pt idx="127">
                  <c:v>12631.0</c:v>
                </c:pt>
                <c:pt idx="128">
                  <c:v>16366.0</c:v>
                </c:pt>
                <c:pt idx="129">
                  <c:v>13361.0</c:v>
                </c:pt>
                <c:pt idx="130">
                  <c:v>13321.0</c:v>
                </c:pt>
                <c:pt idx="131">
                  <c:v>21048.0</c:v>
                </c:pt>
                <c:pt idx="132">
                  <c:v>15070.0</c:v>
                </c:pt>
                <c:pt idx="133">
                  <c:v>5993.0</c:v>
                </c:pt>
                <c:pt idx="134">
                  <c:v>15868.0</c:v>
                </c:pt>
                <c:pt idx="135">
                  <c:v>10857.0</c:v>
                </c:pt>
                <c:pt idx="136">
                  <c:v>4757.0</c:v>
                </c:pt>
                <c:pt idx="137">
                  <c:v>11226.0</c:v>
                </c:pt>
                <c:pt idx="138">
                  <c:v>11157.0</c:v>
                </c:pt>
                <c:pt idx="139">
                  <c:v>15298.0</c:v>
                </c:pt>
                <c:pt idx="140">
                  <c:v>13697.0</c:v>
                </c:pt>
                <c:pt idx="141">
                  <c:v>9769.0</c:v>
                </c:pt>
                <c:pt idx="142">
                  <c:v>16276.0</c:v>
                </c:pt>
                <c:pt idx="143">
                  <c:v>15359.0</c:v>
                </c:pt>
                <c:pt idx="144">
                  <c:v>15898.0</c:v>
                </c:pt>
                <c:pt idx="145">
                  <c:v>14847.0</c:v>
                </c:pt>
                <c:pt idx="146">
                  <c:v>10970.0</c:v>
                </c:pt>
                <c:pt idx="147">
                  <c:v>15312.0</c:v>
                </c:pt>
                <c:pt idx="148">
                  <c:v>8706.0</c:v>
                </c:pt>
                <c:pt idx="149">
                  <c:v>12479.0</c:v>
                </c:pt>
                <c:pt idx="150">
                  <c:v>11662.0</c:v>
                </c:pt>
                <c:pt idx="151">
                  <c:v>6010.0</c:v>
                </c:pt>
                <c:pt idx="152">
                  <c:v>14735.0</c:v>
                </c:pt>
                <c:pt idx="153">
                  <c:v>13689.0</c:v>
                </c:pt>
                <c:pt idx="154">
                  <c:v>8969.0</c:v>
                </c:pt>
                <c:pt idx="155">
                  <c:v>13269.0</c:v>
                </c:pt>
                <c:pt idx="156">
                  <c:v>13799.0</c:v>
                </c:pt>
                <c:pt idx="157">
                  <c:v>15652.0</c:v>
                </c:pt>
                <c:pt idx="158">
                  <c:v>10161.0</c:v>
                </c:pt>
                <c:pt idx="159">
                  <c:v>8759.0</c:v>
                </c:pt>
                <c:pt idx="160">
                  <c:v>14611.0</c:v>
                </c:pt>
                <c:pt idx="161">
                  <c:v>15580.0</c:v>
                </c:pt>
                <c:pt idx="162">
                  <c:v>12962.0</c:v>
                </c:pt>
                <c:pt idx="163">
                  <c:v>10455.0</c:v>
                </c:pt>
                <c:pt idx="164">
                  <c:v>6914.0</c:v>
                </c:pt>
                <c:pt idx="165">
                  <c:v>10413.0</c:v>
                </c:pt>
                <c:pt idx="166">
                  <c:v>16810.0</c:v>
                </c:pt>
                <c:pt idx="167">
                  <c:v>10950.0</c:v>
                </c:pt>
                <c:pt idx="168">
                  <c:v>6666.0</c:v>
                </c:pt>
                <c:pt idx="169">
                  <c:v>12567.0</c:v>
                </c:pt>
                <c:pt idx="170">
                  <c:v>14657.0</c:v>
                </c:pt>
                <c:pt idx="171">
                  <c:v>10426.0</c:v>
                </c:pt>
                <c:pt idx="172">
                  <c:v>13515.0</c:v>
                </c:pt>
                <c:pt idx="173">
                  <c:v>15587.0</c:v>
                </c:pt>
                <c:pt idx="174">
                  <c:v>16583.0</c:v>
                </c:pt>
                <c:pt idx="175">
                  <c:v>9477.0</c:v>
                </c:pt>
                <c:pt idx="176">
                  <c:v>17033.0</c:v>
                </c:pt>
                <c:pt idx="177">
                  <c:v>13466.0</c:v>
                </c:pt>
                <c:pt idx="178">
                  <c:v>13009.0</c:v>
                </c:pt>
                <c:pt idx="179">
                  <c:v>13640.0</c:v>
                </c:pt>
                <c:pt idx="180">
                  <c:v>9411.0</c:v>
                </c:pt>
                <c:pt idx="181">
                  <c:v>11626.0</c:v>
                </c:pt>
                <c:pt idx="182">
                  <c:v>17738.0</c:v>
                </c:pt>
                <c:pt idx="183">
                  <c:v>12733.0</c:v>
                </c:pt>
                <c:pt idx="184">
                  <c:v>15192.0</c:v>
                </c:pt>
                <c:pt idx="185">
                  <c:v>13069.0</c:v>
                </c:pt>
                <c:pt idx="186">
                  <c:v>19559.0</c:v>
                </c:pt>
                <c:pt idx="187">
                  <c:v>15044.0</c:v>
                </c:pt>
                <c:pt idx="188">
                  <c:v>16223.0</c:v>
                </c:pt>
                <c:pt idx="189">
                  <c:v>9243.0</c:v>
                </c:pt>
                <c:pt idx="190">
                  <c:v>9443.0</c:v>
                </c:pt>
                <c:pt idx="191">
                  <c:v>9668.0</c:v>
                </c:pt>
                <c:pt idx="192">
                  <c:v>18778.0</c:v>
                </c:pt>
                <c:pt idx="193">
                  <c:v>15260.0</c:v>
                </c:pt>
                <c:pt idx="194">
                  <c:v>17410.0</c:v>
                </c:pt>
                <c:pt idx="195">
                  <c:v>8536.0</c:v>
                </c:pt>
                <c:pt idx="196">
                  <c:v>12642.0</c:v>
                </c:pt>
                <c:pt idx="197">
                  <c:v>15906.0</c:v>
                </c:pt>
                <c:pt idx="198">
                  <c:v>14661.0</c:v>
                </c:pt>
                <c:pt idx="199">
                  <c:v>14795.0</c:v>
                </c:pt>
                <c:pt idx="200">
                  <c:v>14225.0</c:v>
                </c:pt>
                <c:pt idx="201">
                  <c:v>8573.0</c:v>
                </c:pt>
                <c:pt idx="202">
                  <c:v>13992.0</c:v>
                </c:pt>
                <c:pt idx="203">
                  <c:v>13259.0</c:v>
                </c:pt>
                <c:pt idx="204">
                  <c:v>14961.0</c:v>
                </c:pt>
                <c:pt idx="205">
                  <c:v>10635.0</c:v>
                </c:pt>
                <c:pt idx="206">
                  <c:v>7210.0</c:v>
                </c:pt>
                <c:pt idx="207">
                  <c:v>12268.0</c:v>
                </c:pt>
                <c:pt idx="208">
                  <c:v>13398.0</c:v>
                </c:pt>
                <c:pt idx="209">
                  <c:v>11682.0</c:v>
                </c:pt>
                <c:pt idx="210">
                  <c:v>12238.0</c:v>
                </c:pt>
                <c:pt idx="211">
                  <c:v>8152.0</c:v>
                </c:pt>
                <c:pt idx="212">
                  <c:v>13351.0</c:v>
                </c:pt>
                <c:pt idx="213">
                  <c:v>18619.0</c:v>
                </c:pt>
                <c:pt idx="214">
                  <c:v>22083.0</c:v>
                </c:pt>
                <c:pt idx="215">
                  <c:v>14023.0</c:v>
                </c:pt>
                <c:pt idx="216">
                  <c:v>16645.0</c:v>
                </c:pt>
                <c:pt idx="217">
                  <c:v>14469.0</c:v>
                </c:pt>
                <c:pt idx="218">
                  <c:v>9684.0</c:v>
                </c:pt>
                <c:pt idx="219">
                  <c:v>14382.0</c:v>
                </c:pt>
                <c:pt idx="220">
                  <c:v>12732.0</c:v>
                </c:pt>
                <c:pt idx="221">
                  <c:v>13335.0</c:v>
                </c:pt>
                <c:pt idx="222">
                  <c:v>13953.0</c:v>
                </c:pt>
                <c:pt idx="223">
                  <c:v>13499.0</c:v>
                </c:pt>
                <c:pt idx="224">
                  <c:v>13336.0</c:v>
                </c:pt>
                <c:pt idx="225">
                  <c:v>17112.0</c:v>
                </c:pt>
                <c:pt idx="226">
                  <c:v>4988.0</c:v>
                </c:pt>
                <c:pt idx="227">
                  <c:v>11110.0</c:v>
                </c:pt>
                <c:pt idx="228">
                  <c:v>13683.0</c:v>
                </c:pt>
                <c:pt idx="229">
                  <c:v>11548.0</c:v>
                </c:pt>
                <c:pt idx="230">
                  <c:v>12553.0</c:v>
                </c:pt>
                <c:pt idx="231">
                  <c:v>20201.0</c:v>
                </c:pt>
                <c:pt idx="232">
                  <c:v>10623.0</c:v>
                </c:pt>
                <c:pt idx="233">
                  <c:v>6575.0</c:v>
                </c:pt>
                <c:pt idx="234">
                  <c:v>17107.0</c:v>
                </c:pt>
                <c:pt idx="235">
                  <c:v>12309.0</c:v>
                </c:pt>
                <c:pt idx="236">
                  <c:v>16310.0</c:v>
                </c:pt>
                <c:pt idx="237">
                  <c:v>17437.0</c:v>
                </c:pt>
                <c:pt idx="238">
                  <c:v>12993.0</c:v>
                </c:pt>
                <c:pt idx="239">
                  <c:v>8075.0</c:v>
                </c:pt>
                <c:pt idx="240">
                  <c:v>14194.0</c:v>
                </c:pt>
                <c:pt idx="241">
                  <c:v>16239.0</c:v>
                </c:pt>
                <c:pt idx="242">
                  <c:v>16445.0</c:v>
                </c:pt>
                <c:pt idx="243">
                  <c:v>10798.0</c:v>
                </c:pt>
                <c:pt idx="244">
                  <c:v>4667.0</c:v>
                </c:pt>
                <c:pt idx="245">
                  <c:v>3476.0</c:v>
                </c:pt>
                <c:pt idx="246">
                  <c:v>11109.0</c:v>
                </c:pt>
                <c:pt idx="247">
                  <c:v>19932.0</c:v>
                </c:pt>
                <c:pt idx="248">
                  <c:v>11477.0</c:v>
                </c:pt>
                <c:pt idx="249">
                  <c:v>15455.0</c:v>
                </c:pt>
                <c:pt idx="250">
                  <c:v>9931.0</c:v>
                </c:pt>
                <c:pt idx="251">
                  <c:v>17116.0</c:v>
                </c:pt>
                <c:pt idx="252">
                  <c:v>14035.0</c:v>
                </c:pt>
                <c:pt idx="253">
                  <c:v>5363.0</c:v>
                </c:pt>
                <c:pt idx="254">
                  <c:v>14255.0</c:v>
                </c:pt>
                <c:pt idx="255">
                  <c:v>9945.0</c:v>
                </c:pt>
                <c:pt idx="256">
                  <c:v>13218.0</c:v>
                </c:pt>
                <c:pt idx="257">
                  <c:v>16625.0</c:v>
                </c:pt>
                <c:pt idx="258">
                  <c:v>15620.0</c:v>
                </c:pt>
                <c:pt idx="259">
                  <c:v>15583.0</c:v>
                </c:pt>
                <c:pt idx="260">
                  <c:v>17575.0</c:v>
                </c:pt>
                <c:pt idx="261">
                  <c:v>11400.0</c:v>
                </c:pt>
                <c:pt idx="262">
                  <c:v>15792.0</c:v>
                </c:pt>
                <c:pt idx="263">
                  <c:v>15335.0</c:v>
                </c:pt>
                <c:pt idx="264">
                  <c:v>15708.0</c:v>
                </c:pt>
                <c:pt idx="265">
                  <c:v>15891.0</c:v>
                </c:pt>
                <c:pt idx="266">
                  <c:v>13897.0</c:v>
                </c:pt>
                <c:pt idx="267">
                  <c:v>16611.0</c:v>
                </c:pt>
                <c:pt idx="268">
                  <c:v>13931.0</c:v>
                </c:pt>
                <c:pt idx="269">
                  <c:v>17067.0</c:v>
                </c:pt>
                <c:pt idx="270">
                  <c:v>13060.0</c:v>
                </c:pt>
                <c:pt idx="271">
                  <c:v>13999.0</c:v>
                </c:pt>
                <c:pt idx="272">
                  <c:v>11615.0</c:v>
                </c:pt>
                <c:pt idx="273">
                  <c:v>14728.0</c:v>
                </c:pt>
                <c:pt idx="274">
                  <c:v>14434.0</c:v>
                </c:pt>
                <c:pt idx="275">
                  <c:v>14510.0</c:v>
                </c:pt>
                <c:pt idx="276">
                  <c:v>16075.0</c:v>
                </c:pt>
                <c:pt idx="277">
                  <c:v>19415.0</c:v>
                </c:pt>
                <c:pt idx="278">
                  <c:v>25028.0</c:v>
                </c:pt>
                <c:pt idx="279">
                  <c:v>13095.0</c:v>
                </c:pt>
                <c:pt idx="280">
                  <c:v>18974.0</c:v>
                </c:pt>
                <c:pt idx="281">
                  <c:v>13654.0</c:v>
                </c:pt>
                <c:pt idx="282">
                  <c:v>14557.0</c:v>
                </c:pt>
                <c:pt idx="283">
                  <c:v>15464.0</c:v>
                </c:pt>
                <c:pt idx="284">
                  <c:v>10434.0</c:v>
                </c:pt>
                <c:pt idx="285">
                  <c:v>21898.0</c:v>
                </c:pt>
                <c:pt idx="286">
                  <c:v>17998.0</c:v>
                </c:pt>
                <c:pt idx="287">
                  <c:v>11469.0</c:v>
                </c:pt>
                <c:pt idx="288">
                  <c:v>18060.0</c:v>
                </c:pt>
                <c:pt idx="289">
                  <c:v>7238.0</c:v>
                </c:pt>
                <c:pt idx="290">
                  <c:v>11035.0</c:v>
                </c:pt>
                <c:pt idx="291">
                  <c:v>17653.0</c:v>
                </c:pt>
                <c:pt idx="292">
                  <c:v>11524.0</c:v>
                </c:pt>
                <c:pt idx="293">
                  <c:v>19695.0</c:v>
                </c:pt>
                <c:pt idx="294">
                  <c:v>9472.0</c:v>
                </c:pt>
                <c:pt idx="295">
                  <c:v>14058.0</c:v>
                </c:pt>
                <c:pt idx="296">
                  <c:v>12531.0</c:v>
                </c:pt>
                <c:pt idx="297">
                  <c:v>13806.0</c:v>
                </c:pt>
                <c:pt idx="298">
                  <c:v>3724.0</c:v>
                </c:pt>
                <c:pt idx="299">
                  <c:v>15544.0</c:v>
                </c:pt>
                <c:pt idx="300">
                  <c:v>15027.0</c:v>
                </c:pt>
                <c:pt idx="301">
                  <c:v>16650.0</c:v>
                </c:pt>
                <c:pt idx="302">
                  <c:v>19151.0</c:v>
                </c:pt>
                <c:pt idx="303">
                  <c:v>14636.0</c:v>
                </c:pt>
                <c:pt idx="304">
                  <c:v>18394.0</c:v>
                </c:pt>
                <c:pt idx="305">
                  <c:v>10986.0</c:v>
                </c:pt>
                <c:pt idx="306">
                  <c:v>16476.0</c:v>
                </c:pt>
                <c:pt idx="307">
                  <c:v>13555.0</c:v>
                </c:pt>
                <c:pt idx="308">
                  <c:v>17248.0</c:v>
                </c:pt>
                <c:pt idx="309">
                  <c:v>13718.0</c:v>
                </c:pt>
                <c:pt idx="310">
                  <c:v>10947.0</c:v>
                </c:pt>
                <c:pt idx="311">
                  <c:v>12454.0</c:v>
                </c:pt>
                <c:pt idx="312">
                  <c:v>19504.0</c:v>
                </c:pt>
                <c:pt idx="313">
                  <c:v>16316.0</c:v>
                </c:pt>
                <c:pt idx="314">
                  <c:v>12065.0</c:v>
                </c:pt>
                <c:pt idx="315">
                  <c:v>19627.0</c:v>
                </c:pt>
                <c:pt idx="316">
                  <c:v>10872.0</c:v>
                </c:pt>
                <c:pt idx="317">
                  <c:v>14372.0</c:v>
                </c:pt>
                <c:pt idx="318">
                  <c:v>12872.0</c:v>
                </c:pt>
                <c:pt idx="319">
                  <c:v>14537.0</c:v>
                </c:pt>
                <c:pt idx="320">
                  <c:v>16162.0</c:v>
                </c:pt>
                <c:pt idx="321">
                  <c:v>15851.0</c:v>
                </c:pt>
                <c:pt idx="322">
                  <c:v>11462.0</c:v>
                </c:pt>
                <c:pt idx="323">
                  <c:v>16585.0</c:v>
                </c:pt>
                <c:pt idx="324">
                  <c:v>14059.0</c:v>
                </c:pt>
                <c:pt idx="325">
                  <c:v>22114.0</c:v>
                </c:pt>
                <c:pt idx="326">
                  <c:v>12019.0</c:v>
                </c:pt>
                <c:pt idx="327">
                  <c:v>14633.0</c:v>
                </c:pt>
                <c:pt idx="328">
                  <c:v>22012.0</c:v>
                </c:pt>
                <c:pt idx="329">
                  <c:v>17744.0</c:v>
                </c:pt>
                <c:pt idx="330">
                  <c:v>14753.0</c:v>
                </c:pt>
                <c:pt idx="331">
                  <c:v>19413.0</c:v>
                </c:pt>
                <c:pt idx="332">
                  <c:v>14017.0</c:v>
                </c:pt>
                <c:pt idx="333">
                  <c:v>16720.0</c:v>
                </c:pt>
                <c:pt idx="334">
                  <c:v>15789.0</c:v>
                </c:pt>
                <c:pt idx="335">
                  <c:v>13452.0</c:v>
                </c:pt>
                <c:pt idx="336">
                  <c:v>15538.0</c:v>
                </c:pt>
                <c:pt idx="337">
                  <c:v>20086.0</c:v>
                </c:pt>
                <c:pt idx="338">
                  <c:v>7159.0</c:v>
                </c:pt>
                <c:pt idx="339">
                  <c:v>18402.0</c:v>
                </c:pt>
                <c:pt idx="340">
                  <c:v>16605.0</c:v>
                </c:pt>
                <c:pt idx="341">
                  <c:v>5581.0</c:v>
                </c:pt>
                <c:pt idx="342">
                  <c:v>15446.0</c:v>
                </c:pt>
                <c:pt idx="343">
                  <c:v>9713.0</c:v>
                </c:pt>
                <c:pt idx="344">
                  <c:v>16227.0</c:v>
                </c:pt>
                <c:pt idx="345">
                  <c:v>14856.0</c:v>
                </c:pt>
                <c:pt idx="346">
                  <c:v>3239.0</c:v>
                </c:pt>
                <c:pt idx="347">
                  <c:v>14305.0</c:v>
                </c:pt>
                <c:pt idx="348">
                  <c:v>18292.0</c:v>
                </c:pt>
                <c:pt idx="349">
                  <c:v>14582.0</c:v>
                </c:pt>
                <c:pt idx="350">
                  <c:v>16810.0</c:v>
                </c:pt>
                <c:pt idx="351">
                  <c:v>19195.0</c:v>
                </c:pt>
                <c:pt idx="352">
                  <c:v>12423.0</c:v>
                </c:pt>
                <c:pt idx="353">
                  <c:v>19999.0</c:v>
                </c:pt>
                <c:pt idx="354">
                  <c:v>11726.0</c:v>
                </c:pt>
                <c:pt idx="355">
                  <c:v>11663.0</c:v>
                </c:pt>
                <c:pt idx="356">
                  <c:v>9419.0</c:v>
                </c:pt>
                <c:pt idx="357">
                  <c:v>11223.0</c:v>
                </c:pt>
                <c:pt idx="358">
                  <c:v>16948.0</c:v>
                </c:pt>
                <c:pt idx="359">
                  <c:v>17510.0</c:v>
                </c:pt>
                <c:pt idx="360">
                  <c:v>13233.0</c:v>
                </c:pt>
                <c:pt idx="361">
                  <c:v>17225.0</c:v>
                </c:pt>
                <c:pt idx="362">
                  <c:v>2615.0</c:v>
                </c:pt>
                <c:pt idx="363">
                  <c:v>19589.0</c:v>
                </c:pt>
                <c:pt idx="364">
                  <c:v>17974.0</c:v>
                </c:pt>
                <c:pt idx="365">
                  <c:v>12065.0</c:v>
                </c:pt>
                <c:pt idx="366">
                  <c:v>13100.0</c:v>
                </c:pt>
                <c:pt idx="367">
                  <c:v>10203.0</c:v>
                </c:pt>
                <c:pt idx="368">
                  <c:v>13010.0</c:v>
                </c:pt>
                <c:pt idx="369">
                  <c:v>12901.0</c:v>
                </c:pt>
                <c:pt idx="370">
                  <c:v>15845.0</c:v>
                </c:pt>
                <c:pt idx="371">
                  <c:v>21248.0</c:v>
                </c:pt>
                <c:pt idx="372">
                  <c:v>17210.0</c:v>
                </c:pt>
                <c:pt idx="373">
                  <c:v>8036.0</c:v>
                </c:pt>
                <c:pt idx="374">
                  <c:v>12906.0</c:v>
                </c:pt>
                <c:pt idx="375">
                  <c:v>18792.0</c:v>
                </c:pt>
                <c:pt idx="376">
                  <c:v>14300.0</c:v>
                </c:pt>
                <c:pt idx="377">
                  <c:v>7990.0</c:v>
                </c:pt>
                <c:pt idx="378">
                  <c:v>17033.0</c:v>
                </c:pt>
                <c:pt idx="379">
                  <c:v>13188.0</c:v>
                </c:pt>
                <c:pt idx="380">
                  <c:v>18751.0</c:v>
                </c:pt>
                <c:pt idx="381">
                  <c:v>12006.0</c:v>
                </c:pt>
                <c:pt idx="382">
                  <c:v>10489.0</c:v>
                </c:pt>
                <c:pt idx="383">
                  <c:v>2254.0</c:v>
                </c:pt>
                <c:pt idx="384">
                  <c:v>2037.0</c:v>
                </c:pt>
                <c:pt idx="385">
                  <c:v>16513.0</c:v>
                </c:pt>
                <c:pt idx="386">
                  <c:v>19827.0</c:v>
                </c:pt>
                <c:pt idx="387">
                  <c:v>14331.0</c:v>
                </c:pt>
                <c:pt idx="388">
                  <c:v>18904.0</c:v>
                </c:pt>
                <c:pt idx="389">
                  <c:v>18212.0</c:v>
                </c:pt>
                <c:pt idx="390">
                  <c:v>8318.0</c:v>
                </c:pt>
                <c:pt idx="391">
                  <c:v>18724.0</c:v>
                </c:pt>
                <c:pt idx="392">
                  <c:v>14998.0</c:v>
                </c:pt>
                <c:pt idx="393">
                  <c:v>5553.0</c:v>
                </c:pt>
                <c:pt idx="394">
                  <c:v>18902.0</c:v>
                </c:pt>
                <c:pt idx="395">
                  <c:v>13334.0</c:v>
                </c:pt>
                <c:pt idx="396">
                  <c:v>16873.0</c:v>
                </c:pt>
                <c:pt idx="397">
                  <c:v>17497.0</c:v>
                </c:pt>
                <c:pt idx="398">
                  <c:v>14071.0</c:v>
                </c:pt>
                <c:pt idx="399">
                  <c:v>9217.0</c:v>
                </c:pt>
                <c:pt idx="400">
                  <c:v>9464.0</c:v>
                </c:pt>
                <c:pt idx="401">
                  <c:v>8106.0</c:v>
                </c:pt>
                <c:pt idx="402">
                  <c:v>16664.0</c:v>
                </c:pt>
                <c:pt idx="403">
                  <c:v>10289.0</c:v>
                </c:pt>
                <c:pt idx="404">
                  <c:v>17488.0</c:v>
                </c:pt>
                <c:pt idx="405">
                  <c:v>8295.0</c:v>
                </c:pt>
                <c:pt idx="406">
                  <c:v>11124.0</c:v>
                </c:pt>
                <c:pt idx="407">
                  <c:v>13380.0</c:v>
                </c:pt>
                <c:pt idx="408">
                  <c:v>20910.0</c:v>
                </c:pt>
                <c:pt idx="409">
                  <c:v>12801.0</c:v>
                </c:pt>
                <c:pt idx="410">
                  <c:v>2232.0</c:v>
                </c:pt>
                <c:pt idx="411">
                  <c:v>11216.0</c:v>
                </c:pt>
                <c:pt idx="412">
                  <c:v>14266.0</c:v>
                </c:pt>
                <c:pt idx="413">
                  <c:v>17546.0</c:v>
                </c:pt>
                <c:pt idx="414">
                  <c:v>6821.0</c:v>
                </c:pt>
                <c:pt idx="415">
                  <c:v>5640.0</c:v>
                </c:pt>
                <c:pt idx="416">
                  <c:v>12624.0</c:v>
                </c:pt>
                <c:pt idx="417">
                  <c:v>13034.0</c:v>
                </c:pt>
                <c:pt idx="418">
                  <c:v>24592.0</c:v>
                </c:pt>
                <c:pt idx="419">
                  <c:v>16884.0</c:v>
                </c:pt>
                <c:pt idx="420">
                  <c:v>12729.0</c:v>
                </c:pt>
                <c:pt idx="421">
                  <c:v>18231.0</c:v>
                </c:pt>
                <c:pt idx="422">
                  <c:v>16764.0</c:v>
                </c:pt>
                <c:pt idx="423">
                  <c:v>14585.0</c:v>
                </c:pt>
                <c:pt idx="424">
                  <c:v>13296.0</c:v>
                </c:pt>
                <c:pt idx="425">
                  <c:v>18268.0</c:v>
                </c:pt>
                <c:pt idx="426">
                  <c:v>13560.0</c:v>
                </c:pt>
                <c:pt idx="427">
                  <c:v>15502.0</c:v>
                </c:pt>
                <c:pt idx="428">
                  <c:v>13430.0</c:v>
                </c:pt>
                <c:pt idx="429">
                  <c:v>22978.0</c:v>
                </c:pt>
                <c:pt idx="430">
                  <c:v>21534.0</c:v>
                </c:pt>
                <c:pt idx="431">
                  <c:v>7944.0</c:v>
                </c:pt>
                <c:pt idx="432">
                  <c:v>6352.0</c:v>
                </c:pt>
                <c:pt idx="433">
                  <c:v>16456.0</c:v>
                </c:pt>
                <c:pt idx="434">
                  <c:v>13183.0</c:v>
                </c:pt>
                <c:pt idx="435">
                  <c:v>18853.0</c:v>
                </c:pt>
                <c:pt idx="436">
                  <c:v>13434.0</c:v>
                </c:pt>
                <c:pt idx="437">
                  <c:v>17250.0</c:v>
                </c:pt>
                <c:pt idx="438">
                  <c:v>16154.0</c:v>
                </c:pt>
                <c:pt idx="439">
                  <c:v>9561.0</c:v>
                </c:pt>
                <c:pt idx="440">
                  <c:v>13705.0</c:v>
                </c:pt>
                <c:pt idx="441">
                  <c:v>18706.0</c:v>
                </c:pt>
                <c:pt idx="442">
                  <c:v>14839.0</c:v>
                </c:pt>
                <c:pt idx="443">
                  <c:v>18699.0</c:v>
                </c:pt>
                <c:pt idx="444">
                  <c:v>13836.0</c:v>
                </c:pt>
                <c:pt idx="445">
                  <c:v>19273.0</c:v>
                </c:pt>
                <c:pt idx="446">
                  <c:v>25031.0</c:v>
                </c:pt>
                <c:pt idx="447">
                  <c:v>2393.0</c:v>
                </c:pt>
                <c:pt idx="448">
                  <c:v>20796.0</c:v>
                </c:pt>
                <c:pt idx="449">
                  <c:v>6232.0</c:v>
                </c:pt>
                <c:pt idx="450">
                  <c:v>7929.0</c:v>
                </c:pt>
                <c:pt idx="451">
                  <c:v>15627.0</c:v>
                </c:pt>
                <c:pt idx="452">
                  <c:v>2061.0</c:v>
                </c:pt>
                <c:pt idx="453">
                  <c:v>6041.0</c:v>
                </c:pt>
                <c:pt idx="454">
                  <c:v>11905.0</c:v>
                </c:pt>
                <c:pt idx="455">
                  <c:v>2933.0</c:v>
                </c:pt>
                <c:pt idx="456">
                  <c:v>19016.0</c:v>
                </c:pt>
                <c:pt idx="457">
                  <c:v>4211.0</c:v>
                </c:pt>
                <c:pt idx="458">
                  <c:v>13190.0</c:v>
                </c:pt>
                <c:pt idx="459">
                  <c:v>14016.0</c:v>
                </c:pt>
                <c:pt idx="460">
                  <c:v>15806.0</c:v>
                </c:pt>
                <c:pt idx="461">
                  <c:v>16130.0</c:v>
                </c:pt>
                <c:pt idx="462">
                  <c:v>18623.0</c:v>
                </c:pt>
                <c:pt idx="463">
                  <c:v>16324.0</c:v>
                </c:pt>
                <c:pt idx="464">
                  <c:v>20579.0</c:v>
                </c:pt>
                <c:pt idx="465">
                  <c:v>2124.0</c:v>
                </c:pt>
                <c:pt idx="466">
                  <c:v>16443.0</c:v>
                </c:pt>
                <c:pt idx="467">
                  <c:v>17692.0</c:v>
                </c:pt>
                <c:pt idx="468">
                  <c:v>12814.0</c:v>
                </c:pt>
                <c:pt idx="469">
                  <c:v>18709.0</c:v>
                </c:pt>
                <c:pt idx="470">
                  <c:v>17817.0</c:v>
                </c:pt>
                <c:pt idx="471">
                  <c:v>9717.0</c:v>
                </c:pt>
                <c:pt idx="472">
                  <c:v>17313.0</c:v>
                </c:pt>
                <c:pt idx="473">
                  <c:v>14953.0</c:v>
                </c:pt>
                <c:pt idx="474">
                  <c:v>17234.0</c:v>
                </c:pt>
                <c:pt idx="475">
                  <c:v>18300.0</c:v>
                </c:pt>
                <c:pt idx="476">
                  <c:v>14048.0</c:v>
                </c:pt>
                <c:pt idx="477">
                  <c:v>13627.0</c:v>
                </c:pt>
                <c:pt idx="478">
                  <c:v>13798.0</c:v>
                </c:pt>
                <c:pt idx="479">
                  <c:v>19867.0</c:v>
                </c:pt>
                <c:pt idx="480">
                  <c:v>8985.0</c:v>
                </c:pt>
                <c:pt idx="481">
                  <c:v>15601.0</c:v>
                </c:pt>
                <c:pt idx="482">
                  <c:v>15635.0</c:v>
                </c:pt>
                <c:pt idx="483">
                  <c:v>13322.0</c:v>
                </c:pt>
                <c:pt idx="484">
                  <c:v>19345.0</c:v>
                </c:pt>
                <c:pt idx="485">
                  <c:v>22547.0</c:v>
                </c:pt>
                <c:pt idx="486">
                  <c:v>23108.0</c:v>
                </c:pt>
                <c:pt idx="487">
                  <c:v>20512.0</c:v>
                </c:pt>
                <c:pt idx="488">
                  <c:v>17313.0</c:v>
                </c:pt>
                <c:pt idx="489">
                  <c:v>18010.0</c:v>
                </c:pt>
                <c:pt idx="490">
                  <c:v>17718.0</c:v>
                </c:pt>
                <c:pt idx="491">
                  <c:v>8338.0</c:v>
                </c:pt>
                <c:pt idx="492">
                  <c:v>15351.0</c:v>
                </c:pt>
                <c:pt idx="493">
                  <c:v>13384.0</c:v>
                </c:pt>
                <c:pt idx="494">
                  <c:v>23258.0</c:v>
                </c:pt>
                <c:pt idx="495">
                  <c:v>17899.0</c:v>
                </c:pt>
                <c:pt idx="496">
                  <c:v>27521.0</c:v>
                </c:pt>
                <c:pt idx="497">
                  <c:v>6654.0</c:v>
                </c:pt>
                <c:pt idx="498">
                  <c:v>14216.0</c:v>
                </c:pt>
                <c:pt idx="499">
                  <c:v>12621.0</c:v>
                </c:pt>
                <c:pt idx="500">
                  <c:v>17424.0</c:v>
                </c:pt>
                <c:pt idx="501">
                  <c:v>6488.0</c:v>
                </c:pt>
                <c:pt idx="502">
                  <c:v>17105.0</c:v>
                </c:pt>
                <c:pt idx="503">
                  <c:v>17836.0</c:v>
                </c:pt>
                <c:pt idx="504">
                  <c:v>18362.0</c:v>
                </c:pt>
                <c:pt idx="505">
                  <c:v>27926.0</c:v>
                </c:pt>
                <c:pt idx="506">
                  <c:v>11364.0</c:v>
                </c:pt>
                <c:pt idx="507">
                  <c:v>10309.0</c:v>
                </c:pt>
                <c:pt idx="508">
                  <c:v>19443.0</c:v>
                </c:pt>
                <c:pt idx="509">
                  <c:v>6230.0</c:v>
                </c:pt>
                <c:pt idx="510">
                  <c:v>18814.0</c:v>
                </c:pt>
                <c:pt idx="511">
                  <c:v>15232.0</c:v>
                </c:pt>
                <c:pt idx="512">
                  <c:v>10751.0</c:v>
                </c:pt>
                <c:pt idx="513">
                  <c:v>14995.0</c:v>
                </c:pt>
                <c:pt idx="514">
                  <c:v>13233.0</c:v>
                </c:pt>
                <c:pt idx="515">
                  <c:v>17568.0</c:v>
                </c:pt>
                <c:pt idx="516">
                  <c:v>11329.0</c:v>
                </c:pt>
                <c:pt idx="517">
                  <c:v>18828.0</c:v>
                </c:pt>
                <c:pt idx="518">
                  <c:v>11327.0</c:v>
                </c:pt>
                <c:pt idx="519">
                  <c:v>17033.0</c:v>
                </c:pt>
                <c:pt idx="520">
                  <c:v>6934.0</c:v>
                </c:pt>
                <c:pt idx="521">
                  <c:v>12867.0</c:v>
                </c:pt>
                <c:pt idx="522">
                  <c:v>10925.0</c:v>
                </c:pt>
                <c:pt idx="523">
                  <c:v>21839.0</c:v>
                </c:pt>
                <c:pt idx="524">
                  <c:v>12590.0</c:v>
                </c:pt>
                <c:pt idx="525">
                  <c:v>16665.0</c:v>
                </c:pt>
                <c:pt idx="526">
                  <c:v>21699.0</c:v>
                </c:pt>
                <c:pt idx="527">
                  <c:v>17419.0</c:v>
                </c:pt>
                <c:pt idx="528">
                  <c:v>22431.0</c:v>
                </c:pt>
                <c:pt idx="529">
                  <c:v>16239.0</c:v>
                </c:pt>
                <c:pt idx="530">
                  <c:v>21771.0</c:v>
                </c:pt>
                <c:pt idx="531">
                  <c:v>14071.0</c:v>
                </c:pt>
                <c:pt idx="532">
                  <c:v>8947.0</c:v>
                </c:pt>
                <c:pt idx="533">
                  <c:v>16197.0</c:v>
                </c:pt>
                <c:pt idx="534">
                  <c:v>19344.0</c:v>
                </c:pt>
                <c:pt idx="535">
                  <c:v>19925.0</c:v>
                </c:pt>
                <c:pt idx="536">
                  <c:v>11740.0</c:v>
                </c:pt>
                <c:pt idx="537">
                  <c:v>9262.0</c:v>
                </c:pt>
                <c:pt idx="538">
                  <c:v>13263.0</c:v>
                </c:pt>
                <c:pt idx="539">
                  <c:v>9127.0</c:v>
                </c:pt>
                <c:pt idx="540">
                  <c:v>3679.0</c:v>
                </c:pt>
                <c:pt idx="541">
                  <c:v>4517.0</c:v>
                </c:pt>
                <c:pt idx="542">
                  <c:v>22116.0</c:v>
                </c:pt>
                <c:pt idx="543">
                  <c:v>12755.0</c:v>
                </c:pt>
                <c:pt idx="544">
                  <c:v>12807.0</c:v>
                </c:pt>
                <c:pt idx="545">
                  <c:v>15365.0</c:v>
                </c:pt>
                <c:pt idx="546">
                  <c:v>18650.0</c:v>
                </c:pt>
                <c:pt idx="547">
                  <c:v>18581.0</c:v>
                </c:pt>
                <c:pt idx="548">
                  <c:v>15458.0</c:v>
                </c:pt>
                <c:pt idx="549">
                  <c:v>16029.0</c:v>
                </c:pt>
                <c:pt idx="550">
                  <c:v>17138.0</c:v>
                </c:pt>
                <c:pt idx="551">
                  <c:v>16708.0</c:v>
                </c:pt>
                <c:pt idx="552">
                  <c:v>16357.0</c:v>
                </c:pt>
                <c:pt idx="553">
                  <c:v>20976.0</c:v>
                </c:pt>
                <c:pt idx="554">
                  <c:v>1936.0</c:v>
                </c:pt>
                <c:pt idx="555">
                  <c:v>19592.0</c:v>
                </c:pt>
                <c:pt idx="556">
                  <c:v>18313.0</c:v>
                </c:pt>
                <c:pt idx="557">
                  <c:v>19731.0</c:v>
                </c:pt>
                <c:pt idx="558">
                  <c:v>13874.0</c:v>
                </c:pt>
                <c:pt idx="559">
                  <c:v>17519.0</c:v>
                </c:pt>
                <c:pt idx="560">
                  <c:v>8541.0</c:v>
                </c:pt>
                <c:pt idx="561">
                  <c:v>9280.0</c:v>
                </c:pt>
                <c:pt idx="562">
                  <c:v>10933.0</c:v>
                </c:pt>
                <c:pt idx="563">
                  <c:v>14920.0</c:v>
                </c:pt>
                <c:pt idx="564">
                  <c:v>21724.0</c:v>
                </c:pt>
                <c:pt idx="565">
                  <c:v>9691.0</c:v>
                </c:pt>
                <c:pt idx="566">
                  <c:v>21325.0</c:v>
                </c:pt>
                <c:pt idx="567">
                  <c:v>17500.0</c:v>
                </c:pt>
                <c:pt idx="568">
                  <c:v>15864.0</c:v>
                </c:pt>
                <c:pt idx="569">
                  <c:v>15483.0</c:v>
                </c:pt>
                <c:pt idx="570">
                  <c:v>19307.0</c:v>
                </c:pt>
                <c:pt idx="571">
                  <c:v>20927.0</c:v>
                </c:pt>
                <c:pt idx="572">
                  <c:v>17086.0</c:v>
                </c:pt>
                <c:pt idx="573">
                  <c:v>11627.0</c:v>
                </c:pt>
                <c:pt idx="574">
                  <c:v>20507.0</c:v>
                </c:pt>
                <c:pt idx="575">
                  <c:v>14895.0</c:v>
                </c:pt>
                <c:pt idx="576">
                  <c:v>12682.0</c:v>
                </c:pt>
                <c:pt idx="577">
                  <c:v>6627.0</c:v>
                </c:pt>
                <c:pt idx="578">
                  <c:v>17093.0</c:v>
                </c:pt>
                <c:pt idx="579">
                  <c:v>23778.0</c:v>
                </c:pt>
                <c:pt idx="580">
                  <c:v>20633.0</c:v>
                </c:pt>
                <c:pt idx="581">
                  <c:v>21828.0</c:v>
                </c:pt>
                <c:pt idx="582">
                  <c:v>15240.0</c:v>
                </c:pt>
                <c:pt idx="583">
                  <c:v>18133.0</c:v>
                </c:pt>
                <c:pt idx="584">
                  <c:v>25211.0</c:v>
                </c:pt>
                <c:pt idx="585">
                  <c:v>14820.0</c:v>
                </c:pt>
                <c:pt idx="586">
                  <c:v>21604.0</c:v>
                </c:pt>
              </c:numCache>
            </c:numRef>
          </c:xVal>
          <c:yVal>
            <c:numRef>
              <c:f>Sheet1!$B$974:$B$1560</c:f>
              <c:numCache>
                <c:formatCode>General</c:formatCode>
                <c:ptCount val="587"/>
                <c:pt idx="0">
                  <c:v>21778.0</c:v>
                </c:pt>
                <c:pt idx="1">
                  <c:v>24465.0</c:v>
                </c:pt>
                <c:pt idx="2">
                  <c:v>25107.0</c:v>
                </c:pt>
                <c:pt idx="3">
                  <c:v>25140.0</c:v>
                </c:pt>
                <c:pt idx="4">
                  <c:v>26829.0</c:v>
                </c:pt>
                <c:pt idx="5">
                  <c:v>27007.0</c:v>
                </c:pt>
                <c:pt idx="6">
                  <c:v>27305.0</c:v>
                </c:pt>
                <c:pt idx="7">
                  <c:v>27314.0</c:v>
                </c:pt>
                <c:pt idx="8">
                  <c:v>28013.0</c:v>
                </c:pt>
                <c:pt idx="9">
                  <c:v>28114.0</c:v>
                </c:pt>
                <c:pt idx="10">
                  <c:v>30324.0</c:v>
                </c:pt>
                <c:pt idx="11">
                  <c:v>31302.0</c:v>
                </c:pt>
                <c:pt idx="12">
                  <c:v>32393.0</c:v>
                </c:pt>
                <c:pt idx="13">
                  <c:v>32799.0</c:v>
                </c:pt>
                <c:pt idx="14">
                  <c:v>33234.0</c:v>
                </c:pt>
                <c:pt idx="15">
                  <c:v>33476.0</c:v>
                </c:pt>
                <c:pt idx="16">
                  <c:v>33501.0</c:v>
                </c:pt>
                <c:pt idx="17">
                  <c:v>33964.0</c:v>
                </c:pt>
                <c:pt idx="18">
                  <c:v>34018.0</c:v>
                </c:pt>
                <c:pt idx="19">
                  <c:v>34083.0</c:v>
                </c:pt>
                <c:pt idx="20">
                  <c:v>34395.0</c:v>
                </c:pt>
                <c:pt idx="21">
                  <c:v>34492.0</c:v>
                </c:pt>
                <c:pt idx="22">
                  <c:v>34656.0</c:v>
                </c:pt>
                <c:pt idx="23">
                  <c:v>34667.0</c:v>
                </c:pt>
                <c:pt idx="24">
                  <c:v>34777.0</c:v>
                </c:pt>
                <c:pt idx="25">
                  <c:v>35049.0</c:v>
                </c:pt>
                <c:pt idx="26">
                  <c:v>35216.0</c:v>
                </c:pt>
                <c:pt idx="27">
                  <c:v>35266.0</c:v>
                </c:pt>
                <c:pt idx="28">
                  <c:v>35294.0</c:v>
                </c:pt>
                <c:pt idx="29">
                  <c:v>35443.0</c:v>
                </c:pt>
                <c:pt idx="30">
                  <c:v>35482.0</c:v>
                </c:pt>
                <c:pt idx="31">
                  <c:v>35808.0</c:v>
                </c:pt>
                <c:pt idx="32">
                  <c:v>35828.0</c:v>
                </c:pt>
                <c:pt idx="33">
                  <c:v>35945.0</c:v>
                </c:pt>
                <c:pt idx="34">
                  <c:v>36198.0</c:v>
                </c:pt>
                <c:pt idx="35">
                  <c:v>36251.0</c:v>
                </c:pt>
                <c:pt idx="36">
                  <c:v>36306.0</c:v>
                </c:pt>
                <c:pt idx="37">
                  <c:v>36347.0</c:v>
                </c:pt>
                <c:pt idx="38">
                  <c:v>36355.0</c:v>
                </c:pt>
                <c:pt idx="39">
                  <c:v>36389.0</c:v>
                </c:pt>
                <c:pt idx="40">
                  <c:v>36398.0</c:v>
                </c:pt>
                <c:pt idx="41">
                  <c:v>36490.0</c:v>
                </c:pt>
                <c:pt idx="42">
                  <c:v>36583.0</c:v>
                </c:pt>
                <c:pt idx="43">
                  <c:v>36620.0</c:v>
                </c:pt>
                <c:pt idx="44">
                  <c:v>36691.0</c:v>
                </c:pt>
                <c:pt idx="45">
                  <c:v>36750.0</c:v>
                </c:pt>
                <c:pt idx="46">
                  <c:v>36807.0</c:v>
                </c:pt>
                <c:pt idx="47">
                  <c:v>36815.0</c:v>
                </c:pt>
                <c:pt idx="48">
                  <c:v>36819.0</c:v>
                </c:pt>
                <c:pt idx="49">
                  <c:v>36862.0</c:v>
                </c:pt>
                <c:pt idx="50">
                  <c:v>36875.0</c:v>
                </c:pt>
                <c:pt idx="51">
                  <c:v>36985.0</c:v>
                </c:pt>
                <c:pt idx="52">
                  <c:v>37063.0</c:v>
                </c:pt>
                <c:pt idx="53">
                  <c:v>37070.0</c:v>
                </c:pt>
                <c:pt idx="54">
                  <c:v>37102.0</c:v>
                </c:pt>
                <c:pt idx="55">
                  <c:v>37600.0</c:v>
                </c:pt>
                <c:pt idx="56">
                  <c:v>38131.0</c:v>
                </c:pt>
                <c:pt idx="57">
                  <c:v>38178.0</c:v>
                </c:pt>
                <c:pt idx="58">
                  <c:v>38235.0</c:v>
                </c:pt>
                <c:pt idx="59">
                  <c:v>38434.0</c:v>
                </c:pt>
                <c:pt idx="60">
                  <c:v>38538.0</c:v>
                </c:pt>
                <c:pt idx="61">
                  <c:v>38551.0</c:v>
                </c:pt>
                <c:pt idx="62">
                  <c:v>38617.0</c:v>
                </c:pt>
                <c:pt idx="63">
                  <c:v>38646.0</c:v>
                </c:pt>
                <c:pt idx="64">
                  <c:v>38897.0</c:v>
                </c:pt>
                <c:pt idx="65">
                  <c:v>39024.0</c:v>
                </c:pt>
                <c:pt idx="66">
                  <c:v>39059.0</c:v>
                </c:pt>
                <c:pt idx="67">
                  <c:v>39134.0</c:v>
                </c:pt>
                <c:pt idx="68">
                  <c:v>39149.0</c:v>
                </c:pt>
                <c:pt idx="69">
                  <c:v>39222.0</c:v>
                </c:pt>
                <c:pt idx="70">
                  <c:v>39230.0</c:v>
                </c:pt>
                <c:pt idx="71">
                  <c:v>39258.0</c:v>
                </c:pt>
                <c:pt idx="72">
                  <c:v>39273.0</c:v>
                </c:pt>
                <c:pt idx="73">
                  <c:v>39307.0</c:v>
                </c:pt>
                <c:pt idx="74">
                  <c:v>39332.0</c:v>
                </c:pt>
                <c:pt idx="75">
                  <c:v>39357.0</c:v>
                </c:pt>
                <c:pt idx="76">
                  <c:v>39676.0</c:v>
                </c:pt>
                <c:pt idx="77">
                  <c:v>39746.0</c:v>
                </c:pt>
                <c:pt idx="78">
                  <c:v>39824.0</c:v>
                </c:pt>
                <c:pt idx="79">
                  <c:v>39832.0</c:v>
                </c:pt>
                <c:pt idx="80">
                  <c:v>40010.0</c:v>
                </c:pt>
                <c:pt idx="81">
                  <c:v>40051.0</c:v>
                </c:pt>
                <c:pt idx="82">
                  <c:v>40246.0</c:v>
                </c:pt>
                <c:pt idx="83">
                  <c:v>40253.0</c:v>
                </c:pt>
                <c:pt idx="84">
                  <c:v>40334.0</c:v>
                </c:pt>
                <c:pt idx="85">
                  <c:v>40346.0</c:v>
                </c:pt>
                <c:pt idx="86">
                  <c:v>40439.0</c:v>
                </c:pt>
                <c:pt idx="87">
                  <c:v>40481.0</c:v>
                </c:pt>
                <c:pt idx="88">
                  <c:v>40582.0</c:v>
                </c:pt>
                <c:pt idx="89">
                  <c:v>40671.0</c:v>
                </c:pt>
                <c:pt idx="90">
                  <c:v>40681.0</c:v>
                </c:pt>
                <c:pt idx="91">
                  <c:v>40761.0</c:v>
                </c:pt>
                <c:pt idx="92">
                  <c:v>40769.0</c:v>
                </c:pt>
                <c:pt idx="93">
                  <c:v>40799.0</c:v>
                </c:pt>
                <c:pt idx="94">
                  <c:v>40800.0</c:v>
                </c:pt>
                <c:pt idx="95">
                  <c:v>40816.0</c:v>
                </c:pt>
                <c:pt idx="96">
                  <c:v>40872.0</c:v>
                </c:pt>
                <c:pt idx="97">
                  <c:v>40976.0</c:v>
                </c:pt>
                <c:pt idx="98">
                  <c:v>41051.0</c:v>
                </c:pt>
                <c:pt idx="99">
                  <c:v>41091.0</c:v>
                </c:pt>
                <c:pt idx="100">
                  <c:v>41188.0</c:v>
                </c:pt>
                <c:pt idx="101">
                  <c:v>41222.0</c:v>
                </c:pt>
                <c:pt idx="102">
                  <c:v>41226.0</c:v>
                </c:pt>
                <c:pt idx="103">
                  <c:v>41422.0</c:v>
                </c:pt>
                <c:pt idx="104">
                  <c:v>41443.0</c:v>
                </c:pt>
                <c:pt idx="105">
                  <c:v>41470.0</c:v>
                </c:pt>
                <c:pt idx="106">
                  <c:v>41500.0</c:v>
                </c:pt>
                <c:pt idx="107">
                  <c:v>41504.0</c:v>
                </c:pt>
                <c:pt idx="108">
                  <c:v>41583.0</c:v>
                </c:pt>
                <c:pt idx="109">
                  <c:v>41588.0</c:v>
                </c:pt>
                <c:pt idx="110">
                  <c:v>41663.0</c:v>
                </c:pt>
                <c:pt idx="111">
                  <c:v>41679.0</c:v>
                </c:pt>
                <c:pt idx="112">
                  <c:v>41691.0</c:v>
                </c:pt>
                <c:pt idx="113">
                  <c:v>41717.0</c:v>
                </c:pt>
                <c:pt idx="114">
                  <c:v>41727.0</c:v>
                </c:pt>
                <c:pt idx="115">
                  <c:v>41800.0</c:v>
                </c:pt>
                <c:pt idx="116">
                  <c:v>41901.0</c:v>
                </c:pt>
                <c:pt idx="117">
                  <c:v>41907.0</c:v>
                </c:pt>
                <c:pt idx="118">
                  <c:v>41931.0</c:v>
                </c:pt>
                <c:pt idx="119">
                  <c:v>41989.0</c:v>
                </c:pt>
                <c:pt idx="120">
                  <c:v>42073.0</c:v>
                </c:pt>
                <c:pt idx="121">
                  <c:v>42134.0</c:v>
                </c:pt>
                <c:pt idx="122">
                  <c:v>42217.0</c:v>
                </c:pt>
                <c:pt idx="123">
                  <c:v>42263.0</c:v>
                </c:pt>
                <c:pt idx="124">
                  <c:v>42272.0</c:v>
                </c:pt>
                <c:pt idx="125">
                  <c:v>42326.0</c:v>
                </c:pt>
                <c:pt idx="126">
                  <c:v>42563.0</c:v>
                </c:pt>
                <c:pt idx="127">
                  <c:v>42601.0</c:v>
                </c:pt>
                <c:pt idx="128">
                  <c:v>42620.0</c:v>
                </c:pt>
                <c:pt idx="129">
                  <c:v>42648.0</c:v>
                </c:pt>
                <c:pt idx="130">
                  <c:v>42700.0</c:v>
                </c:pt>
                <c:pt idx="131">
                  <c:v>42742.0</c:v>
                </c:pt>
                <c:pt idx="132">
                  <c:v>42925.0</c:v>
                </c:pt>
                <c:pt idx="133">
                  <c:v>42968.0</c:v>
                </c:pt>
                <c:pt idx="134">
                  <c:v>42973.0</c:v>
                </c:pt>
                <c:pt idx="135">
                  <c:v>43043.0</c:v>
                </c:pt>
                <c:pt idx="136">
                  <c:v>43073.0</c:v>
                </c:pt>
                <c:pt idx="137">
                  <c:v>43077.0</c:v>
                </c:pt>
                <c:pt idx="138">
                  <c:v>43159.0</c:v>
                </c:pt>
                <c:pt idx="139">
                  <c:v>43180.0</c:v>
                </c:pt>
                <c:pt idx="140">
                  <c:v>43204.0</c:v>
                </c:pt>
                <c:pt idx="141">
                  <c:v>43257.0</c:v>
                </c:pt>
                <c:pt idx="142">
                  <c:v>43310.0</c:v>
                </c:pt>
                <c:pt idx="143">
                  <c:v>43364.0</c:v>
                </c:pt>
                <c:pt idx="144">
                  <c:v>43389.0</c:v>
                </c:pt>
                <c:pt idx="145">
                  <c:v>43390.0</c:v>
                </c:pt>
                <c:pt idx="146">
                  <c:v>43404.0</c:v>
                </c:pt>
                <c:pt idx="147">
                  <c:v>43438.0</c:v>
                </c:pt>
                <c:pt idx="148">
                  <c:v>43564.0</c:v>
                </c:pt>
                <c:pt idx="149">
                  <c:v>43616.0</c:v>
                </c:pt>
                <c:pt idx="150">
                  <c:v>43696.0</c:v>
                </c:pt>
                <c:pt idx="151">
                  <c:v>43697.0</c:v>
                </c:pt>
                <c:pt idx="152">
                  <c:v>43712.0</c:v>
                </c:pt>
                <c:pt idx="153">
                  <c:v>43743.0</c:v>
                </c:pt>
                <c:pt idx="154">
                  <c:v>43759.0</c:v>
                </c:pt>
                <c:pt idx="155">
                  <c:v>43810.0</c:v>
                </c:pt>
                <c:pt idx="156">
                  <c:v>43967.0</c:v>
                </c:pt>
                <c:pt idx="157">
                  <c:v>43985.0</c:v>
                </c:pt>
                <c:pt idx="158">
                  <c:v>43988.0</c:v>
                </c:pt>
                <c:pt idx="159">
                  <c:v>44022.0</c:v>
                </c:pt>
                <c:pt idx="160">
                  <c:v>44224.0</c:v>
                </c:pt>
                <c:pt idx="161">
                  <c:v>44323.0</c:v>
                </c:pt>
                <c:pt idx="162">
                  <c:v>44343.0</c:v>
                </c:pt>
                <c:pt idx="163">
                  <c:v>44374.0</c:v>
                </c:pt>
                <c:pt idx="164">
                  <c:v>44383.0</c:v>
                </c:pt>
                <c:pt idx="165">
                  <c:v>44390.0</c:v>
                </c:pt>
                <c:pt idx="166">
                  <c:v>44493.0</c:v>
                </c:pt>
                <c:pt idx="167">
                  <c:v>44507.0</c:v>
                </c:pt>
                <c:pt idx="168">
                  <c:v>44517.0</c:v>
                </c:pt>
                <c:pt idx="169">
                  <c:v>44541.0</c:v>
                </c:pt>
                <c:pt idx="170">
                  <c:v>44550.0</c:v>
                </c:pt>
                <c:pt idx="171">
                  <c:v>44617.0</c:v>
                </c:pt>
                <c:pt idx="172">
                  <c:v>44617.0</c:v>
                </c:pt>
                <c:pt idx="173">
                  <c:v>44630.0</c:v>
                </c:pt>
                <c:pt idx="174">
                  <c:v>44658.0</c:v>
                </c:pt>
                <c:pt idx="175">
                  <c:v>44672.0</c:v>
                </c:pt>
                <c:pt idx="176">
                  <c:v>44718.0</c:v>
                </c:pt>
                <c:pt idx="177">
                  <c:v>44740.0</c:v>
                </c:pt>
                <c:pt idx="178">
                  <c:v>44743.0</c:v>
                </c:pt>
                <c:pt idx="179">
                  <c:v>44755.0</c:v>
                </c:pt>
                <c:pt idx="180">
                  <c:v>44761.0</c:v>
                </c:pt>
                <c:pt idx="181">
                  <c:v>44793.0</c:v>
                </c:pt>
                <c:pt idx="182">
                  <c:v>44812.0</c:v>
                </c:pt>
                <c:pt idx="183">
                  <c:v>44818.0</c:v>
                </c:pt>
                <c:pt idx="184">
                  <c:v>44892.0</c:v>
                </c:pt>
                <c:pt idx="185">
                  <c:v>44906.0</c:v>
                </c:pt>
                <c:pt idx="186">
                  <c:v>44940.0</c:v>
                </c:pt>
                <c:pt idx="187">
                  <c:v>45008.0</c:v>
                </c:pt>
                <c:pt idx="188">
                  <c:v>45018.0</c:v>
                </c:pt>
                <c:pt idx="189">
                  <c:v>45019.0</c:v>
                </c:pt>
                <c:pt idx="190">
                  <c:v>45019.0</c:v>
                </c:pt>
                <c:pt idx="191">
                  <c:v>45019.0</c:v>
                </c:pt>
                <c:pt idx="192">
                  <c:v>45019.0</c:v>
                </c:pt>
                <c:pt idx="193">
                  <c:v>45041.0</c:v>
                </c:pt>
                <c:pt idx="194">
                  <c:v>45062.0</c:v>
                </c:pt>
                <c:pt idx="195">
                  <c:v>45066.0</c:v>
                </c:pt>
                <c:pt idx="196">
                  <c:v>45080.0</c:v>
                </c:pt>
                <c:pt idx="197">
                  <c:v>45341.0</c:v>
                </c:pt>
                <c:pt idx="198">
                  <c:v>45359.0</c:v>
                </c:pt>
                <c:pt idx="199">
                  <c:v>45397.0</c:v>
                </c:pt>
                <c:pt idx="200">
                  <c:v>45406.0</c:v>
                </c:pt>
                <c:pt idx="201">
                  <c:v>45445.0</c:v>
                </c:pt>
                <c:pt idx="202">
                  <c:v>45459.0</c:v>
                </c:pt>
                <c:pt idx="203">
                  <c:v>45518.0</c:v>
                </c:pt>
                <c:pt idx="204">
                  <c:v>45531.0</c:v>
                </c:pt>
                <c:pt idx="205">
                  <c:v>45569.0</c:v>
                </c:pt>
                <c:pt idx="206">
                  <c:v>45592.0</c:v>
                </c:pt>
                <c:pt idx="207">
                  <c:v>45677.0</c:v>
                </c:pt>
                <c:pt idx="208">
                  <c:v>45693.0</c:v>
                </c:pt>
                <c:pt idx="209">
                  <c:v>45774.0</c:v>
                </c:pt>
                <c:pt idx="210">
                  <c:v>45817.0</c:v>
                </c:pt>
                <c:pt idx="211">
                  <c:v>45884.0</c:v>
                </c:pt>
                <c:pt idx="212">
                  <c:v>45940.0</c:v>
                </c:pt>
                <c:pt idx="213">
                  <c:v>45973.0</c:v>
                </c:pt>
                <c:pt idx="214">
                  <c:v>46023.0</c:v>
                </c:pt>
                <c:pt idx="215">
                  <c:v>46044.0</c:v>
                </c:pt>
                <c:pt idx="216">
                  <c:v>46092.0</c:v>
                </c:pt>
                <c:pt idx="217">
                  <c:v>46143.0</c:v>
                </c:pt>
                <c:pt idx="218">
                  <c:v>46150.0</c:v>
                </c:pt>
                <c:pt idx="219">
                  <c:v>46189.0</c:v>
                </c:pt>
                <c:pt idx="220">
                  <c:v>46266.0</c:v>
                </c:pt>
                <c:pt idx="221">
                  <c:v>46266.0</c:v>
                </c:pt>
                <c:pt idx="222">
                  <c:v>46316.0</c:v>
                </c:pt>
                <c:pt idx="223">
                  <c:v>46355.0</c:v>
                </c:pt>
                <c:pt idx="224">
                  <c:v>46357.0</c:v>
                </c:pt>
                <c:pt idx="225">
                  <c:v>46364.0</c:v>
                </c:pt>
                <c:pt idx="226">
                  <c:v>46503.0</c:v>
                </c:pt>
                <c:pt idx="227">
                  <c:v>46514.0</c:v>
                </c:pt>
                <c:pt idx="228">
                  <c:v>46644.0</c:v>
                </c:pt>
                <c:pt idx="229">
                  <c:v>46664.0</c:v>
                </c:pt>
                <c:pt idx="230">
                  <c:v>46693.0</c:v>
                </c:pt>
                <c:pt idx="231">
                  <c:v>46764.0</c:v>
                </c:pt>
                <c:pt idx="232">
                  <c:v>46829.0</c:v>
                </c:pt>
                <c:pt idx="233">
                  <c:v>46832.0</c:v>
                </c:pt>
                <c:pt idx="234">
                  <c:v>46869.0</c:v>
                </c:pt>
                <c:pt idx="235">
                  <c:v>46909.0</c:v>
                </c:pt>
                <c:pt idx="236">
                  <c:v>46918.0</c:v>
                </c:pt>
                <c:pt idx="237">
                  <c:v>46955.0</c:v>
                </c:pt>
                <c:pt idx="238">
                  <c:v>47001.0</c:v>
                </c:pt>
                <c:pt idx="239">
                  <c:v>47026.0</c:v>
                </c:pt>
                <c:pt idx="240">
                  <c:v>47031.0</c:v>
                </c:pt>
                <c:pt idx="241">
                  <c:v>47080.0</c:v>
                </c:pt>
                <c:pt idx="242">
                  <c:v>47087.0</c:v>
                </c:pt>
                <c:pt idx="243">
                  <c:v>47101.0</c:v>
                </c:pt>
                <c:pt idx="244">
                  <c:v>47235.0</c:v>
                </c:pt>
                <c:pt idx="245">
                  <c:v>47242.0</c:v>
                </c:pt>
                <c:pt idx="246">
                  <c:v>47268.0</c:v>
                </c:pt>
                <c:pt idx="247">
                  <c:v>47323.0</c:v>
                </c:pt>
                <c:pt idx="248">
                  <c:v>47344.0</c:v>
                </c:pt>
                <c:pt idx="249">
                  <c:v>47344.0</c:v>
                </c:pt>
                <c:pt idx="250">
                  <c:v>47362.0</c:v>
                </c:pt>
                <c:pt idx="251">
                  <c:v>47453.0</c:v>
                </c:pt>
                <c:pt idx="252">
                  <c:v>47666.0</c:v>
                </c:pt>
                <c:pt idx="253">
                  <c:v>47698.0</c:v>
                </c:pt>
                <c:pt idx="254">
                  <c:v>47714.0</c:v>
                </c:pt>
                <c:pt idx="255">
                  <c:v>47728.0</c:v>
                </c:pt>
                <c:pt idx="256">
                  <c:v>47757.0</c:v>
                </c:pt>
                <c:pt idx="257">
                  <c:v>47850.0</c:v>
                </c:pt>
                <c:pt idx="258">
                  <c:v>47898.0</c:v>
                </c:pt>
                <c:pt idx="259">
                  <c:v>48116.0</c:v>
                </c:pt>
                <c:pt idx="260">
                  <c:v>48163.0</c:v>
                </c:pt>
                <c:pt idx="261">
                  <c:v>48225.0</c:v>
                </c:pt>
                <c:pt idx="262">
                  <c:v>48236.0</c:v>
                </c:pt>
                <c:pt idx="263">
                  <c:v>48256.0</c:v>
                </c:pt>
                <c:pt idx="264">
                  <c:v>48292.0</c:v>
                </c:pt>
                <c:pt idx="265">
                  <c:v>48296.0</c:v>
                </c:pt>
                <c:pt idx="266">
                  <c:v>48352.0</c:v>
                </c:pt>
                <c:pt idx="267">
                  <c:v>48453.0</c:v>
                </c:pt>
                <c:pt idx="268">
                  <c:v>48471.0</c:v>
                </c:pt>
                <c:pt idx="269">
                  <c:v>48550.0</c:v>
                </c:pt>
                <c:pt idx="270">
                  <c:v>48672.0</c:v>
                </c:pt>
                <c:pt idx="271">
                  <c:v>48674.0</c:v>
                </c:pt>
                <c:pt idx="272">
                  <c:v>48686.0</c:v>
                </c:pt>
                <c:pt idx="273">
                  <c:v>48752.0</c:v>
                </c:pt>
                <c:pt idx="274">
                  <c:v>48872.0</c:v>
                </c:pt>
                <c:pt idx="275">
                  <c:v>48940.0</c:v>
                </c:pt>
                <c:pt idx="276">
                  <c:v>48942.0</c:v>
                </c:pt>
                <c:pt idx="277">
                  <c:v>49034.0</c:v>
                </c:pt>
                <c:pt idx="278">
                  <c:v>49047.0</c:v>
                </c:pt>
                <c:pt idx="279">
                  <c:v>49051.0</c:v>
                </c:pt>
                <c:pt idx="280">
                  <c:v>49069.0</c:v>
                </c:pt>
                <c:pt idx="281">
                  <c:v>49099.0</c:v>
                </c:pt>
                <c:pt idx="282">
                  <c:v>49125.0</c:v>
                </c:pt>
                <c:pt idx="283">
                  <c:v>49177.0</c:v>
                </c:pt>
                <c:pt idx="284">
                  <c:v>49197.0</c:v>
                </c:pt>
                <c:pt idx="285">
                  <c:v>49199.0</c:v>
                </c:pt>
                <c:pt idx="286">
                  <c:v>49203.0</c:v>
                </c:pt>
                <c:pt idx="287">
                  <c:v>49205.0</c:v>
                </c:pt>
                <c:pt idx="288">
                  <c:v>49266.0</c:v>
                </c:pt>
                <c:pt idx="289">
                  <c:v>49341.0</c:v>
                </c:pt>
                <c:pt idx="290">
                  <c:v>49414.0</c:v>
                </c:pt>
                <c:pt idx="291">
                  <c:v>49476.0</c:v>
                </c:pt>
                <c:pt idx="292">
                  <c:v>49528.0</c:v>
                </c:pt>
                <c:pt idx="293">
                  <c:v>49666.0</c:v>
                </c:pt>
                <c:pt idx="294">
                  <c:v>49735.0</c:v>
                </c:pt>
                <c:pt idx="295">
                  <c:v>49804.0</c:v>
                </c:pt>
                <c:pt idx="296">
                  <c:v>49846.0</c:v>
                </c:pt>
                <c:pt idx="297">
                  <c:v>49932.0</c:v>
                </c:pt>
                <c:pt idx="298">
                  <c:v>49934.0</c:v>
                </c:pt>
                <c:pt idx="299">
                  <c:v>49935.0</c:v>
                </c:pt>
                <c:pt idx="300">
                  <c:v>49954.0</c:v>
                </c:pt>
                <c:pt idx="301">
                  <c:v>49962.0</c:v>
                </c:pt>
                <c:pt idx="302">
                  <c:v>49993.0</c:v>
                </c:pt>
                <c:pt idx="303">
                  <c:v>50118.0</c:v>
                </c:pt>
                <c:pt idx="304">
                  <c:v>50235.0</c:v>
                </c:pt>
                <c:pt idx="305">
                  <c:v>50237.0</c:v>
                </c:pt>
                <c:pt idx="306">
                  <c:v>50297.0</c:v>
                </c:pt>
                <c:pt idx="307">
                  <c:v>50312.0</c:v>
                </c:pt>
                <c:pt idx="308">
                  <c:v>50342.0</c:v>
                </c:pt>
                <c:pt idx="309">
                  <c:v>50417.0</c:v>
                </c:pt>
                <c:pt idx="310">
                  <c:v>50477.0</c:v>
                </c:pt>
                <c:pt idx="311">
                  <c:v>50510.0</c:v>
                </c:pt>
                <c:pt idx="312">
                  <c:v>50554.0</c:v>
                </c:pt>
                <c:pt idx="313">
                  <c:v>50562.0</c:v>
                </c:pt>
                <c:pt idx="314">
                  <c:v>50632.0</c:v>
                </c:pt>
                <c:pt idx="315">
                  <c:v>50644.0</c:v>
                </c:pt>
                <c:pt idx="316">
                  <c:v>50692.0</c:v>
                </c:pt>
                <c:pt idx="317">
                  <c:v>50739.0</c:v>
                </c:pt>
                <c:pt idx="318">
                  <c:v>50741.0</c:v>
                </c:pt>
                <c:pt idx="319">
                  <c:v>50806.0</c:v>
                </c:pt>
                <c:pt idx="320">
                  <c:v>50819.0</c:v>
                </c:pt>
                <c:pt idx="321">
                  <c:v>50829.0</c:v>
                </c:pt>
                <c:pt idx="322">
                  <c:v>50876.0</c:v>
                </c:pt>
                <c:pt idx="323">
                  <c:v>50907.0</c:v>
                </c:pt>
                <c:pt idx="324">
                  <c:v>50940.0</c:v>
                </c:pt>
                <c:pt idx="325">
                  <c:v>51185.0</c:v>
                </c:pt>
                <c:pt idx="326">
                  <c:v>51325.0</c:v>
                </c:pt>
                <c:pt idx="327">
                  <c:v>51355.0</c:v>
                </c:pt>
                <c:pt idx="328">
                  <c:v>51372.0</c:v>
                </c:pt>
                <c:pt idx="329">
                  <c:v>51380.0</c:v>
                </c:pt>
                <c:pt idx="330">
                  <c:v>51418.0</c:v>
                </c:pt>
                <c:pt idx="331">
                  <c:v>51532.0</c:v>
                </c:pt>
                <c:pt idx="332">
                  <c:v>51651.0</c:v>
                </c:pt>
                <c:pt idx="333">
                  <c:v>51733.0</c:v>
                </c:pt>
                <c:pt idx="334">
                  <c:v>51910.0</c:v>
                </c:pt>
                <c:pt idx="335">
                  <c:v>51972.0</c:v>
                </c:pt>
                <c:pt idx="336">
                  <c:v>51992.0</c:v>
                </c:pt>
                <c:pt idx="337">
                  <c:v>52014.0</c:v>
                </c:pt>
                <c:pt idx="338">
                  <c:v>52114.0</c:v>
                </c:pt>
                <c:pt idx="339">
                  <c:v>52198.0</c:v>
                </c:pt>
                <c:pt idx="340">
                  <c:v>52232.0</c:v>
                </c:pt>
                <c:pt idx="341">
                  <c:v>52241.0</c:v>
                </c:pt>
                <c:pt idx="342">
                  <c:v>52250.0</c:v>
                </c:pt>
                <c:pt idx="343">
                  <c:v>52268.0</c:v>
                </c:pt>
                <c:pt idx="344">
                  <c:v>52309.0</c:v>
                </c:pt>
                <c:pt idx="345">
                  <c:v>52316.0</c:v>
                </c:pt>
                <c:pt idx="346">
                  <c:v>52325.0</c:v>
                </c:pt>
                <c:pt idx="347">
                  <c:v>52368.0</c:v>
                </c:pt>
                <c:pt idx="348">
                  <c:v>52411.0</c:v>
                </c:pt>
                <c:pt idx="349">
                  <c:v>52421.0</c:v>
                </c:pt>
                <c:pt idx="350">
                  <c:v>52440.0</c:v>
                </c:pt>
                <c:pt idx="351">
                  <c:v>52487.0</c:v>
                </c:pt>
                <c:pt idx="352">
                  <c:v>52531.0</c:v>
                </c:pt>
                <c:pt idx="353">
                  <c:v>52560.0</c:v>
                </c:pt>
                <c:pt idx="354">
                  <c:v>52581.0</c:v>
                </c:pt>
                <c:pt idx="355">
                  <c:v>52612.0</c:v>
                </c:pt>
                <c:pt idx="356">
                  <c:v>52665.0</c:v>
                </c:pt>
                <c:pt idx="357">
                  <c:v>52674.0</c:v>
                </c:pt>
                <c:pt idx="358">
                  <c:v>52678.0</c:v>
                </c:pt>
                <c:pt idx="359">
                  <c:v>52714.0</c:v>
                </c:pt>
                <c:pt idx="360">
                  <c:v>52764.0</c:v>
                </c:pt>
                <c:pt idx="361">
                  <c:v>52855.0</c:v>
                </c:pt>
                <c:pt idx="362">
                  <c:v>52882.0</c:v>
                </c:pt>
                <c:pt idx="363">
                  <c:v>52899.0</c:v>
                </c:pt>
                <c:pt idx="364">
                  <c:v>52913.0</c:v>
                </c:pt>
                <c:pt idx="365">
                  <c:v>52925.0</c:v>
                </c:pt>
                <c:pt idx="366">
                  <c:v>52929.0</c:v>
                </c:pt>
                <c:pt idx="367">
                  <c:v>53007.0</c:v>
                </c:pt>
                <c:pt idx="368">
                  <c:v>53019.0</c:v>
                </c:pt>
                <c:pt idx="369">
                  <c:v>53169.0</c:v>
                </c:pt>
                <c:pt idx="370">
                  <c:v>53169.0</c:v>
                </c:pt>
                <c:pt idx="371">
                  <c:v>53274.0</c:v>
                </c:pt>
                <c:pt idx="372">
                  <c:v>53292.0</c:v>
                </c:pt>
                <c:pt idx="373">
                  <c:v>53303.0</c:v>
                </c:pt>
                <c:pt idx="374">
                  <c:v>53363.0</c:v>
                </c:pt>
                <c:pt idx="375">
                  <c:v>53367.0</c:v>
                </c:pt>
                <c:pt idx="376">
                  <c:v>53448.0</c:v>
                </c:pt>
                <c:pt idx="377">
                  <c:v>53644.0</c:v>
                </c:pt>
                <c:pt idx="378">
                  <c:v>53885.0</c:v>
                </c:pt>
                <c:pt idx="379">
                  <c:v>53923.0</c:v>
                </c:pt>
                <c:pt idx="380">
                  <c:v>53975.0</c:v>
                </c:pt>
                <c:pt idx="381">
                  <c:v>54047.0</c:v>
                </c:pt>
                <c:pt idx="382">
                  <c:v>54117.0</c:v>
                </c:pt>
                <c:pt idx="383">
                  <c:v>54207.0</c:v>
                </c:pt>
                <c:pt idx="384">
                  <c:v>54219.0</c:v>
                </c:pt>
                <c:pt idx="385">
                  <c:v>54242.0</c:v>
                </c:pt>
                <c:pt idx="386">
                  <c:v>54288.0</c:v>
                </c:pt>
                <c:pt idx="387">
                  <c:v>54293.0</c:v>
                </c:pt>
                <c:pt idx="388">
                  <c:v>54300.0</c:v>
                </c:pt>
                <c:pt idx="389">
                  <c:v>54321.0</c:v>
                </c:pt>
                <c:pt idx="390">
                  <c:v>54364.0</c:v>
                </c:pt>
                <c:pt idx="391">
                  <c:v>54393.0</c:v>
                </c:pt>
                <c:pt idx="392">
                  <c:v>54417.0</c:v>
                </c:pt>
                <c:pt idx="393">
                  <c:v>54470.0</c:v>
                </c:pt>
                <c:pt idx="394">
                  <c:v>54472.0</c:v>
                </c:pt>
                <c:pt idx="395">
                  <c:v>54567.0</c:v>
                </c:pt>
                <c:pt idx="396">
                  <c:v>54580.0</c:v>
                </c:pt>
                <c:pt idx="397">
                  <c:v>54581.0</c:v>
                </c:pt>
                <c:pt idx="398">
                  <c:v>54750.0</c:v>
                </c:pt>
                <c:pt idx="399">
                  <c:v>54850.0</c:v>
                </c:pt>
                <c:pt idx="400">
                  <c:v>54882.0</c:v>
                </c:pt>
                <c:pt idx="401">
                  <c:v>54965.0</c:v>
                </c:pt>
                <c:pt idx="402">
                  <c:v>54978.0</c:v>
                </c:pt>
                <c:pt idx="403">
                  <c:v>54989.0</c:v>
                </c:pt>
                <c:pt idx="404">
                  <c:v>55008.0</c:v>
                </c:pt>
                <c:pt idx="405">
                  <c:v>55073.0</c:v>
                </c:pt>
                <c:pt idx="406">
                  <c:v>55073.0</c:v>
                </c:pt>
                <c:pt idx="407">
                  <c:v>55073.0</c:v>
                </c:pt>
                <c:pt idx="408">
                  <c:v>55113.0</c:v>
                </c:pt>
                <c:pt idx="409">
                  <c:v>55189.0</c:v>
                </c:pt>
                <c:pt idx="410">
                  <c:v>55258.0</c:v>
                </c:pt>
                <c:pt idx="411">
                  <c:v>55351.0</c:v>
                </c:pt>
                <c:pt idx="412">
                  <c:v>55380.0</c:v>
                </c:pt>
                <c:pt idx="413">
                  <c:v>55391.0</c:v>
                </c:pt>
                <c:pt idx="414">
                  <c:v>55530.0</c:v>
                </c:pt>
                <c:pt idx="415">
                  <c:v>55534.0</c:v>
                </c:pt>
                <c:pt idx="416">
                  <c:v>55590.0</c:v>
                </c:pt>
                <c:pt idx="417">
                  <c:v>55590.0</c:v>
                </c:pt>
                <c:pt idx="418">
                  <c:v>55590.0</c:v>
                </c:pt>
                <c:pt idx="419">
                  <c:v>55619.0</c:v>
                </c:pt>
                <c:pt idx="420">
                  <c:v>55645.0</c:v>
                </c:pt>
                <c:pt idx="421">
                  <c:v>55682.0</c:v>
                </c:pt>
                <c:pt idx="422">
                  <c:v>55689.0</c:v>
                </c:pt>
                <c:pt idx="423">
                  <c:v>55720.0</c:v>
                </c:pt>
                <c:pt idx="424">
                  <c:v>55775.0</c:v>
                </c:pt>
                <c:pt idx="425">
                  <c:v>55890.0</c:v>
                </c:pt>
                <c:pt idx="426">
                  <c:v>55921.0</c:v>
                </c:pt>
                <c:pt idx="427">
                  <c:v>55946.0</c:v>
                </c:pt>
                <c:pt idx="428">
                  <c:v>56055.0</c:v>
                </c:pt>
                <c:pt idx="429">
                  <c:v>56115.0</c:v>
                </c:pt>
                <c:pt idx="430">
                  <c:v>56118.0</c:v>
                </c:pt>
                <c:pt idx="431">
                  <c:v>56375.0</c:v>
                </c:pt>
                <c:pt idx="432">
                  <c:v>56415.0</c:v>
                </c:pt>
                <c:pt idx="433">
                  <c:v>56554.0</c:v>
                </c:pt>
                <c:pt idx="434">
                  <c:v>56602.0</c:v>
                </c:pt>
                <c:pt idx="435">
                  <c:v>56615.0</c:v>
                </c:pt>
                <c:pt idx="436">
                  <c:v>56799.0</c:v>
                </c:pt>
                <c:pt idx="437">
                  <c:v>56901.0</c:v>
                </c:pt>
                <c:pt idx="438">
                  <c:v>57005.0</c:v>
                </c:pt>
                <c:pt idx="439">
                  <c:v>57007.0</c:v>
                </c:pt>
                <c:pt idx="440">
                  <c:v>57008.0</c:v>
                </c:pt>
                <c:pt idx="441">
                  <c:v>57122.0</c:v>
                </c:pt>
                <c:pt idx="442">
                  <c:v>57125.0</c:v>
                </c:pt>
                <c:pt idx="443">
                  <c:v>57157.0</c:v>
                </c:pt>
                <c:pt idx="444">
                  <c:v>57234.0</c:v>
                </c:pt>
                <c:pt idx="445">
                  <c:v>57352.0</c:v>
                </c:pt>
                <c:pt idx="446">
                  <c:v>57364.0</c:v>
                </c:pt>
                <c:pt idx="447">
                  <c:v>57665.0</c:v>
                </c:pt>
                <c:pt idx="448">
                  <c:v>57734.0</c:v>
                </c:pt>
                <c:pt idx="449">
                  <c:v>57946.0</c:v>
                </c:pt>
                <c:pt idx="450">
                  <c:v>57963.0</c:v>
                </c:pt>
                <c:pt idx="451">
                  <c:v>57994.0</c:v>
                </c:pt>
                <c:pt idx="452">
                  <c:v>58052.0</c:v>
                </c:pt>
                <c:pt idx="453">
                  <c:v>58120.0</c:v>
                </c:pt>
                <c:pt idx="454">
                  <c:v>58324.0</c:v>
                </c:pt>
                <c:pt idx="455">
                  <c:v>58348.0</c:v>
                </c:pt>
                <c:pt idx="456">
                  <c:v>58388.0</c:v>
                </c:pt>
                <c:pt idx="457">
                  <c:v>58585.0</c:v>
                </c:pt>
                <c:pt idx="458">
                  <c:v>58596.0</c:v>
                </c:pt>
                <c:pt idx="459">
                  <c:v>58596.0</c:v>
                </c:pt>
                <c:pt idx="460">
                  <c:v>58596.0</c:v>
                </c:pt>
                <c:pt idx="461">
                  <c:v>58596.0</c:v>
                </c:pt>
                <c:pt idx="462">
                  <c:v>58596.0</c:v>
                </c:pt>
                <c:pt idx="463">
                  <c:v>58741.0</c:v>
                </c:pt>
                <c:pt idx="464">
                  <c:v>58781.0</c:v>
                </c:pt>
                <c:pt idx="465">
                  <c:v>58822.0</c:v>
                </c:pt>
                <c:pt idx="466">
                  <c:v>58875.0</c:v>
                </c:pt>
                <c:pt idx="467">
                  <c:v>58936.0</c:v>
                </c:pt>
                <c:pt idx="468">
                  <c:v>58967.0</c:v>
                </c:pt>
                <c:pt idx="469">
                  <c:v>58993.0</c:v>
                </c:pt>
                <c:pt idx="470">
                  <c:v>59044.0</c:v>
                </c:pt>
                <c:pt idx="471">
                  <c:v>59142.0</c:v>
                </c:pt>
                <c:pt idx="472">
                  <c:v>59144.0</c:v>
                </c:pt>
                <c:pt idx="473">
                  <c:v>59167.0</c:v>
                </c:pt>
                <c:pt idx="474">
                  <c:v>59283.0</c:v>
                </c:pt>
                <c:pt idx="475">
                  <c:v>59454.0</c:v>
                </c:pt>
                <c:pt idx="476">
                  <c:v>59495.0</c:v>
                </c:pt>
                <c:pt idx="477">
                  <c:v>59518.0</c:v>
                </c:pt>
                <c:pt idx="478">
                  <c:v>59580.0</c:v>
                </c:pt>
                <c:pt idx="479">
                  <c:v>59648.0</c:v>
                </c:pt>
                <c:pt idx="480">
                  <c:v>59652.0</c:v>
                </c:pt>
                <c:pt idx="481">
                  <c:v>59805.0</c:v>
                </c:pt>
                <c:pt idx="482">
                  <c:v>59823.0</c:v>
                </c:pt>
                <c:pt idx="483">
                  <c:v>60077.0</c:v>
                </c:pt>
                <c:pt idx="484">
                  <c:v>60136.0</c:v>
                </c:pt>
                <c:pt idx="485">
                  <c:v>60281.0</c:v>
                </c:pt>
                <c:pt idx="486">
                  <c:v>60306.0</c:v>
                </c:pt>
                <c:pt idx="487">
                  <c:v>60455.0</c:v>
                </c:pt>
                <c:pt idx="488">
                  <c:v>60456.0</c:v>
                </c:pt>
                <c:pt idx="489">
                  <c:v>60461.0</c:v>
                </c:pt>
                <c:pt idx="490">
                  <c:v>60744.0</c:v>
                </c:pt>
                <c:pt idx="491">
                  <c:v>60973.0</c:v>
                </c:pt>
                <c:pt idx="492">
                  <c:v>60973.0</c:v>
                </c:pt>
                <c:pt idx="493">
                  <c:v>61010.0</c:v>
                </c:pt>
                <c:pt idx="494">
                  <c:v>61042.0</c:v>
                </c:pt>
                <c:pt idx="495">
                  <c:v>61073.0</c:v>
                </c:pt>
                <c:pt idx="496">
                  <c:v>61185.0</c:v>
                </c:pt>
                <c:pt idx="497">
                  <c:v>61267.0</c:v>
                </c:pt>
                <c:pt idx="498">
                  <c:v>61279.0</c:v>
                </c:pt>
                <c:pt idx="499">
                  <c:v>61376.0</c:v>
                </c:pt>
                <c:pt idx="500">
                  <c:v>61403.0</c:v>
                </c:pt>
                <c:pt idx="501">
                  <c:v>61522.0</c:v>
                </c:pt>
                <c:pt idx="502">
                  <c:v>61744.0</c:v>
                </c:pt>
                <c:pt idx="503">
                  <c:v>61744.0</c:v>
                </c:pt>
                <c:pt idx="504">
                  <c:v>61744.0</c:v>
                </c:pt>
                <c:pt idx="505">
                  <c:v>61744.0</c:v>
                </c:pt>
                <c:pt idx="506">
                  <c:v>61977.0</c:v>
                </c:pt>
                <c:pt idx="507">
                  <c:v>62275.0</c:v>
                </c:pt>
                <c:pt idx="508">
                  <c:v>62670.0</c:v>
                </c:pt>
                <c:pt idx="509">
                  <c:v>62725.0</c:v>
                </c:pt>
                <c:pt idx="510">
                  <c:v>62778.0</c:v>
                </c:pt>
                <c:pt idx="511">
                  <c:v>62810.0</c:v>
                </c:pt>
                <c:pt idx="512">
                  <c:v>63365.0</c:v>
                </c:pt>
                <c:pt idx="513">
                  <c:v>63405.0</c:v>
                </c:pt>
                <c:pt idx="514">
                  <c:v>63645.0</c:v>
                </c:pt>
                <c:pt idx="515">
                  <c:v>63760.0</c:v>
                </c:pt>
                <c:pt idx="516">
                  <c:v>64108.0</c:v>
                </c:pt>
                <c:pt idx="517">
                  <c:v>64166.0</c:v>
                </c:pt>
                <c:pt idx="518">
                  <c:v>64188.0</c:v>
                </c:pt>
                <c:pt idx="519">
                  <c:v>64398.0</c:v>
                </c:pt>
                <c:pt idx="520">
                  <c:v>64404.0</c:v>
                </c:pt>
                <c:pt idx="521">
                  <c:v>64456.0</c:v>
                </c:pt>
                <c:pt idx="522">
                  <c:v>64566.0</c:v>
                </c:pt>
                <c:pt idx="523">
                  <c:v>64761.0</c:v>
                </c:pt>
                <c:pt idx="524">
                  <c:v>64797.0</c:v>
                </c:pt>
                <c:pt idx="525">
                  <c:v>64875.0</c:v>
                </c:pt>
                <c:pt idx="526">
                  <c:v>64875.0</c:v>
                </c:pt>
                <c:pt idx="527">
                  <c:v>65087.0</c:v>
                </c:pt>
                <c:pt idx="528">
                  <c:v>65172.0</c:v>
                </c:pt>
                <c:pt idx="529">
                  <c:v>65211.0</c:v>
                </c:pt>
                <c:pt idx="530">
                  <c:v>65273.0</c:v>
                </c:pt>
                <c:pt idx="531">
                  <c:v>65324.0</c:v>
                </c:pt>
                <c:pt idx="532">
                  <c:v>65331.0</c:v>
                </c:pt>
                <c:pt idx="533">
                  <c:v>65645.0</c:v>
                </c:pt>
                <c:pt idx="534">
                  <c:v>65856.0</c:v>
                </c:pt>
                <c:pt idx="535">
                  <c:v>67398.0</c:v>
                </c:pt>
                <c:pt idx="536">
                  <c:v>67406.0</c:v>
                </c:pt>
                <c:pt idx="537">
                  <c:v>67473.0</c:v>
                </c:pt>
                <c:pt idx="538">
                  <c:v>67765.0</c:v>
                </c:pt>
                <c:pt idx="539">
                  <c:v>68414.0</c:v>
                </c:pt>
                <c:pt idx="540">
                  <c:v>69468.0</c:v>
                </c:pt>
                <c:pt idx="541">
                  <c:v>69468.0</c:v>
                </c:pt>
                <c:pt idx="542">
                  <c:v>69479.0</c:v>
                </c:pt>
                <c:pt idx="543">
                  <c:v>69748.0</c:v>
                </c:pt>
                <c:pt idx="544">
                  <c:v>69748.0</c:v>
                </c:pt>
                <c:pt idx="545">
                  <c:v>69748.0</c:v>
                </c:pt>
                <c:pt idx="546">
                  <c:v>69897.0</c:v>
                </c:pt>
                <c:pt idx="547">
                  <c:v>69958.0</c:v>
                </c:pt>
                <c:pt idx="548">
                  <c:v>70326.0</c:v>
                </c:pt>
                <c:pt idx="549">
                  <c:v>70363.0</c:v>
                </c:pt>
                <c:pt idx="550">
                  <c:v>70578.0</c:v>
                </c:pt>
                <c:pt idx="551">
                  <c:v>70586.0</c:v>
                </c:pt>
                <c:pt idx="552">
                  <c:v>70686.0</c:v>
                </c:pt>
                <c:pt idx="553">
                  <c:v>70877.0</c:v>
                </c:pt>
                <c:pt idx="554">
                  <c:v>71078.0</c:v>
                </c:pt>
                <c:pt idx="555">
                  <c:v>71277.0</c:v>
                </c:pt>
                <c:pt idx="556">
                  <c:v>71861.0</c:v>
                </c:pt>
                <c:pt idx="557">
                  <c:v>71951.0</c:v>
                </c:pt>
                <c:pt idx="558">
                  <c:v>72635.0</c:v>
                </c:pt>
                <c:pt idx="559">
                  <c:v>72713.0</c:v>
                </c:pt>
                <c:pt idx="560">
                  <c:v>74063.0</c:v>
                </c:pt>
                <c:pt idx="561">
                  <c:v>74063.0</c:v>
                </c:pt>
                <c:pt idx="562">
                  <c:v>74063.0</c:v>
                </c:pt>
                <c:pt idx="563">
                  <c:v>74305.0</c:v>
                </c:pt>
                <c:pt idx="564">
                  <c:v>76076.0</c:v>
                </c:pt>
                <c:pt idx="565">
                  <c:v>76593.0</c:v>
                </c:pt>
                <c:pt idx="566">
                  <c:v>76984.0</c:v>
                </c:pt>
                <c:pt idx="567">
                  <c:v>76997.0</c:v>
                </c:pt>
                <c:pt idx="568">
                  <c:v>77293.0</c:v>
                </c:pt>
                <c:pt idx="569">
                  <c:v>77368.0</c:v>
                </c:pt>
                <c:pt idx="570">
                  <c:v>77436.0</c:v>
                </c:pt>
                <c:pt idx="571">
                  <c:v>77621.0</c:v>
                </c:pt>
                <c:pt idx="572">
                  <c:v>79580.0</c:v>
                </c:pt>
                <c:pt idx="573">
                  <c:v>79826.0</c:v>
                </c:pt>
                <c:pt idx="574">
                  <c:v>80584.0</c:v>
                </c:pt>
                <c:pt idx="575">
                  <c:v>82255.0</c:v>
                </c:pt>
                <c:pt idx="576">
                  <c:v>82622.0</c:v>
                </c:pt>
                <c:pt idx="577">
                  <c:v>83499.0</c:v>
                </c:pt>
                <c:pt idx="578">
                  <c:v>84495.0</c:v>
                </c:pt>
                <c:pt idx="579">
                  <c:v>85452.0</c:v>
                </c:pt>
                <c:pt idx="580">
                  <c:v>85801.0</c:v>
                </c:pt>
                <c:pt idx="581">
                  <c:v>87534.0</c:v>
                </c:pt>
                <c:pt idx="582">
                  <c:v>88046.0</c:v>
                </c:pt>
                <c:pt idx="583">
                  <c:v>91812.0</c:v>
                </c:pt>
                <c:pt idx="584">
                  <c:v>95887.0</c:v>
                </c:pt>
                <c:pt idx="585">
                  <c:v>96375.0</c:v>
                </c:pt>
                <c:pt idx="586">
                  <c:v>99713.0</c:v>
                </c:pt>
              </c:numCache>
            </c:numRef>
          </c:yVal>
          <c:smooth val="0"/>
        </c:ser>
        <c:ser>
          <c:idx val="2"/>
          <c:order val="2"/>
          <c:tx>
            <c:strRef>
              <c:f>Sheet1!$B$1562</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Sheet1!$A$1563:$A$1563</c:f>
              <c:numCache>
                <c:formatCode>General</c:formatCode>
                <c:ptCount val="1"/>
                <c:pt idx="0">
                  <c:v>34255.0</c:v>
                </c:pt>
              </c:numCache>
            </c:numRef>
          </c:xVal>
          <c:yVal>
            <c:numRef>
              <c:f>Sheet1!$B$1563:$B$1563</c:f>
              <c:numCache>
                <c:formatCode>General</c:formatCode>
                <c:ptCount val="1"/>
                <c:pt idx="0">
                  <c:v>88842.0</c:v>
                </c:pt>
              </c:numCache>
            </c:numRef>
          </c:yVal>
          <c:smooth val="0"/>
        </c:ser>
        <c:axId val="-2128940872"/>
        <c:axId val="-2129643912"/>
      </c:scatterChart>
      <c:valAx>
        <c:axId val="-2128940872"/>
        <c:scaling>
          <c:orientation val="minMax"/>
          <c:max val="55000.0"/>
          <c:min val="0.0"/>
        </c:scaling>
        <c:delete val="0"/>
        <c:axPos val="b"/>
        <c:majorGridlines>
          <c:spPr>
            <a:ln w="6350">
              <a:solidFill>
                <a:srgbClr val="E4E4E6"/>
              </a:solidFill>
            </a:ln>
          </c:spPr>
        </c:majorGridlines>
        <c:title>
          <c:tx>
            <c:rich>
              <a:bodyPr/>
              <a:lstStyle/>
              <a:p>
                <a:pPr>
                  <a:defRPr/>
                </a:pPr>
                <a:r>
                  <a:rPr sz="1000" b="1">
                    <a:solidFill>
                      <a:srgbClr val="000000"/>
                    </a:solidFill>
                    <a:latin typeface="Lato"/>
                  </a:rPr>
                  <a:t>Average annual net cost of attendance (2)</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
      </c:valAx>
      <c:valAx>
        <c:axId val="-2129643912"/>
        <c:scaling>
          <c:orientation val="minMax"/>
          <c:max val="140000.0"/>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Median earnings ten years after entry (1)</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10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5533596837944663"/>
          <c:y val="0.011737089201877935"/>
          <c:w val="0.8932806324110673"/>
          <c:h val="0.8943661971830986"/>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pPr>
                      <a:defRPr/>
                    </a:pPr>
                    <a:r>
                      <a:rPr sz="1000" b="1" i="1">
                        <a:solidFill>
                          <a:srgbClr val="C8102E"/>
                        </a:solidFill>
                        <a:latin typeface="Lato"/>
                      </a:rPr>
                      <a:t>33%</a:t>
                    </a:r>
                  </a:p>
                </c:rich>
              </c:tx>
              <c:dLblPos val="r"/>
              <c:showLegendKey val="0"/>
              <c:showVal val="1"/>
              <c:showCatName val="0"/>
              <c:showSerName val="0"/>
              <c:showPercent val="0"/>
              <c:showBubbleSize val="0"/>
            </c:dLbl>
            <c:dLbl>
              <c:idx val="1"/>
              <c:tx>
                <c:rich>
                  <a:bodyPr/>
                  <a:lstStyle/>
                  <a:p>
                    <a:pPr>
                      <a:defRPr/>
                    </a:pPr>
                    <a:r>
                      <a:rPr sz="1000" b="1" i="1">
                        <a:solidFill>
                          <a:srgbClr val="C8102E"/>
                        </a:solidFill>
                        <a:latin typeface="Lato"/>
                      </a:rPr>
                      <a:t>27%</a:t>
                    </a:r>
                  </a:p>
                </c:rich>
              </c:tx>
              <c:dLblPos val="l"/>
              <c:showLegendKey val="0"/>
              <c:showVal val="1"/>
              <c:showCatName val="0"/>
              <c:showSerName val="0"/>
              <c:showPercent val="0"/>
              <c:showBubbleSize val="0"/>
            </c:dLbl>
            <c:dLbl>
              <c:idx val="2"/>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3"/>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dLbl>
              <c:idx val="4"/>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5"/>
              <c:tx>
                <c:rich>
                  <a:bodyPr/>
                  <a:lstStyle/>
                  <a:p>
                    <a:pPr>
                      <a:defRPr/>
                    </a:pPr>
                    <a:r>
                      <a:rPr sz="1000" b="1" i="1">
                        <a:solidFill>
                          <a:srgbClr val="C8102E"/>
                        </a:solidFill>
                        <a:latin typeface="Lato"/>
                      </a:rPr>
                      <a:t>31%</a:t>
                    </a:r>
                  </a:p>
                </c:rich>
              </c:tx>
              <c:dLblPos val="l"/>
              <c:showLegendKey val="0"/>
              <c:showVal val="1"/>
              <c:showCatName val="0"/>
              <c:showSerName val="0"/>
              <c:showPercent val="0"/>
              <c:showBubbleSize val="0"/>
            </c:dLbl>
            <c:dLbl>
              <c:idx val="6"/>
              <c:tx>
                <c:rich>
                  <a:bodyPr/>
                  <a:lstStyle/>
                  <a:p>
                    <a:pPr>
                      <a:defRPr/>
                    </a:pPr>
                    <a:r>
                      <a:rPr sz="1000" b="1" i="1">
                        <a:solidFill>
                          <a:srgbClr val="C8102E"/>
                        </a:solidFill>
                        <a:latin typeface="Lato"/>
                      </a:rPr>
                      <a:t>50%</a:t>
                    </a:r>
                  </a:p>
                </c:rich>
              </c:tx>
              <c:dLblPos val="r"/>
              <c:showLegendKey val="0"/>
              <c:showVal val="1"/>
              <c:showCatName val="0"/>
              <c:showSerName val="0"/>
              <c:showPercent val="0"/>
              <c:showBubbleSize val="0"/>
            </c:dLbl>
            <c:dLbl>
              <c:idx val="7"/>
              <c:tx>
                <c:rich>
                  <a:bodyPr/>
                  <a:lstStyle/>
                  <a:p>
                    <a:pPr>
                      <a:defRPr/>
                    </a:pPr>
                    <a:r>
                      <a:rPr sz="1000" b="1" i="1">
                        <a:solidFill>
                          <a:srgbClr val="C8102E"/>
                        </a:solidFill>
                        <a:latin typeface="Lato"/>
                      </a:rPr>
                      <a:t>28%</a:t>
                    </a:r>
                  </a:p>
                </c:rich>
              </c:tx>
              <c:dLblPos val="l"/>
              <c:showLegendKey val="0"/>
              <c:showVal val="1"/>
              <c:showCatName val="0"/>
              <c:showSerName val="0"/>
              <c:showPercent val="0"/>
              <c:showBubbleSize val="0"/>
            </c:dLbl>
            <c:dLbl>
              <c:idx val="8"/>
              <c:tx>
                <c:rich>
                  <a:bodyPr/>
                  <a:lstStyle/>
                  <a:p>
                    <a:pPr>
                      <a:defRPr/>
                    </a:pPr>
                    <a:r>
                      <a:rPr sz="1000" b="1" i="1">
                        <a:solidFill>
                          <a:srgbClr val="C8102E"/>
                        </a:solidFill>
                        <a:latin typeface="Lato"/>
                      </a:rPr>
                      <a:t>45%</a:t>
                    </a:r>
                  </a:p>
                </c:rich>
              </c:tx>
              <c:dLblPos val="r"/>
              <c:showLegendKey val="0"/>
              <c:showVal val="1"/>
              <c:showCatName val="0"/>
              <c:showSerName val="0"/>
              <c:showPercent val="0"/>
              <c:showBubbleSize val="0"/>
            </c:dLbl>
            <c:dLbl>
              <c:idx val="9"/>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Sheet1!$A$2:$A$11</c:f>
              <c:numCache>
                <c:formatCode>General</c:formatCode>
                <c:ptCount val="10"/>
                <c:pt idx="0">
                  <c:v>33.0</c:v>
                </c:pt>
                <c:pt idx="1">
                  <c:v>27.0</c:v>
                </c:pt>
                <c:pt idx="2">
                  <c:v>32.0</c:v>
                </c:pt>
                <c:pt idx="3">
                  <c:v>44.0</c:v>
                </c:pt>
                <c:pt idx="4">
                  <c:v>32.0</c:v>
                </c:pt>
                <c:pt idx="5">
                  <c:v>31.0</c:v>
                </c:pt>
                <c:pt idx="6">
                  <c:v>50.0</c:v>
                </c:pt>
                <c:pt idx="7">
                  <c:v>28.0</c:v>
                </c:pt>
                <c:pt idx="8">
                  <c:v>45.0</c:v>
                </c:pt>
                <c:pt idx="9">
                  <c:v>44.0</c:v>
                </c:pt>
              </c:numCache>
            </c:numRef>
          </c:xVal>
          <c:yVal>
            <c:numRef>
              <c:f>Sheet1!$B$2:$B$11</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dLbl>
              <c:idx val="1"/>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2"/>
              <c:tx>
                <c:rich>
                  <a:bodyPr/>
                  <a:lstStyle/>
                  <a:p>
                    <a:pPr>
                      <a:defRPr/>
                    </a:pPr>
                    <a:r>
                      <a:rPr sz="1000" b="1" i="1">
                        <a:solidFill>
                          <a:srgbClr val="3A3A3F"/>
                        </a:solidFill>
                        <a:latin typeface="Lato"/>
                      </a:rPr>
                      <a:t>77%</a:t>
                    </a:r>
                  </a:p>
                </c:rich>
              </c:tx>
              <c:dLblPos val="l"/>
              <c:showLegendKey val="0"/>
              <c:showVal val="1"/>
              <c:showCatName val="0"/>
              <c:showSerName val="0"/>
              <c:showPercent val="0"/>
              <c:showBubbleSize val="0"/>
            </c:dLbl>
            <c:dLbl>
              <c:idx val="3"/>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4"/>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5"/>
              <c:tx>
                <c:rich>
                  <a:bodyPr/>
                  <a:lstStyle/>
                  <a:p>
                    <a:pPr>
                      <a:defRPr/>
                    </a:pPr>
                    <a:r>
                      <a:rPr sz="1000" b="1" i="1">
                        <a:solidFill>
                          <a:srgbClr val="3A3A3F"/>
                        </a:solidFill>
                        <a:latin typeface="Lato"/>
                      </a:rPr>
                      <a:t>87%</a:t>
                    </a:r>
                  </a:p>
                </c:rich>
              </c:tx>
              <c:dLblPos val="t"/>
              <c:showLegendKey val="0"/>
              <c:showVal val="1"/>
              <c:showCatName val="0"/>
              <c:showSerName val="0"/>
              <c:showPercent val="0"/>
              <c:showBubbleSize val="0"/>
            </c:dLbl>
            <c:dLbl>
              <c:idx val="6"/>
              <c:tx>
                <c:rich>
                  <a:bodyPr/>
                  <a:lstStyle/>
                  <a:p>
                    <a:pPr>
                      <a:defRPr/>
                    </a:pPr>
                    <a:r>
                      <a:rPr sz="1000" b="1" i="1">
                        <a:solidFill>
                          <a:srgbClr val="3A3A3F"/>
                        </a:solidFill>
                        <a:latin typeface="Lato"/>
                      </a:rPr>
                      <a:t>85%</a:t>
                    </a:r>
                  </a:p>
                </c:rich>
              </c:tx>
              <c:dLblPos val="l"/>
              <c:showLegendKey val="0"/>
              <c:showVal val="1"/>
              <c:showCatName val="0"/>
              <c:showSerName val="0"/>
              <c:showPercent val="0"/>
              <c:showBubbleSize val="0"/>
            </c:dLbl>
            <c:dLbl>
              <c:idx val="7"/>
              <c:tx>
                <c:rich>
                  <a:bodyPr/>
                  <a:lstStyle/>
                  <a:p>
                    <a:pPr>
                      <a:defRPr/>
                    </a:pPr>
                    <a:r>
                      <a:rPr sz="1000" b="1" i="1">
                        <a:solidFill>
                          <a:srgbClr val="3A3A3F"/>
                        </a:solidFill>
                        <a:latin typeface="Lato"/>
                      </a:rPr>
                      <a:t>91%</a:t>
                    </a:r>
                  </a:p>
                </c:rich>
              </c:tx>
              <c:dLblPos val="l"/>
              <c:showLegendKey val="0"/>
              <c:showVal val="1"/>
              <c:showCatName val="0"/>
              <c:showSerName val="0"/>
              <c:showPercent val="0"/>
              <c:showBubbleSize val="0"/>
            </c:dLbl>
            <c:dLbl>
              <c:idx val="8"/>
              <c:tx>
                <c:rich>
                  <a:bodyPr/>
                  <a:lstStyle/>
                  <a:p>
                    <a:pPr>
                      <a:defRPr/>
                    </a:pPr>
                    <a:r>
                      <a:rPr sz="1000" b="1" i="1">
                        <a:solidFill>
                          <a:srgbClr val="3A3A3F"/>
                        </a:solidFill>
                        <a:latin typeface="Lato"/>
                      </a:rPr>
                      <a:t>86%</a:t>
                    </a:r>
                  </a:p>
                </c:rich>
              </c:tx>
              <c:dLblPos val="l"/>
              <c:showLegendKey val="0"/>
              <c:showVal val="1"/>
              <c:showCatName val="0"/>
              <c:showSerName val="0"/>
              <c:showPercent val="0"/>
              <c:showBubbleSize val="0"/>
            </c:dLbl>
            <c:dLbl>
              <c:idx val="9"/>
              <c:tx>
                <c:rich>
                  <a:bodyPr/>
                  <a:lstStyle/>
                  <a:p>
                    <a:pPr>
                      <a:defRPr/>
                    </a:pPr>
                    <a:r>
                      <a:rPr sz="1000" b="1" i="1">
                        <a:solidFill>
                          <a:srgbClr val="3A3A3F"/>
                        </a:solidFill>
                        <a:latin typeface="Lato"/>
                      </a:rPr>
                      <a:t>91%</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Sheet1!$A$14:$A$23</c:f>
              <c:numCache>
                <c:formatCode>General</c:formatCode>
                <c:ptCount val="10"/>
                <c:pt idx="0">
                  <c:v>79.0</c:v>
                </c:pt>
                <c:pt idx="1">
                  <c:v>74.0</c:v>
                </c:pt>
                <c:pt idx="2">
                  <c:v>77.0</c:v>
                </c:pt>
                <c:pt idx="3">
                  <c:v>78.0</c:v>
                </c:pt>
                <c:pt idx="4">
                  <c:v>78.0</c:v>
                </c:pt>
                <c:pt idx="5">
                  <c:v>87.0</c:v>
                </c:pt>
                <c:pt idx="6">
                  <c:v>85.0</c:v>
                </c:pt>
                <c:pt idx="7">
                  <c:v>91.0</c:v>
                </c:pt>
                <c:pt idx="8">
                  <c:v>86.0</c:v>
                </c:pt>
                <c:pt idx="9">
                  <c:v>91.0</c:v>
                </c:pt>
              </c:numCache>
            </c:numRef>
          </c:xVal>
          <c:yVal>
            <c:numRef>
              <c:f>Sheet1!$B$14:$B$23</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2"/>
          <c:order val="2"/>
          <c:tx>
            <c:strRef>
              <c:f>Sheet1!$B$25</c:f>
              <c:strCache>
                <c:ptCount val="1"/>
                <c:pt idx="0">
                  <c:v>Sr. Administrators</c:v>
                </c:pt>
              </c:strCache>
            </c:strRef>
          </c:tx>
          <c:spPr>
            <a:ln w="9525">
              <a:solidFill>
                <a:srgbClr val="000000"/>
              </a:solidFill>
              <a:prstDash val="sysDash"/>
            </a:ln>
          </c:spPr>
          <c:marker>
            <c:symbol val="circle"/>
            <c:size val="9"/>
            <c:spPr>
              <a:solidFill>
                <a:srgbClr val="000000"/>
              </a:solidFill>
              <a:ln>
                <a:noFill/>
              </a:ln>
            </c:spPr>
          </c:marker>
          <c:dLbls>
            <c:dLbl>
              <c:idx val="0"/>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dLbl>
              <c:idx val="1"/>
              <c:tx>
                <c:rich>
                  <a:bodyPr/>
                  <a:lstStyle/>
                  <a:p>
                    <a:pPr>
                      <a:defRPr/>
                    </a:pPr>
                    <a:r>
                      <a:rPr sz="1000" b="1" i="1">
                        <a:solidFill>
                          <a:srgbClr val="000000"/>
                        </a:solidFill>
                        <a:latin typeface="Lato"/>
                      </a:rPr>
                      <a:t>86%</a:t>
                    </a:r>
                  </a:p>
                </c:rich>
              </c:tx>
              <c:dLblPos val="r"/>
              <c:showLegendKey val="0"/>
              <c:showVal val="1"/>
              <c:showCatName val="0"/>
              <c:showSerName val="0"/>
              <c:showPercent val="0"/>
              <c:showBubbleSize val="0"/>
            </c:dLbl>
            <c:dLbl>
              <c:idx val="2"/>
              <c:tx>
                <c:rich>
                  <a:bodyPr/>
                  <a:lstStyle/>
                  <a:p>
                    <a:pPr>
                      <a:defRPr/>
                    </a:pPr>
                    <a:r>
                      <a:rPr sz="1000" b="1" i="1">
                        <a:solidFill>
                          <a:srgbClr val="000000"/>
                        </a:solidFill>
                        <a:latin typeface="Lato"/>
                      </a:rPr>
                      <a:t>85%</a:t>
                    </a:r>
                  </a:p>
                </c:rich>
              </c:tx>
              <c:dLblPos val="r"/>
              <c:showLegendKey val="0"/>
              <c:showVal val="1"/>
              <c:showCatName val="0"/>
              <c:showSerName val="0"/>
              <c:showPercent val="0"/>
              <c:showBubbleSize val="0"/>
            </c:dLbl>
            <c:dLbl>
              <c:idx val="3"/>
              <c:tx>
                <c:rich>
                  <a:bodyPr/>
                  <a:lstStyle/>
                  <a:p>
                    <a:pPr>
                      <a:defRPr/>
                    </a:pPr>
                    <a:r>
                      <a:rPr sz="1000" b="1" i="1">
                        <a:solidFill>
                          <a:srgbClr val="000000"/>
                        </a:solidFill>
                        <a:latin typeface="Lato"/>
                      </a:rPr>
                      <a:t>80%</a:t>
                    </a:r>
                  </a:p>
                </c:rich>
              </c:tx>
              <c:dLblPos val="r"/>
              <c:showLegendKey val="0"/>
              <c:showVal val="1"/>
              <c:showCatName val="0"/>
              <c:showSerName val="0"/>
              <c:showPercent val="0"/>
              <c:showBubbleSize val="0"/>
            </c:dLbl>
            <c:dLbl>
              <c:idx val="4"/>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5"/>
              <c:tx>
                <c:rich>
                  <a:bodyPr/>
                  <a:lstStyle/>
                  <a:p>
                    <a:pPr>
                      <a:defRPr/>
                    </a:pPr>
                    <a:r>
                      <a:rPr sz="1000" b="1" i="1">
                        <a:solidFill>
                          <a:srgbClr val="000000"/>
                        </a:solidFill>
                        <a:latin typeface="Lato"/>
                      </a:rPr>
                      <a:t>93%</a:t>
                    </a:r>
                  </a:p>
                </c:rich>
              </c:tx>
              <c:dLblPos val="r"/>
              <c:showLegendKey val="0"/>
              <c:showVal val="1"/>
              <c:showCatName val="0"/>
              <c:showSerName val="0"/>
              <c:showPercent val="0"/>
              <c:showBubbleSize val="0"/>
            </c:dLbl>
            <c:dLbl>
              <c:idx val="6"/>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7"/>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8"/>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9"/>
              <c:tx>
                <c:rich>
                  <a:bodyPr/>
                  <a:lstStyle/>
                  <a:p>
                    <a:pPr>
                      <a:defRPr/>
                    </a:pPr>
                    <a:r>
                      <a:rPr sz="1000" b="1" i="1">
                        <a:solidFill>
                          <a:srgbClr val="000000"/>
                        </a:solidFill>
                        <a:latin typeface="Lato"/>
                      </a:rPr>
                      <a:t>95%</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Sheet1!$A$26:$A$35</c:f>
              <c:numCache>
                <c:formatCode>General</c:formatCode>
                <c:ptCount val="10"/>
                <c:pt idx="0">
                  <c:v>88.0</c:v>
                </c:pt>
                <c:pt idx="1">
                  <c:v>86.0</c:v>
                </c:pt>
                <c:pt idx="2">
                  <c:v>85.0</c:v>
                </c:pt>
                <c:pt idx="3">
                  <c:v>80.0</c:v>
                </c:pt>
                <c:pt idx="4">
                  <c:v>90.0</c:v>
                </c:pt>
                <c:pt idx="5">
                  <c:v>93.0</c:v>
                </c:pt>
                <c:pt idx="6">
                  <c:v>90.0</c:v>
                </c:pt>
                <c:pt idx="7">
                  <c:v>91.0</c:v>
                </c:pt>
                <c:pt idx="8">
                  <c:v>91.0</c:v>
                </c:pt>
                <c:pt idx="9">
                  <c:v>95.0</c:v>
                </c:pt>
              </c:numCache>
            </c:numRef>
          </c:xVal>
          <c:yVal>
            <c:numRef>
              <c:f>Sheet1!$B$26:$B$35</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axId val="-2128940872"/>
        <c:axId val="-2129643912"/>
      </c:scatterChart>
      <c:valAx>
        <c:axId val="-2128940872"/>
        <c:scaling>
          <c:orientation val="minMax"/>
          <c:max val="100.0"/>
          <c:min val="0.0"/>
        </c:scaling>
        <c:delete val="0"/>
        <c:axPos val="b"/>
        <c:majorGridlines>
          <c:spPr>
            <a:ln w="6350">
              <a:solidFill>
                <a:srgbClr val="E4E4E6"/>
              </a:solidFill>
            </a:ln>
          </c:spPr>
        </c:majorGridlines>
        <c:numFmt formatCode="0&quot;%&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max"/>
        <c:crossBetween val="midCat"/>
        <c:majorUnit val="25.0"/>
      </c:valAx>
      <c:valAx>
        <c:axId val="-2129643912"/>
        <c:scaling>
          <c:orientation val="maxMin"/>
          <c:max val="2025.0"/>
          <c:min val="2014.0"/>
        </c:scaling>
        <c:delete val="0"/>
        <c:axPos val="l"/>
        <c:majorGridlines>
          <c:spPr>
            <a:ln w="6350">
              <a:solidFill>
                <a:srgbClr val="C9C9CC"/>
              </a:solidFill>
            </a:ln>
          </c:spPr>
        </c:majorGridlines>
        <c:numFmt formatCode="[&lt;2015]&quot;&quot;;[&gt;2024]&quot;&quot;;0" sourceLinked="0"/>
        <c:majorTickMark val="none"/>
        <c:minorTickMark val="none"/>
        <c:tickLblPos val="nextTo"/>
        <c:spPr>
          <a:ln w="9525">
            <a:noFill/>
          </a:ln>
        </c:spPr>
        <c:txPr>
          <a:bodyPr/>
          <a:lstStyle/>
          <a:p>
            <a:pPr>
              <a:defRPr sz="1100" b="1">
                <a:solidFill>
                  <a:srgbClr val="000000"/>
                </a:solidFill>
                <a:latin typeface="Lato"/>
              </a:defRPr>
            </a:pPr>
          </a:p>
        </c:txPr>
        <c:crossAx val="-2128940872"/>
        <c:crosses val="autoZero"/>
        <c:crossBetween val="midCat"/>
        <c:majorUnit val="1.0"/>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114624505928854"/>
          <c:y val="0.012658227848101266"/>
          <c:w val="0.849802371541502"/>
          <c:h val="0.8354430379746837"/>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95"/>
              <c:tx>
                <c:rich>
                  <a:bodyPr/>
                  <a:lstStyle/>
                  <a:p>
                    <a:pPr>
                      <a:defRPr/>
                    </a:pPr>
                    <a:r>
                      <a:rPr sz="850" b="0" i="1">
                        <a:solidFill>
                          <a:srgbClr val="6B6B70"/>
                        </a:solidFill>
                        <a:latin typeface="Lato"/>
                      </a:rPr>
                      <a:t>$40K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Sheet1!$A$2:$A$97</c:f>
              <c:numCache>
                <c:formatCode>General</c:formatCode>
                <c:ptCount val="96"/>
                <c:pt idx="0">
                  <c:v>50000.0</c:v>
                </c:pt>
                <c:pt idx="1">
                  <c:v>60000.0</c:v>
                </c:pt>
                <c:pt idx="2">
                  <c:v>70000.0</c:v>
                </c:pt>
                <c:pt idx="3">
                  <c:v>80000.0</c:v>
                </c:pt>
                <c:pt idx="4">
                  <c:v>90000.0</c:v>
                </c:pt>
                <c:pt idx="5">
                  <c:v>100000.0</c:v>
                </c:pt>
                <c:pt idx="6">
                  <c:v>110000.0</c:v>
                </c:pt>
                <c:pt idx="7">
                  <c:v>120000.0</c:v>
                </c:pt>
                <c:pt idx="8">
                  <c:v>130000.0</c:v>
                </c:pt>
                <c:pt idx="9">
                  <c:v>140000.0</c:v>
                </c:pt>
                <c:pt idx="10">
                  <c:v>150000.0</c:v>
                </c:pt>
                <c:pt idx="11">
                  <c:v>160000.0</c:v>
                </c:pt>
                <c:pt idx="12">
                  <c:v>170000.0</c:v>
                </c:pt>
                <c:pt idx="13">
                  <c:v>180000.0</c:v>
                </c:pt>
                <c:pt idx="14">
                  <c:v>190000.0</c:v>
                </c:pt>
                <c:pt idx="15">
                  <c:v>200000.0</c:v>
                </c:pt>
                <c:pt idx="16">
                  <c:v>210000.0</c:v>
                </c:pt>
                <c:pt idx="17">
                  <c:v>220000.0</c:v>
                </c:pt>
                <c:pt idx="18">
                  <c:v>230000.0</c:v>
                </c:pt>
                <c:pt idx="19">
                  <c:v>240000.0</c:v>
                </c:pt>
                <c:pt idx="20">
                  <c:v>250000.0</c:v>
                </c:pt>
                <c:pt idx="21">
                  <c:v>260000.0</c:v>
                </c:pt>
                <c:pt idx="22">
                  <c:v>270000.0</c:v>
                </c:pt>
                <c:pt idx="23">
                  <c:v>280000.0</c:v>
                </c:pt>
                <c:pt idx="24">
                  <c:v>290000.0</c:v>
                </c:pt>
                <c:pt idx="25">
                  <c:v>300000.0</c:v>
                </c:pt>
                <c:pt idx="26">
                  <c:v>310000.0</c:v>
                </c:pt>
                <c:pt idx="27">
                  <c:v>320000.0</c:v>
                </c:pt>
                <c:pt idx="28">
                  <c:v>330000.0</c:v>
                </c:pt>
                <c:pt idx="29">
                  <c:v>340000.0</c:v>
                </c:pt>
                <c:pt idx="30">
                  <c:v>350000.0</c:v>
                </c:pt>
                <c:pt idx="31">
                  <c:v>360000.0</c:v>
                </c:pt>
                <c:pt idx="32">
                  <c:v>370000.0</c:v>
                </c:pt>
                <c:pt idx="33">
                  <c:v>380000.0</c:v>
                </c:pt>
                <c:pt idx="34">
                  <c:v>390000.0</c:v>
                </c:pt>
                <c:pt idx="35">
                  <c:v>400000.0</c:v>
                </c:pt>
                <c:pt idx="36">
                  <c:v>410000.0</c:v>
                </c:pt>
                <c:pt idx="37">
                  <c:v>420000.0</c:v>
                </c:pt>
                <c:pt idx="38">
                  <c:v>430000.0</c:v>
                </c:pt>
                <c:pt idx="39">
                  <c:v>440000.0</c:v>
                </c:pt>
                <c:pt idx="40">
                  <c:v>450000.0</c:v>
                </c:pt>
                <c:pt idx="41">
                  <c:v>460000.0</c:v>
                </c:pt>
                <c:pt idx="42">
                  <c:v>470000.0</c:v>
                </c:pt>
                <c:pt idx="43">
                  <c:v>480000.0</c:v>
                </c:pt>
                <c:pt idx="44">
                  <c:v>490000.0</c:v>
                </c:pt>
                <c:pt idx="45">
                  <c:v>500000.0</c:v>
                </c:pt>
                <c:pt idx="46">
                  <c:v>510000.0</c:v>
                </c:pt>
                <c:pt idx="47">
                  <c:v>520000.0</c:v>
                </c:pt>
                <c:pt idx="48">
                  <c:v>530000.0</c:v>
                </c:pt>
                <c:pt idx="49">
                  <c:v>540000.0</c:v>
                </c:pt>
                <c:pt idx="50">
                  <c:v>550000.0</c:v>
                </c:pt>
                <c:pt idx="51">
                  <c:v>560000.0</c:v>
                </c:pt>
                <c:pt idx="52">
                  <c:v>570000.0</c:v>
                </c:pt>
                <c:pt idx="53">
                  <c:v>580000.0</c:v>
                </c:pt>
                <c:pt idx="54">
                  <c:v>590000.0</c:v>
                </c:pt>
                <c:pt idx="55">
                  <c:v>600000.0</c:v>
                </c:pt>
                <c:pt idx="56">
                  <c:v>610000.0</c:v>
                </c:pt>
                <c:pt idx="57">
                  <c:v>620000.0</c:v>
                </c:pt>
                <c:pt idx="58">
                  <c:v>630000.0</c:v>
                </c:pt>
                <c:pt idx="59">
                  <c:v>640000.0</c:v>
                </c:pt>
                <c:pt idx="60">
                  <c:v>650000.0</c:v>
                </c:pt>
                <c:pt idx="61">
                  <c:v>660000.0</c:v>
                </c:pt>
                <c:pt idx="62">
                  <c:v>670000.0</c:v>
                </c:pt>
                <c:pt idx="63">
                  <c:v>680000.0</c:v>
                </c:pt>
                <c:pt idx="64">
                  <c:v>690000.0</c:v>
                </c:pt>
                <c:pt idx="65">
                  <c:v>700000.0</c:v>
                </c:pt>
                <c:pt idx="66">
                  <c:v>710000.0</c:v>
                </c:pt>
                <c:pt idx="67">
                  <c:v>720000.0</c:v>
                </c:pt>
                <c:pt idx="68">
                  <c:v>730000.0</c:v>
                </c:pt>
                <c:pt idx="69">
                  <c:v>740000.0</c:v>
                </c:pt>
                <c:pt idx="70">
                  <c:v>750000.0</c:v>
                </c:pt>
                <c:pt idx="71">
                  <c:v>760000.0</c:v>
                </c:pt>
                <c:pt idx="72">
                  <c:v>770000.0</c:v>
                </c:pt>
                <c:pt idx="73">
                  <c:v>780000.0</c:v>
                </c:pt>
                <c:pt idx="74">
                  <c:v>790000.0</c:v>
                </c:pt>
                <c:pt idx="75">
                  <c:v>800000.0</c:v>
                </c:pt>
                <c:pt idx="76">
                  <c:v>810000.0</c:v>
                </c:pt>
                <c:pt idx="77">
                  <c:v>820000.0</c:v>
                </c:pt>
                <c:pt idx="78">
                  <c:v>830000.0</c:v>
                </c:pt>
                <c:pt idx="79">
                  <c:v>840000.0</c:v>
                </c:pt>
                <c:pt idx="80">
                  <c:v>850000.0</c:v>
                </c:pt>
                <c:pt idx="81">
                  <c:v>860000.0</c:v>
                </c:pt>
                <c:pt idx="82">
                  <c:v>870000.0</c:v>
                </c:pt>
                <c:pt idx="83">
                  <c:v>880000.0</c:v>
                </c:pt>
                <c:pt idx="84">
                  <c:v>890000.0</c:v>
                </c:pt>
                <c:pt idx="85">
                  <c:v>900000.0</c:v>
                </c:pt>
                <c:pt idx="86">
                  <c:v>910000.0</c:v>
                </c:pt>
                <c:pt idx="87">
                  <c:v>920000.0</c:v>
                </c:pt>
                <c:pt idx="88">
                  <c:v>930000.0</c:v>
                </c:pt>
                <c:pt idx="89">
                  <c:v>940000.0</c:v>
                </c:pt>
                <c:pt idx="90">
                  <c:v>950000.0</c:v>
                </c:pt>
                <c:pt idx="91">
                  <c:v>960000.0</c:v>
                </c:pt>
                <c:pt idx="92">
                  <c:v>970000.0</c:v>
                </c:pt>
                <c:pt idx="93">
                  <c:v>980000.0</c:v>
                </c:pt>
                <c:pt idx="94">
                  <c:v>990000.0</c:v>
                </c:pt>
                <c:pt idx="95">
                  <c:v>1000000.0</c:v>
                </c:pt>
              </c:numCache>
            </c:numRef>
          </c:xVal>
          <c:yVal>
            <c:numRef>
              <c:f>Sheet1!$B$2:$B$97</c:f>
              <c:numCache>
                <c:formatCode>General</c:formatCode>
                <c:ptCount val="96"/>
                <c:pt idx="0">
                  <c:v>0.8</c:v>
                </c:pt>
                <c:pt idx="1">
                  <c:v>0.6666666666666666</c:v>
                </c:pt>
                <c:pt idx="2">
                  <c:v>0.5714285714285714</c:v>
                </c:pt>
                <c:pt idx="3">
                  <c:v>0.5</c:v>
                </c:pt>
                <c:pt idx="4">
                  <c:v>0.4444444444444444</c:v>
                </c:pt>
                <c:pt idx="5">
                  <c:v>0.4</c:v>
                </c:pt>
                <c:pt idx="6">
                  <c:v>0.36363636363636365</c:v>
                </c:pt>
                <c:pt idx="7">
                  <c:v>0.3333333333333333</c:v>
                </c:pt>
                <c:pt idx="8">
                  <c:v>0.3076923076923077</c:v>
                </c:pt>
                <c:pt idx="9">
                  <c:v>0.2857142857142857</c:v>
                </c:pt>
                <c:pt idx="10">
                  <c:v>0.26666666666666666</c:v>
                </c:pt>
                <c:pt idx="11">
                  <c:v>0.25</c:v>
                </c:pt>
                <c:pt idx="12">
                  <c:v>0.23529411764705882</c:v>
                </c:pt>
                <c:pt idx="13">
                  <c:v>0.2222222222222222</c:v>
                </c:pt>
                <c:pt idx="14">
                  <c:v>0.21052631578947367</c:v>
                </c:pt>
                <c:pt idx="15">
                  <c:v>0.2</c:v>
                </c:pt>
                <c:pt idx="16">
                  <c:v>0.19047619047619047</c:v>
                </c:pt>
                <c:pt idx="17">
                  <c:v>0.18181818181818182</c:v>
                </c:pt>
                <c:pt idx="18">
                  <c:v>0.17391304347826086</c:v>
                </c:pt>
                <c:pt idx="19">
                  <c:v>0.16666666666666666</c:v>
                </c:pt>
                <c:pt idx="20">
                  <c:v>0.16</c:v>
                </c:pt>
                <c:pt idx="21">
                  <c:v>0.15384615384615385</c:v>
                </c:pt>
                <c:pt idx="22">
                  <c:v>0.14814814814814814</c:v>
                </c:pt>
                <c:pt idx="23">
                  <c:v>0.14285714285714285</c:v>
                </c:pt>
                <c:pt idx="24">
                  <c:v>0.13793103448275862</c:v>
                </c:pt>
                <c:pt idx="25">
                  <c:v>0.13333333333333333</c:v>
                </c:pt>
                <c:pt idx="26">
                  <c:v>0.12903225806451613</c:v>
                </c:pt>
                <c:pt idx="27">
                  <c:v>0.125</c:v>
                </c:pt>
                <c:pt idx="28">
                  <c:v>0.12121212121212122</c:v>
                </c:pt>
                <c:pt idx="29">
                  <c:v>0.11764705882352941</c:v>
                </c:pt>
                <c:pt idx="30">
                  <c:v>0.11428571428571428</c:v>
                </c:pt>
                <c:pt idx="31">
                  <c:v>0.1111111111111111</c:v>
                </c:pt>
                <c:pt idx="32">
                  <c:v>0.10810810810810811</c:v>
                </c:pt>
                <c:pt idx="33">
                  <c:v>0.10526315789473684</c:v>
                </c:pt>
                <c:pt idx="34">
                  <c:v>0.10256410256410256</c:v>
                </c:pt>
                <c:pt idx="35">
                  <c:v>0.1</c:v>
                </c:pt>
                <c:pt idx="36">
                  <c:v>0.0975609756097561</c:v>
                </c:pt>
                <c:pt idx="37">
                  <c:v>0.09523809523809523</c:v>
                </c:pt>
                <c:pt idx="38">
                  <c:v>0.09302325581395349</c:v>
                </c:pt>
                <c:pt idx="39">
                  <c:v>0.09090909090909091</c:v>
                </c:pt>
                <c:pt idx="40">
                  <c:v>0.08888888888888889</c:v>
                </c:pt>
                <c:pt idx="41">
                  <c:v>0.08695652173913043</c:v>
                </c:pt>
                <c:pt idx="42">
                  <c:v>0.0851063829787234</c:v>
                </c:pt>
                <c:pt idx="43">
                  <c:v>0.08333333333333333</c:v>
                </c:pt>
                <c:pt idx="44">
                  <c:v>0.08163265306122448</c:v>
                </c:pt>
                <c:pt idx="45">
                  <c:v>0.08</c:v>
                </c:pt>
                <c:pt idx="46">
                  <c:v>0.0784313725490196</c:v>
                </c:pt>
                <c:pt idx="47">
                  <c:v>0.07692307692307693</c:v>
                </c:pt>
                <c:pt idx="48">
                  <c:v>0.07547169811320754</c:v>
                </c:pt>
                <c:pt idx="49">
                  <c:v>0.07407407407407407</c:v>
                </c:pt>
                <c:pt idx="50">
                  <c:v>0.07272727272727272</c:v>
                </c:pt>
                <c:pt idx="51">
                  <c:v>0.07142857142857142</c:v>
                </c:pt>
                <c:pt idx="52">
                  <c:v>0.07017543859649122</c:v>
                </c:pt>
                <c:pt idx="53">
                  <c:v>0.06896551724137931</c:v>
                </c:pt>
                <c:pt idx="54">
                  <c:v>0.06779661016949153</c:v>
                </c:pt>
                <c:pt idx="55">
                  <c:v>0.06666666666666667</c:v>
                </c:pt>
                <c:pt idx="56">
                  <c:v>0.06557377049180328</c:v>
                </c:pt>
                <c:pt idx="57">
                  <c:v>0.06451612903225806</c:v>
                </c:pt>
                <c:pt idx="58">
                  <c:v>0.06349206349206349</c:v>
                </c:pt>
                <c:pt idx="59">
                  <c:v>0.0625</c:v>
                </c:pt>
                <c:pt idx="60">
                  <c:v>0.06153846153846154</c:v>
                </c:pt>
                <c:pt idx="61">
                  <c:v>0.06060606060606061</c:v>
                </c:pt>
                <c:pt idx="62">
                  <c:v>0.05970149253731343</c:v>
                </c:pt>
                <c:pt idx="63">
                  <c:v>0.058823529411764705</c:v>
                </c:pt>
                <c:pt idx="64">
                  <c:v>0.057971014492753624</c:v>
                </c:pt>
                <c:pt idx="65">
                  <c:v>0.05714285714285714</c:v>
                </c:pt>
                <c:pt idx="66">
                  <c:v>0.056338028169014086</c:v>
                </c:pt>
                <c:pt idx="67">
                  <c:v>0.05555555555555555</c:v>
                </c:pt>
                <c:pt idx="68">
                  <c:v>0.0547945205479452</c:v>
                </c:pt>
                <c:pt idx="69">
                  <c:v>0.05405405405405406</c:v>
                </c:pt>
                <c:pt idx="70">
                  <c:v>0.05333333333333334</c:v>
                </c:pt>
                <c:pt idx="71">
                  <c:v>0.05263157894736842</c:v>
                </c:pt>
                <c:pt idx="72">
                  <c:v>0.05194805194805195</c:v>
                </c:pt>
                <c:pt idx="73">
                  <c:v>0.05128205128205128</c:v>
                </c:pt>
                <c:pt idx="74">
                  <c:v>0.05063291139240506</c:v>
                </c:pt>
                <c:pt idx="75">
                  <c:v>0.05</c:v>
                </c:pt>
                <c:pt idx="76">
                  <c:v>0.04938271604938271</c:v>
                </c:pt>
                <c:pt idx="77">
                  <c:v>0.04878048780487805</c:v>
                </c:pt>
                <c:pt idx="78">
                  <c:v>0.04819277108433735</c:v>
                </c:pt>
                <c:pt idx="79">
                  <c:v>0.047619047619047616</c:v>
                </c:pt>
                <c:pt idx="80">
                  <c:v>0.047058823529411764</c:v>
                </c:pt>
                <c:pt idx="81">
                  <c:v>0.046511627906976744</c:v>
                </c:pt>
                <c:pt idx="82">
                  <c:v>0.04597701149425287</c:v>
                </c:pt>
                <c:pt idx="83">
                  <c:v>0.045454545454545456</c:v>
                </c:pt>
                <c:pt idx="84">
                  <c:v>0.0449438202247191</c:v>
                </c:pt>
                <c:pt idx="85">
                  <c:v>0.044444444444444446</c:v>
                </c:pt>
                <c:pt idx="86">
                  <c:v>0.04395604395604396</c:v>
                </c:pt>
                <c:pt idx="87">
                  <c:v>0.043478260869565216</c:v>
                </c:pt>
                <c:pt idx="88">
                  <c:v>0.043010752688172046</c:v>
                </c:pt>
                <c:pt idx="89">
                  <c:v>0.0425531914893617</c:v>
                </c:pt>
                <c:pt idx="90">
                  <c:v>0.042105263157894736</c:v>
                </c:pt>
                <c:pt idx="91">
                  <c:v>0.041666666666666664</c:v>
                </c:pt>
                <c:pt idx="92">
                  <c:v>0.041237113402061855</c:v>
                </c:pt>
                <c:pt idx="93">
                  <c:v>0.04081632653061224</c:v>
                </c:pt>
                <c:pt idx="94">
                  <c:v>0.04040404040404041</c:v>
                </c:pt>
                <c:pt idx="95">
                  <c:v>0.04</c:v>
                </c:pt>
              </c:numCache>
            </c:numRef>
          </c:yVal>
          <c:smooth val="0"/>
        </c:ser>
        <c:ser>
          <c:idx val="1"/>
          <c:order val="1"/>
          <c:tx>
            <c:strRef>
              <c:f>Sheet1!$B$99</c:f>
              <c:strCache>
                <c:ptCount val="1"/>
                <c:pt idx="0">
                  <c:v>$80K S&amp;W per student iso-line</c:v>
                </c:pt>
              </c:strCache>
            </c:strRef>
          </c:tx>
          <c:spPr>
            <a:ln w="12700">
              <a:solidFill>
                <a:srgbClr val="8A8D8F"/>
              </a:solidFill>
              <a:prstDash val="dash"/>
            </a:ln>
          </c:spPr>
          <c:marker>
            <c:symbol val="none"/>
          </c:marker>
          <c:dLbls>
            <c:dLbl>
              <c:idx val="90"/>
              <c:tx>
                <c:rich>
                  <a:bodyPr/>
                  <a:lstStyle/>
                  <a:p>
                    <a:pPr>
                      <a:defRPr/>
                    </a:pPr>
                    <a:r>
                      <a:rPr sz="850" b="0" i="1">
                        <a:solidFill>
                          <a:srgbClr val="6B6B70"/>
                        </a:solidFill>
                        <a:latin typeface="Lato"/>
                      </a:rPr>
                      <a:t>$80K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Sheet1!$A$100:$A$190</c:f>
              <c:numCache>
                <c:formatCode>General</c:formatCode>
                <c:ptCount val="91"/>
                <c:pt idx="0">
                  <c:v>100000.0</c:v>
                </c:pt>
                <c:pt idx="1">
                  <c:v>110000.0</c:v>
                </c:pt>
                <c:pt idx="2">
                  <c:v>120000.0</c:v>
                </c:pt>
                <c:pt idx="3">
                  <c:v>130000.0</c:v>
                </c:pt>
                <c:pt idx="4">
                  <c:v>140000.0</c:v>
                </c:pt>
                <c:pt idx="5">
                  <c:v>150000.0</c:v>
                </c:pt>
                <c:pt idx="6">
                  <c:v>160000.0</c:v>
                </c:pt>
                <c:pt idx="7">
                  <c:v>170000.0</c:v>
                </c:pt>
                <c:pt idx="8">
                  <c:v>180000.0</c:v>
                </c:pt>
                <c:pt idx="9">
                  <c:v>190000.0</c:v>
                </c:pt>
                <c:pt idx="10">
                  <c:v>200000.0</c:v>
                </c:pt>
                <c:pt idx="11">
                  <c:v>210000.0</c:v>
                </c:pt>
                <c:pt idx="12">
                  <c:v>220000.0</c:v>
                </c:pt>
                <c:pt idx="13">
                  <c:v>230000.0</c:v>
                </c:pt>
                <c:pt idx="14">
                  <c:v>240000.0</c:v>
                </c:pt>
                <c:pt idx="15">
                  <c:v>250000.0</c:v>
                </c:pt>
                <c:pt idx="16">
                  <c:v>260000.0</c:v>
                </c:pt>
                <c:pt idx="17">
                  <c:v>270000.0</c:v>
                </c:pt>
                <c:pt idx="18">
                  <c:v>280000.0</c:v>
                </c:pt>
                <c:pt idx="19">
                  <c:v>290000.0</c:v>
                </c:pt>
                <c:pt idx="20">
                  <c:v>300000.0</c:v>
                </c:pt>
                <c:pt idx="21">
                  <c:v>310000.0</c:v>
                </c:pt>
                <c:pt idx="22">
                  <c:v>320000.0</c:v>
                </c:pt>
                <c:pt idx="23">
                  <c:v>330000.0</c:v>
                </c:pt>
                <c:pt idx="24">
                  <c:v>340000.0</c:v>
                </c:pt>
                <c:pt idx="25">
                  <c:v>350000.0</c:v>
                </c:pt>
                <c:pt idx="26">
                  <c:v>360000.0</c:v>
                </c:pt>
                <c:pt idx="27">
                  <c:v>370000.0</c:v>
                </c:pt>
                <c:pt idx="28">
                  <c:v>380000.0</c:v>
                </c:pt>
                <c:pt idx="29">
                  <c:v>390000.0</c:v>
                </c:pt>
                <c:pt idx="30">
                  <c:v>400000.0</c:v>
                </c:pt>
                <c:pt idx="31">
                  <c:v>410000.0</c:v>
                </c:pt>
                <c:pt idx="32">
                  <c:v>420000.0</c:v>
                </c:pt>
                <c:pt idx="33">
                  <c:v>430000.0</c:v>
                </c:pt>
                <c:pt idx="34">
                  <c:v>440000.0</c:v>
                </c:pt>
                <c:pt idx="35">
                  <c:v>450000.0</c:v>
                </c:pt>
                <c:pt idx="36">
                  <c:v>460000.0</c:v>
                </c:pt>
                <c:pt idx="37">
                  <c:v>470000.0</c:v>
                </c:pt>
                <c:pt idx="38">
                  <c:v>480000.0</c:v>
                </c:pt>
                <c:pt idx="39">
                  <c:v>490000.0</c:v>
                </c:pt>
                <c:pt idx="40">
                  <c:v>500000.0</c:v>
                </c:pt>
                <c:pt idx="41">
                  <c:v>510000.0</c:v>
                </c:pt>
                <c:pt idx="42">
                  <c:v>520000.0</c:v>
                </c:pt>
                <c:pt idx="43">
                  <c:v>530000.0</c:v>
                </c:pt>
                <c:pt idx="44">
                  <c:v>540000.0</c:v>
                </c:pt>
                <c:pt idx="45">
                  <c:v>550000.0</c:v>
                </c:pt>
                <c:pt idx="46">
                  <c:v>560000.0</c:v>
                </c:pt>
                <c:pt idx="47">
                  <c:v>570000.0</c:v>
                </c:pt>
                <c:pt idx="48">
                  <c:v>580000.0</c:v>
                </c:pt>
                <c:pt idx="49">
                  <c:v>590000.0</c:v>
                </c:pt>
                <c:pt idx="50">
                  <c:v>600000.0</c:v>
                </c:pt>
                <c:pt idx="51">
                  <c:v>610000.0</c:v>
                </c:pt>
                <c:pt idx="52">
                  <c:v>620000.0</c:v>
                </c:pt>
                <c:pt idx="53">
                  <c:v>630000.0</c:v>
                </c:pt>
                <c:pt idx="54">
                  <c:v>640000.0</c:v>
                </c:pt>
                <c:pt idx="55">
                  <c:v>650000.0</c:v>
                </c:pt>
                <c:pt idx="56">
                  <c:v>660000.0</c:v>
                </c:pt>
                <c:pt idx="57">
                  <c:v>670000.0</c:v>
                </c:pt>
                <c:pt idx="58">
                  <c:v>680000.0</c:v>
                </c:pt>
                <c:pt idx="59">
                  <c:v>690000.0</c:v>
                </c:pt>
                <c:pt idx="60">
                  <c:v>700000.0</c:v>
                </c:pt>
                <c:pt idx="61">
                  <c:v>710000.0</c:v>
                </c:pt>
                <c:pt idx="62">
                  <c:v>720000.0</c:v>
                </c:pt>
                <c:pt idx="63">
                  <c:v>730000.0</c:v>
                </c:pt>
                <c:pt idx="64">
                  <c:v>740000.0</c:v>
                </c:pt>
                <c:pt idx="65">
                  <c:v>750000.0</c:v>
                </c:pt>
                <c:pt idx="66">
                  <c:v>760000.0</c:v>
                </c:pt>
                <c:pt idx="67">
                  <c:v>770000.0</c:v>
                </c:pt>
                <c:pt idx="68">
                  <c:v>780000.0</c:v>
                </c:pt>
                <c:pt idx="69">
                  <c:v>790000.0</c:v>
                </c:pt>
                <c:pt idx="70">
                  <c:v>800000.0</c:v>
                </c:pt>
                <c:pt idx="71">
                  <c:v>810000.0</c:v>
                </c:pt>
                <c:pt idx="72">
                  <c:v>820000.0</c:v>
                </c:pt>
                <c:pt idx="73">
                  <c:v>830000.0</c:v>
                </c:pt>
                <c:pt idx="74">
                  <c:v>840000.0</c:v>
                </c:pt>
                <c:pt idx="75">
                  <c:v>850000.0</c:v>
                </c:pt>
                <c:pt idx="76">
                  <c:v>860000.0</c:v>
                </c:pt>
                <c:pt idx="77">
                  <c:v>870000.0</c:v>
                </c:pt>
                <c:pt idx="78">
                  <c:v>880000.0</c:v>
                </c:pt>
                <c:pt idx="79">
                  <c:v>890000.0</c:v>
                </c:pt>
                <c:pt idx="80">
                  <c:v>900000.0</c:v>
                </c:pt>
                <c:pt idx="81">
                  <c:v>910000.0</c:v>
                </c:pt>
                <c:pt idx="82">
                  <c:v>920000.0</c:v>
                </c:pt>
                <c:pt idx="83">
                  <c:v>930000.0</c:v>
                </c:pt>
                <c:pt idx="84">
                  <c:v>940000.0</c:v>
                </c:pt>
                <c:pt idx="85">
                  <c:v>950000.0</c:v>
                </c:pt>
                <c:pt idx="86">
                  <c:v>960000.0</c:v>
                </c:pt>
                <c:pt idx="87">
                  <c:v>970000.0</c:v>
                </c:pt>
                <c:pt idx="88">
                  <c:v>980000.0</c:v>
                </c:pt>
                <c:pt idx="89">
                  <c:v>990000.0</c:v>
                </c:pt>
                <c:pt idx="90">
                  <c:v>1000000.0</c:v>
                </c:pt>
              </c:numCache>
            </c:numRef>
          </c:xVal>
          <c:yVal>
            <c:numRef>
              <c:f>Sheet1!$B$100:$B$190</c:f>
              <c:numCache>
                <c:formatCode>General</c:formatCode>
                <c:ptCount val="91"/>
                <c:pt idx="0">
                  <c:v>0.8</c:v>
                </c:pt>
                <c:pt idx="1">
                  <c:v>0.7272727272727273</c:v>
                </c:pt>
                <c:pt idx="2">
                  <c:v>0.6666666666666666</c:v>
                </c:pt>
                <c:pt idx="3">
                  <c:v>0.6153846153846154</c:v>
                </c:pt>
                <c:pt idx="4">
                  <c:v>0.5714285714285714</c:v>
                </c:pt>
                <c:pt idx="5">
                  <c:v>0.5333333333333333</c:v>
                </c:pt>
                <c:pt idx="6">
                  <c:v>0.5</c:v>
                </c:pt>
                <c:pt idx="7">
                  <c:v>0.47058823529411764</c:v>
                </c:pt>
                <c:pt idx="8">
                  <c:v>0.4444444444444444</c:v>
                </c:pt>
                <c:pt idx="9">
                  <c:v>0.42105263157894735</c:v>
                </c:pt>
                <c:pt idx="10">
                  <c:v>0.4</c:v>
                </c:pt>
                <c:pt idx="11">
                  <c:v>0.38095238095238093</c:v>
                </c:pt>
                <c:pt idx="12">
                  <c:v>0.36363636363636365</c:v>
                </c:pt>
                <c:pt idx="13">
                  <c:v>0.34782608695652173</c:v>
                </c:pt>
                <c:pt idx="14">
                  <c:v>0.3333333333333333</c:v>
                </c:pt>
                <c:pt idx="15">
                  <c:v>0.32</c:v>
                </c:pt>
                <c:pt idx="16">
                  <c:v>0.3076923076923077</c:v>
                </c:pt>
                <c:pt idx="17">
                  <c:v>0.2962962962962963</c:v>
                </c:pt>
                <c:pt idx="18">
                  <c:v>0.2857142857142857</c:v>
                </c:pt>
                <c:pt idx="19">
                  <c:v>0.27586206896551724</c:v>
                </c:pt>
                <c:pt idx="20">
                  <c:v>0.26666666666666666</c:v>
                </c:pt>
                <c:pt idx="21">
                  <c:v>0.25806451612903225</c:v>
                </c:pt>
                <c:pt idx="22">
                  <c:v>0.25</c:v>
                </c:pt>
                <c:pt idx="23">
                  <c:v>0.24242424242424243</c:v>
                </c:pt>
                <c:pt idx="24">
                  <c:v>0.23529411764705882</c:v>
                </c:pt>
                <c:pt idx="25">
                  <c:v>0.22857142857142856</c:v>
                </c:pt>
                <c:pt idx="26">
                  <c:v>0.2222222222222222</c:v>
                </c:pt>
                <c:pt idx="27">
                  <c:v>0.21621621621621623</c:v>
                </c:pt>
                <c:pt idx="28">
                  <c:v>0.21052631578947367</c:v>
                </c:pt>
                <c:pt idx="29">
                  <c:v>0.20512820512820512</c:v>
                </c:pt>
                <c:pt idx="30">
                  <c:v>0.2</c:v>
                </c:pt>
                <c:pt idx="31">
                  <c:v>0.1951219512195122</c:v>
                </c:pt>
                <c:pt idx="32">
                  <c:v>0.19047619047619047</c:v>
                </c:pt>
                <c:pt idx="33">
                  <c:v>0.18604651162790697</c:v>
                </c:pt>
                <c:pt idx="34">
                  <c:v>0.18181818181818182</c:v>
                </c:pt>
                <c:pt idx="35">
                  <c:v>0.17777777777777778</c:v>
                </c:pt>
                <c:pt idx="36">
                  <c:v>0.17391304347826086</c:v>
                </c:pt>
                <c:pt idx="37">
                  <c:v>0.1702127659574468</c:v>
                </c:pt>
                <c:pt idx="38">
                  <c:v>0.16666666666666666</c:v>
                </c:pt>
                <c:pt idx="39">
                  <c:v>0.16326530612244897</c:v>
                </c:pt>
                <c:pt idx="40">
                  <c:v>0.16</c:v>
                </c:pt>
                <c:pt idx="41">
                  <c:v>0.1568627450980392</c:v>
                </c:pt>
                <c:pt idx="42">
                  <c:v>0.15384615384615385</c:v>
                </c:pt>
                <c:pt idx="43">
                  <c:v>0.1509433962264151</c:v>
                </c:pt>
                <c:pt idx="44">
                  <c:v>0.14814814814814814</c:v>
                </c:pt>
                <c:pt idx="45">
                  <c:v>0.14545454545454545</c:v>
                </c:pt>
                <c:pt idx="46">
                  <c:v>0.14285714285714285</c:v>
                </c:pt>
                <c:pt idx="47">
                  <c:v>0.14035087719298245</c:v>
                </c:pt>
                <c:pt idx="48">
                  <c:v>0.13793103448275862</c:v>
                </c:pt>
                <c:pt idx="49">
                  <c:v>0.13559322033898305</c:v>
                </c:pt>
                <c:pt idx="50">
                  <c:v>0.13333333333333333</c:v>
                </c:pt>
                <c:pt idx="51">
                  <c:v>0.13114754098360656</c:v>
                </c:pt>
                <c:pt idx="52">
                  <c:v>0.12903225806451613</c:v>
                </c:pt>
                <c:pt idx="53">
                  <c:v>0.12698412698412698</c:v>
                </c:pt>
                <c:pt idx="54">
                  <c:v>0.125</c:v>
                </c:pt>
                <c:pt idx="55">
                  <c:v>0.12307692307692308</c:v>
                </c:pt>
                <c:pt idx="56">
                  <c:v>0.12121212121212122</c:v>
                </c:pt>
                <c:pt idx="57">
                  <c:v>0.11940298507462686</c:v>
                </c:pt>
                <c:pt idx="58">
                  <c:v>0.11764705882352941</c:v>
                </c:pt>
                <c:pt idx="59">
                  <c:v>0.11594202898550725</c:v>
                </c:pt>
                <c:pt idx="60">
                  <c:v>0.11428571428571428</c:v>
                </c:pt>
                <c:pt idx="61">
                  <c:v>0.11267605633802817</c:v>
                </c:pt>
                <c:pt idx="62">
                  <c:v>0.1111111111111111</c:v>
                </c:pt>
                <c:pt idx="63">
                  <c:v>0.1095890410958904</c:v>
                </c:pt>
                <c:pt idx="64">
                  <c:v>0.10810810810810811</c:v>
                </c:pt>
                <c:pt idx="65">
                  <c:v>0.10666666666666667</c:v>
                </c:pt>
                <c:pt idx="66">
                  <c:v>0.10526315789473684</c:v>
                </c:pt>
                <c:pt idx="67">
                  <c:v>0.1038961038961039</c:v>
                </c:pt>
                <c:pt idx="68">
                  <c:v>0.10256410256410256</c:v>
                </c:pt>
                <c:pt idx="69">
                  <c:v>0.10126582278481013</c:v>
                </c:pt>
                <c:pt idx="70">
                  <c:v>0.1</c:v>
                </c:pt>
                <c:pt idx="71">
                  <c:v>0.09876543209876543</c:v>
                </c:pt>
                <c:pt idx="72">
                  <c:v>0.0975609756097561</c:v>
                </c:pt>
                <c:pt idx="73">
                  <c:v>0.0963855421686747</c:v>
                </c:pt>
                <c:pt idx="74">
                  <c:v>0.09523809523809523</c:v>
                </c:pt>
                <c:pt idx="75">
                  <c:v>0.09411764705882353</c:v>
                </c:pt>
                <c:pt idx="76">
                  <c:v>0.09302325581395349</c:v>
                </c:pt>
                <c:pt idx="77">
                  <c:v>0.09195402298850575</c:v>
                </c:pt>
                <c:pt idx="78">
                  <c:v>0.09090909090909091</c:v>
                </c:pt>
                <c:pt idx="79">
                  <c:v>0.0898876404494382</c:v>
                </c:pt>
                <c:pt idx="80">
                  <c:v>0.08888888888888889</c:v>
                </c:pt>
                <c:pt idx="81">
                  <c:v>0.08791208791208792</c:v>
                </c:pt>
                <c:pt idx="82">
                  <c:v>0.08695652173913043</c:v>
                </c:pt>
                <c:pt idx="83">
                  <c:v>0.08602150537634409</c:v>
                </c:pt>
                <c:pt idx="84">
                  <c:v>0.0851063829787234</c:v>
                </c:pt>
                <c:pt idx="85">
                  <c:v>0.08421052631578947</c:v>
                </c:pt>
                <c:pt idx="86">
                  <c:v>0.08333333333333333</c:v>
                </c:pt>
                <c:pt idx="87">
                  <c:v>0.08247422680412371</c:v>
                </c:pt>
                <c:pt idx="88">
                  <c:v>0.08163265306122448</c:v>
                </c:pt>
                <c:pt idx="89">
                  <c:v>0.08080808080808081</c:v>
                </c:pt>
                <c:pt idx="90">
                  <c:v>0.08</c:v>
                </c:pt>
              </c:numCache>
            </c:numRef>
          </c:yVal>
          <c:smooth val="0"/>
        </c:ser>
        <c:ser>
          <c:idx val="2"/>
          <c:order val="2"/>
          <c:tx>
            <c:strRef>
              <c:f>Sheet1!$B$192</c:f>
              <c:strCache>
                <c:ptCount val="1"/>
                <c:pt idx="0">
                  <c:v>$120K S&amp;W per student iso-line</c:v>
                </c:pt>
              </c:strCache>
            </c:strRef>
          </c:tx>
          <c:spPr>
            <a:ln w="12700">
              <a:solidFill>
                <a:srgbClr val="8A8D8F"/>
              </a:solidFill>
              <a:prstDash val="dash"/>
            </a:ln>
          </c:spPr>
          <c:marker>
            <c:symbol val="none"/>
          </c:marker>
          <c:dLbls>
            <c:dLbl>
              <c:idx val="85"/>
              <c:tx>
                <c:rich>
                  <a:bodyPr/>
                  <a:lstStyle/>
                  <a:p>
                    <a:pPr>
                      <a:defRPr/>
                    </a:pPr>
                    <a:r>
                      <a:rPr sz="850" b="0" i="1">
                        <a:solidFill>
                          <a:srgbClr val="6B6B70"/>
                        </a:solidFill>
                        <a:latin typeface="Lato"/>
                      </a:rPr>
                      <a:t>$120K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Sheet1!$A$193:$A$278</c:f>
              <c:numCache>
                <c:formatCode>General</c:formatCode>
                <c:ptCount val="86"/>
                <c:pt idx="0">
                  <c:v>150000.0</c:v>
                </c:pt>
                <c:pt idx="1">
                  <c:v>160000.0</c:v>
                </c:pt>
                <c:pt idx="2">
                  <c:v>170000.0</c:v>
                </c:pt>
                <c:pt idx="3">
                  <c:v>180000.0</c:v>
                </c:pt>
                <c:pt idx="4">
                  <c:v>190000.0</c:v>
                </c:pt>
                <c:pt idx="5">
                  <c:v>200000.0</c:v>
                </c:pt>
                <c:pt idx="6">
                  <c:v>210000.0</c:v>
                </c:pt>
                <c:pt idx="7">
                  <c:v>220000.0</c:v>
                </c:pt>
                <c:pt idx="8">
                  <c:v>230000.0</c:v>
                </c:pt>
                <c:pt idx="9">
                  <c:v>240000.0</c:v>
                </c:pt>
                <c:pt idx="10">
                  <c:v>250000.0</c:v>
                </c:pt>
                <c:pt idx="11">
                  <c:v>260000.0</c:v>
                </c:pt>
                <c:pt idx="12">
                  <c:v>270000.0</c:v>
                </c:pt>
                <c:pt idx="13">
                  <c:v>280000.0</c:v>
                </c:pt>
                <c:pt idx="14">
                  <c:v>290000.0</c:v>
                </c:pt>
                <c:pt idx="15">
                  <c:v>300000.0</c:v>
                </c:pt>
                <c:pt idx="16">
                  <c:v>310000.0</c:v>
                </c:pt>
                <c:pt idx="17">
                  <c:v>320000.0</c:v>
                </c:pt>
                <c:pt idx="18">
                  <c:v>330000.0</c:v>
                </c:pt>
                <c:pt idx="19">
                  <c:v>340000.0</c:v>
                </c:pt>
                <c:pt idx="20">
                  <c:v>350000.0</c:v>
                </c:pt>
                <c:pt idx="21">
                  <c:v>360000.0</c:v>
                </c:pt>
                <c:pt idx="22">
                  <c:v>370000.0</c:v>
                </c:pt>
                <c:pt idx="23">
                  <c:v>380000.0</c:v>
                </c:pt>
                <c:pt idx="24">
                  <c:v>390000.0</c:v>
                </c:pt>
                <c:pt idx="25">
                  <c:v>400000.0</c:v>
                </c:pt>
                <c:pt idx="26">
                  <c:v>410000.0</c:v>
                </c:pt>
                <c:pt idx="27">
                  <c:v>420000.0</c:v>
                </c:pt>
                <c:pt idx="28">
                  <c:v>430000.0</c:v>
                </c:pt>
                <c:pt idx="29">
                  <c:v>440000.0</c:v>
                </c:pt>
                <c:pt idx="30">
                  <c:v>450000.0</c:v>
                </c:pt>
                <c:pt idx="31">
                  <c:v>460000.0</c:v>
                </c:pt>
                <c:pt idx="32">
                  <c:v>470000.0</c:v>
                </c:pt>
                <c:pt idx="33">
                  <c:v>480000.0</c:v>
                </c:pt>
                <c:pt idx="34">
                  <c:v>490000.0</c:v>
                </c:pt>
                <c:pt idx="35">
                  <c:v>500000.0</c:v>
                </c:pt>
                <c:pt idx="36">
                  <c:v>510000.0</c:v>
                </c:pt>
                <c:pt idx="37">
                  <c:v>520000.0</c:v>
                </c:pt>
                <c:pt idx="38">
                  <c:v>530000.0</c:v>
                </c:pt>
                <c:pt idx="39">
                  <c:v>540000.0</c:v>
                </c:pt>
                <c:pt idx="40">
                  <c:v>550000.0</c:v>
                </c:pt>
                <c:pt idx="41">
                  <c:v>560000.0</c:v>
                </c:pt>
                <c:pt idx="42">
                  <c:v>570000.0</c:v>
                </c:pt>
                <c:pt idx="43">
                  <c:v>580000.0</c:v>
                </c:pt>
                <c:pt idx="44">
                  <c:v>590000.0</c:v>
                </c:pt>
                <c:pt idx="45">
                  <c:v>600000.0</c:v>
                </c:pt>
                <c:pt idx="46">
                  <c:v>610000.0</c:v>
                </c:pt>
                <c:pt idx="47">
                  <c:v>620000.0</c:v>
                </c:pt>
                <c:pt idx="48">
                  <c:v>630000.0</c:v>
                </c:pt>
                <c:pt idx="49">
                  <c:v>640000.0</c:v>
                </c:pt>
                <c:pt idx="50">
                  <c:v>650000.0</c:v>
                </c:pt>
                <c:pt idx="51">
                  <c:v>660000.0</c:v>
                </c:pt>
                <c:pt idx="52">
                  <c:v>670000.0</c:v>
                </c:pt>
                <c:pt idx="53">
                  <c:v>680000.0</c:v>
                </c:pt>
                <c:pt idx="54">
                  <c:v>690000.0</c:v>
                </c:pt>
                <c:pt idx="55">
                  <c:v>700000.0</c:v>
                </c:pt>
                <c:pt idx="56">
                  <c:v>710000.0</c:v>
                </c:pt>
                <c:pt idx="57">
                  <c:v>720000.0</c:v>
                </c:pt>
                <c:pt idx="58">
                  <c:v>730000.0</c:v>
                </c:pt>
                <c:pt idx="59">
                  <c:v>740000.0</c:v>
                </c:pt>
                <c:pt idx="60">
                  <c:v>750000.0</c:v>
                </c:pt>
                <c:pt idx="61">
                  <c:v>760000.0</c:v>
                </c:pt>
                <c:pt idx="62">
                  <c:v>770000.0</c:v>
                </c:pt>
                <c:pt idx="63">
                  <c:v>780000.0</c:v>
                </c:pt>
                <c:pt idx="64">
                  <c:v>790000.0</c:v>
                </c:pt>
                <c:pt idx="65">
                  <c:v>800000.0</c:v>
                </c:pt>
                <c:pt idx="66">
                  <c:v>810000.0</c:v>
                </c:pt>
                <c:pt idx="67">
                  <c:v>820000.0</c:v>
                </c:pt>
                <c:pt idx="68">
                  <c:v>830000.0</c:v>
                </c:pt>
                <c:pt idx="69">
                  <c:v>840000.0</c:v>
                </c:pt>
                <c:pt idx="70">
                  <c:v>850000.0</c:v>
                </c:pt>
                <c:pt idx="71">
                  <c:v>860000.0</c:v>
                </c:pt>
                <c:pt idx="72">
                  <c:v>870000.0</c:v>
                </c:pt>
                <c:pt idx="73">
                  <c:v>880000.0</c:v>
                </c:pt>
                <c:pt idx="74">
                  <c:v>890000.0</c:v>
                </c:pt>
                <c:pt idx="75">
                  <c:v>900000.0</c:v>
                </c:pt>
                <c:pt idx="76">
                  <c:v>910000.0</c:v>
                </c:pt>
                <c:pt idx="77">
                  <c:v>920000.0</c:v>
                </c:pt>
                <c:pt idx="78">
                  <c:v>930000.0</c:v>
                </c:pt>
                <c:pt idx="79">
                  <c:v>940000.0</c:v>
                </c:pt>
                <c:pt idx="80">
                  <c:v>950000.0</c:v>
                </c:pt>
                <c:pt idx="81">
                  <c:v>960000.0</c:v>
                </c:pt>
                <c:pt idx="82">
                  <c:v>970000.0</c:v>
                </c:pt>
                <c:pt idx="83">
                  <c:v>980000.0</c:v>
                </c:pt>
                <c:pt idx="84">
                  <c:v>990000.0</c:v>
                </c:pt>
                <c:pt idx="85">
                  <c:v>1000000.0</c:v>
                </c:pt>
              </c:numCache>
            </c:numRef>
          </c:xVal>
          <c:yVal>
            <c:numRef>
              <c:f>Sheet1!$B$193:$B$278</c:f>
              <c:numCache>
                <c:formatCode>General</c:formatCode>
                <c:ptCount val="86"/>
                <c:pt idx="0">
                  <c:v>0.8</c:v>
                </c:pt>
                <c:pt idx="1">
                  <c:v>0.75</c:v>
                </c:pt>
                <c:pt idx="2">
                  <c:v>0.7058823529411765</c:v>
                </c:pt>
                <c:pt idx="3">
                  <c:v>0.6666666666666666</c:v>
                </c:pt>
                <c:pt idx="4">
                  <c:v>0.631578947368421</c:v>
                </c:pt>
                <c:pt idx="5">
                  <c:v>0.6</c:v>
                </c:pt>
                <c:pt idx="6">
                  <c:v>0.5714285714285714</c:v>
                </c:pt>
                <c:pt idx="7">
                  <c:v>0.5454545454545454</c:v>
                </c:pt>
                <c:pt idx="8">
                  <c:v>0.5217391304347826</c:v>
                </c:pt>
                <c:pt idx="9">
                  <c:v>0.5</c:v>
                </c:pt>
                <c:pt idx="10">
                  <c:v>0.48</c:v>
                </c:pt>
                <c:pt idx="11">
                  <c:v>0.46153846153846156</c:v>
                </c:pt>
                <c:pt idx="12">
                  <c:v>0.4444444444444444</c:v>
                </c:pt>
                <c:pt idx="13">
                  <c:v>0.42857142857142855</c:v>
                </c:pt>
                <c:pt idx="14">
                  <c:v>0.41379310344827586</c:v>
                </c:pt>
                <c:pt idx="15">
                  <c:v>0.4</c:v>
                </c:pt>
                <c:pt idx="16">
                  <c:v>0.3870967741935484</c:v>
                </c:pt>
                <c:pt idx="17">
                  <c:v>0.375</c:v>
                </c:pt>
                <c:pt idx="18">
                  <c:v>0.36363636363636365</c:v>
                </c:pt>
                <c:pt idx="19">
                  <c:v>0.35294117647058826</c:v>
                </c:pt>
                <c:pt idx="20">
                  <c:v>0.34285714285714286</c:v>
                </c:pt>
                <c:pt idx="21">
                  <c:v>0.3333333333333333</c:v>
                </c:pt>
                <c:pt idx="22">
                  <c:v>0.32432432432432434</c:v>
                </c:pt>
                <c:pt idx="23">
                  <c:v>0.3157894736842105</c:v>
                </c:pt>
                <c:pt idx="24">
                  <c:v>0.3076923076923077</c:v>
                </c:pt>
                <c:pt idx="25">
                  <c:v>0.3</c:v>
                </c:pt>
                <c:pt idx="26">
                  <c:v>0.2926829268292683</c:v>
                </c:pt>
                <c:pt idx="27">
                  <c:v>0.2857142857142857</c:v>
                </c:pt>
                <c:pt idx="28">
                  <c:v>0.27906976744186046</c:v>
                </c:pt>
                <c:pt idx="29">
                  <c:v>0.2727272727272727</c:v>
                </c:pt>
                <c:pt idx="30">
                  <c:v>0.26666666666666666</c:v>
                </c:pt>
                <c:pt idx="31">
                  <c:v>0.2608695652173913</c:v>
                </c:pt>
                <c:pt idx="32">
                  <c:v>0.2553191489361702</c:v>
                </c:pt>
                <c:pt idx="33">
                  <c:v>0.25</c:v>
                </c:pt>
                <c:pt idx="34">
                  <c:v>0.24489795918367346</c:v>
                </c:pt>
                <c:pt idx="35">
                  <c:v>0.24</c:v>
                </c:pt>
                <c:pt idx="36">
                  <c:v>0.23529411764705882</c:v>
                </c:pt>
                <c:pt idx="37">
                  <c:v>0.23076923076923078</c:v>
                </c:pt>
                <c:pt idx="38">
                  <c:v>0.22641509433962265</c:v>
                </c:pt>
                <c:pt idx="39">
                  <c:v>0.2222222222222222</c:v>
                </c:pt>
                <c:pt idx="40">
                  <c:v>0.21818181818181817</c:v>
                </c:pt>
                <c:pt idx="41">
                  <c:v>0.21428571428571427</c:v>
                </c:pt>
                <c:pt idx="42">
                  <c:v>0.21052631578947367</c:v>
                </c:pt>
                <c:pt idx="43">
                  <c:v>0.20689655172413793</c:v>
                </c:pt>
                <c:pt idx="44">
                  <c:v>0.2033898305084746</c:v>
                </c:pt>
                <c:pt idx="45">
                  <c:v>0.2</c:v>
                </c:pt>
                <c:pt idx="46">
                  <c:v>0.19672131147540983</c:v>
                </c:pt>
                <c:pt idx="47">
                  <c:v>0.1935483870967742</c:v>
                </c:pt>
                <c:pt idx="48">
                  <c:v>0.19047619047619047</c:v>
                </c:pt>
                <c:pt idx="49">
                  <c:v>0.1875</c:v>
                </c:pt>
                <c:pt idx="50">
                  <c:v>0.18461538461538463</c:v>
                </c:pt>
                <c:pt idx="51">
                  <c:v>0.18181818181818182</c:v>
                </c:pt>
                <c:pt idx="52">
                  <c:v>0.1791044776119403</c:v>
                </c:pt>
                <c:pt idx="53">
                  <c:v>0.17647058823529413</c:v>
                </c:pt>
                <c:pt idx="54">
                  <c:v>0.17391304347826086</c:v>
                </c:pt>
                <c:pt idx="55">
                  <c:v>0.17142857142857143</c:v>
                </c:pt>
                <c:pt idx="56">
                  <c:v>0.16901408450704225</c:v>
                </c:pt>
                <c:pt idx="57">
                  <c:v>0.16666666666666666</c:v>
                </c:pt>
                <c:pt idx="58">
                  <c:v>0.1643835616438356</c:v>
                </c:pt>
                <c:pt idx="59">
                  <c:v>0.16216216216216217</c:v>
                </c:pt>
                <c:pt idx="60">
                  <c:v>0.16</c:v>
                </c:pt>
                <c:pt idx="61">
                  <c:v>0.15789473684210525</c:v>
                </c:pt>
                <c:pt idx="62">
                  <c:v>0.15584415584415584</c:v>
                </c:pt>
                <c:pt idx="63">
                  <c:v>0.15384615384615385</c:v>
                </c:pt>
                <c:pt idx="64">
                  <c:v>0.1518987341772152</c:v>
                </c:pt>
                <c:pt idx="65">
                  <c:v>0.15</c:v>
                </c:pt>
                <c:pt idx="66">
                  <c:v>0.14814814814814814</c:v>
                </c:pt>
                <c:pt idx="67">
                  <c:v>0.14634146341463414</c:v>
                </c:pt>
                <c:pt idx="68">
                  <c:v>0.14457831325301204</c:v>
                </c:pt>
                <c:pt idx="69">
                  <c:v>0.14285714285714285</c:v>
                </c:pt>
                <c:pt idx="70">
                  <c:v>0.1411764705882353</c:v>
                </c:pt>
                <c:pt idx="71">
                  <c:v>0.13953488372093023</c:v>
                </c:pt>
                <c:pt idx="72">
                  <c:v>0.13793103448275862</c:v>
                </c:pt>
                <c:pt idx="73">
                  <c:v>0.13636363636363635</c:v>
                </c:pt>
                <c:pt idx="74">
                  <c:v>0.1348314606741573</c:v>
                </c:pt>
                <c:pt idx="75">
                  <c:v>0.13333333333333333</c:v>
                </c:pt>
                <c:pt idx="76">
                  <c:v>0.13186813186813187</c:v>
                </c:pt>
                <c:pt idx="77">
                  <c:v>0.13043478260869565</c:v>
                </c:pt>
                <c:pt idx="78">
                  <c:v>0.12903225806451613</c:v>
                </c:pt>
                <c:pt idx="79">
                  <c:v>0.1276595744680851</c:v>
                </c:pt>
                <c:pt idx="80">
                  <c:v>0.12631578947368421</c:v>
                </c:pt>
                <c:pt idx="81">
                  <c:v>0.125</c:v>
                </c:pt>
                <c:pt idx="82">
                  <c:v>0.12371134020618557</c:v>
                </c:pt>
                <c:pt idx="83">
                  <c:v>0.12244897959183673</c:v>
                </c:pt>
                <c:pt idx="84">
                  <c:v>0.12121212121212122</c:v>
                </c:pt>
                <c:pt idx="85">
                  <c:v>0.12</c:v>
                </c:pt>
              </c:numCache>
            </c:numRef>
          </c:yVal>
          <c:smooth val="0"/>
        </c:ser>
        <c:ser>
          <c:idx val="3"/>
          <c:order val="3"/>
          <c:tx>
            <c:strRef>
              <c:f>Sheet1!$B$280</c:f>
              <c:strCache>
                <c:ptCount val="1"/>
                <c:pt idx="0">
                  <c:v>$160K S&amp;W per student iso-line</c:v>
                </c:pt>
              </c:strCache>
            </c:strRef>
          </c:tx>
          <c:spPr>
            <a:ln w="12700">
              <a:solidFill>
                <a:srgbClr val="8A8D8F"/>
              </a:solidFill>
              <a:prstDash val="dash"/>
            </a:ln>
          </c:spPr>
          <c:marker>
            <c:symbol val="none"/>
          </c:marker>
          <c:dLbls>
            <c:dLbl>
              <c:idx val="80"/>
              <c:tx>
                <c:rich>
                  <a:bodyPr/>
                  <a:lstStyle/>
                  <a:p>
                    <a:pPr>
                      <a:defRPr/>
                    </a:pPr>
                    <a:r>
                      <a:rPr sz="850" b="0" i="1">
                        <a:solidFill>
                          <a:srgbClr val="6B6B70"/>
                        </a:solidFill>
                        <a:latin typeface="Lato"/>
                      </a:rPr>
                      <a:t>$160K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Sheet1!$A$281:$A$361</c:f>
              <c:numCache>
                <c:formatCode>General</c:formatCode>
                <c:ptCount val="81"/>
                <c:pt idx="0">
                  <c:v>200000.0</c:v>
                </c:pt>
                <c:pt idx="1">
                  <c:v>210000.0</c:v>
                </c:pt>
                <c:pt idx="2">
                  <c:v>220000.0</c:v>
                </c:pt>
                <c:pt idx="3">
                  <c:v>230000.0</c:v>
                </c:pt>
                <c:pt idx="4">
                  <c:v>240000.0</c:v>
                </c:pt>
                <c:pt idx="5">
                  <c:v>250000.0</c:v>
                </c:pt>
                <c:pt idx="6">
                  <c:v>260000.0</c:v>
                </c:pt>
                <c:pt idx="7">
                  <c:v>270000.0</c:v>
                </c:pt>
                <c:pt idx="8">
                  <c:v>280000.0</c:v>
                </c:pt>
                <c:pt idx="9">
                  <c:v>290000.0</c:v>
                </c:pt>
                <c:pt idx="10">
                  <c:v>300000.0</c:v>
                </c:pt>
                <c:pt idx="11">
                  <c:v>310000.0</c:v>
                </c:pt>
                <c:pt idx="12">
                  <c:v>320000.0</c:v>
                </c:pt>
                <c:pt idx="13">
                  <c:v>330000.0</c:v>
                </c:pt>
                <c:pt idx="14">
                  <c:v>340000.0</c:v>
                </c:pt>
                <c:pt idx="15">
                  <c:v>350000.0</c:v>
                </c:pt>
                <c:pt idx="16">
                  <c:v>360000.0</c:v>
                </c:pt>
                <c:pt idx="17">
                  <c:v>370000.0</c:v>
                </c:pt>
                <c:pt idx="18">
                  <c:v>380000.0</c:v>
                </c:pt>
                <c:pt idx="19">
                  <c:v>390000.0</c:v>
                </c:pt>
                <c:pt idx="20">
                  <c:v>400000.0</c:v>
                </c:pt>
                <c:pt idx="21">
                  <c:v>410000.0</c:v>
                </c:pt>
                <c:pt idx="22">
                  <c:v>420000.0</c:v>
                </c:pt>
                <c:pt idx="23">
                  <c:v>430000.0</c:v>
                </c:pt>
                <c:pt idx="24">
                  <c:v>440000.0</c:v>
                </c:pt>
                <c:pt idx="25">
                  <c:v>450000.0</c:v>
                </c:pt>
                <c:pt idx="26">
                  <c:v>460000.0</c:v>
                </c:pt>
                <c:pt idx="27">
                  <c:v>470000.0</c:v>
                </c:pt>
                <c:pt idx="28">
                  <c:v>480000.0</c:v>
                </c:pt>
                <c:pt idx="29">
                  <c:v>490000.0</c:v>
                </c:pt>
                <c:pt idx="30">
                  <c:v>500000.0</c:v>
                </c:pt>
                <c:pt idx="31">
                  <c:v>510000.0</c:v>
                </c:pt>
                <c:pt idx="32">
                  <c:v>520000.0</c:v>
                </c:pt>
                <c:pt idx="33">
                  <c:v>530000.0</c:v>
                </c:pt>
                <c:pt idx="34">
                  <c:v>540000.0</c:v>
                </c:pt>
                <c:pt idx="35">
                  <c:v>550000.0</c:v>
                </c:pt>
                <c:pt idx="36">
                  <c:v>560000.0</c:v>
                </c:pt>
                <c:pt idx="37">
                  <c:v>570000.0</c:v>
                </c:pt>
                <c:pt idx="38">
                  <c:v>580000.0</c:v>
                </c:pt>
                <c:pt idx="39">
                  <c:v>590000.0</c:v>
                </c:pt>
                <c:pt idx="40">
                  <c:v>600000.0</c:v>
                </c:pt>
                <c:pt idx="41">
                  <c:v>610000.0</c:v>
                </c:pt>
                <c:pt idx="42">
                  <c:v>620000.0</c:v>
                </c:pt>
                <c:pt idx="43">
                  <c:v>630000.0</c:v>
                </c:pt>
                <c:pt idx="44">
                  <c:v>640000.0</c:v>
                </c:pt>
                <c:pt idx="45">
                  <c:v>650000.0</c:v>
                </c:pt>
                <c:pt idx="46">
                  <c:v>660000.0</c:v>
                </c:pt>
                <c:pt idx="47">
                  <c:v>670000.0</c:v>
                </c:pt>
                <c:pt idx="48">
                  <c:v>680000.0</c:v>
                </c:pt>
                <c:pt idx="49">
                  <c:v>690000.0</c:v>
                </c:pt>
                <c:pt idx="50">
                  <c:v>700000.0</c:v>
                </c:pt>
                <c:pt idx="51">
                  <c:v>710000.0</c:v>
                </c:pt>
                <c:pt idx="52">
                  <c:v>720000.0</c:v>
                </c:pt>
                <c:pt idx="53">
                  <c:v>730000.0</c:v>
                </c:pt>
                <c:pt idx="54">
                  <c:v>740000.0</c:v>
                </c:pt>
                <c:pt idx="55">
                  <c:v>750000.0</c:v>
                </c:pt>
                <c:pt idx="56">
                  <c:v>760000.0</c:v>
                </c:pt>
                <c:pt idx="57">
                  <c:v>770000.0</c:v>
                </c:pt>
                <c:pt idx="58">
                  <c:v>780000.0</c:v>
                </c:pt>
                <c:pt idx="59">
                  <c:v>790000.0</c:v>
                </c:pt>
                <c:pt idx="60">
                  <c:v>800000.0</c:v>
                </c:pt>
                <c:pt idx="61">
                  <c:v>810000.0</c:v>
                </c:pt>
                <c:pt idx="62">
                  <c:v>820000.0</c:v>
                </c:pt>
                <c:pt idx="63">
                  <c:v>830000.0</c:v>
                </c:pt>
                <c:pt idx="64">
                  <c:v>840000.0</c:v>
                </c:pt>
                <c:pt idx="65">
                  <c:v>850000.0</c:v>
                </c:pt>
                <c:pt idx="66">
                  <c:v>860000.0</c:v>
                </c:pt>
                <c:pt idx="67">
                  <c:v>870000.0</c:v>
                </c:pt>
                <c:pt idx="68">
                  <c:v>880000.0</c:v>
                </c:pt>
                <c:pt idx="69">
                  <c:v>890000.0</c:v>
                </c:pt>
                <c:pt idx="70">
                  <c:v>900000.0</c:v>
                </c:pt>
                <c:pt idx="71">
                  <c:v>910000.0</c:v>
                </c:pt>
                <c:pt idx="72">
                  <c:v>920000.0</c:v>
                </c:pt>
                <c:pt idx="73">
                  <c:v>930000.0</c:v>
                </c:pt>
                <c:pt idx="74">
                  <c:v>940000.0</c:v>
                </c:pt>
                <c:pt idx="75">
                  <c:v>950000.0</c:v>
                </c:pt>
                <c:pt idx="76">
                  <c:v>960000.0</c:v>
                </c:pt>
                <c:pt idx="77">
                  <c:v>970000.0</c:v>
                </c:pt>
                <c:pt idx="78">
                  <c:v>980000.0</c:v>
                </c:pt>
                <c:pt idx="79">
                  <c:v>990000.0</c:v>
                </c:pt>
                <c:pt idx="80">
                  <c:v>1000000.0</c:v>
                </c:pt>
              </c:numCache>
            </c:numRef>
          </c:xVal>
          <c:yVal>
            <c:numRef>
              <c:f>Sheet1!$B$281:$B$361</c:f>
              <c:numCache>
                <c:formatCode>General</c:formatCode>
                <c:ptCount val="81"/>
                <c:pt idx="0">
                  <c:v>0.8</c:v>
                </c:pt>
                <c:pt idx="1">
                  <c:v>0.7619047619047619</c:v>
                </c:pt>
                <c:pt idx="2">
                  <c:v>0.7272727272727273</c:v>
                </c:pt>
                <c:pt idx="3">
                  <c:v>0.6956521739130435</c:v>
                </c:pt>
                <c:pt idx="4">
                  <c:v>0.6666666666666666</c:v>
                </c:pt>
                <c:pt idx="5">
                  <c:v>0.64</c:v>
                </c:pt>
                <c:pt idx="6">
                  <c:v>0.6153846153846154</c:v>
                </c:pt>
                <c:pt idx="7">
                  <c:v>0.5925925925925926</c:v>
                </c:pt>
                <c:pt idx="8">
                  <c:v>0.5714285714285714</c:v>
                </c:pt>
                <c:pt idx="9">
                  <c:v>0.5517241379310345</c:v>
                </c:pt>
                <c:pt idx="10">
                  <c:v>0.5333333333333333</c:v>
                </c:pt>
                <c:pt idx="11">
                  <c:v>0.5161290322580645</c:v>
                </c:pt>
                <c:pt idx="12">
                  <c:v>0.5</c:v>
                </c:pt>
                <c:pt idx="13">
                  <c:v>0.48484848484848486</c:v>
                </c:pt>
                <c:pt idx="14">
                  <c:v>0.47058823529411764</c:v>
                </c:pt>
                <c:pt idx="15">
                  <c:v>0.45714285714285713</c:v>
                </c:pt>
                <c:pt idx="16">
                  <c:v>0.4444444444444444</c:v>
                </c:pt>
                <c:pt idx="17">
                  <c:v>0.43243243243243246</c:v>
                </c:pt>
                <c:pt idx="18">
                  <c:v>0.42105263157894735</c:v>
                </c:pt>
                <c:pt idx="19">
                  <c:v>0.41025641025641024</c:v>
                </c:pt>
                <c:pt idx="20">
                  <c:v>0.4</c:v>
                </c:pt>
                <c:pt idx="21">
                  <c:v>0.3902439024390244</c:v>
                </c:pt>
                <c:pt idx="22">
                  <c:v>0.38095238095238093</c:v>
                </c:pt>
                <c:pt idx="23">
                  <c:v>0.37209302325581395</c:v>
                </c:pt>
                <c:pt idx="24">
                  <c:v>0.36363636363636365</c:v>
                </c:pt>
                <c:pt idx="25">
                  <c:v>0.35555555555555557</c:v>
                </c:pt>
                <c:pt idx="26">
                  <c:v>0.34782608695652173</c:v>
                </c:pt>
                <c:pt idx="27">
                  <c:v>0.3404255319148936</c:v>
                </c:pt>
                <c:pt idx="28">
                  <c:v>0.3333333333333333</c:v>
                </c:pt>
                <c:pt idx="29">
                  <c:v>0.32653061224489793</c:v>
                </c:pt>
                <c:pt idx="30">
                  <c:v>0.32</c:v>
                </c:pt>
                <c:pt idx="31">
                  <c:v>0.3137254901960784</c:v>
                </c:pt>
                <c:pt idx="32">
                  <c:v>0.3076923076923077</c:v>
                </c:pt>
                <c:pt idx="33">
                  <c:v>0.3018867924528302</c:v>
                </c:pt>
                <c:pt idx="34">
                  <c:v>0.2962962962962963</c:v>
                </c:pt>
                <c:pt idx="35">
                  <c:v>0.2909090909090909</c:v>
                </c:pt>
                <c:pt idx="36">
                  <c:v>0.2857142857142857</c:v>
                </c:pt>
                <c:pt idx="37">
                  <c:v>0.2807017543859649</c:v>
                </c:pt>
                <c:pt idx="38">
                  <c:v>0.27586206896551724</c:v>
                </c:pt>
                <c:pt idx="39">
                  <c:v>0.2711864406779661</c:v>
                </c:pt>
                <c:pt idx="40">
                  <c:v>0.26666666666666666</c:v>
                </c:pt>
                <c:pt idx="41">
                  <c:v>0.26229508196721313</c:v>
                </c:pt>
                <c:pt idx="42">
                  <c:v>0.25806451612903225</c:v>
                </c:pt>
                <c:pt idx="43">
                  <c:v>0.25396825396825395</c:v>
                </c:pt>
                <c:pt idx="44">
                  <c:v>0.25</c:v>
                </c:pt>
                <c:pt idx="45">
                  <c:v>0.24615384615384617</c:v>
                </c:pt>
                <c:pt idx="46">
                  <c:v>0.24242424242424243</c:v>
                </c:pt>
                <c:pt idx="47">
                  <c:v>0.23880597014925373</c:v>
                </c:pt>
                <c:pt idx="48">
                  <c:v>0.23529411764705882</c:v>
                </c:pt>
                <c:pt idx="49">
                  <c:v>0.2318840579710145</c:v>
                </c:pt>
                <c:pt idx="50">
                  <c:v>0.22857142857142856</c:v>
                </c:pt>
                <c:pt idx="51">
                  <c:v>0.22535211267605634</c:v>
                </c:pt>
                <c:pt idx="52">
                  <c:v>0.2222222222222222</c:v>
                </c:pt>
                <c:pt idx="53">
                  <c:v>0.2191780821917808</c:v>
                </c:pt>
                <c:pt idx="54">
                  <c:v>0.21621621621621623</c:v>
                </c:pt>
                <c:pt idx="55">
                  <c:v>0.21333333333333335</c:v>
                </c:pt>
                <c:pt idx="56">
                  <c:v>0.21052631578947367</c:v>
                </c:pt>
                <c:pt idx="57">
                  <c:v>0.2077922077922078</c:v>
                </c:pt>
                <c:pt idx="58">
                  <c:v>0.20512820512820512</c:v>
                </c:pt>
                <c:pt idx="59">
                  <c:v>0.20253164556962025</c:v>
                </c:pt>
                <c:pt idx="60">
                  <c:v>0.2</c:v>
                </c:pt>
                <c:pt idx="61">
                  <c:v>0.19753086419753085</c:v>
                </c:pt>
                <c:pt idx="62">
                  <c:v>0.1951219512195122</c:v>
                </c:pt>
                <c:pt idx="63">
                  <c:v>0.1927710843373494</c:v>
                </c:pt>
                <c:pt idx="64">
                  <c:v>0.19047619047619047</c:v>
                </c:pt>
                <c:pt idx="65">
                  <c:v>0.18823529411764706</c:v>
                </c:pt>
                <c:pt idx="66">
                  <c:v>0.18604651162790697</c:v>
                </c:pt>
                <c:pt idx="67">
                  <c:v>0.1839080459770115</c:v>
                </c:pt>
                <c:pt idx="68">
                  <c:v>0.18181818181818182</c:v>
                </c:pt>
                <c:pt idx="69">
                  <c:v>0.1797752808988764</c:v>
                </c:pt>
                <c:pt idx="70">
                  <c:v>0.17777777777777778</c:v>
                </c:pt>
                <c:pt idx="71">
                  <c:v>0.17582417582417584</c:v>
                </c:pt>
                <c:pt idx="72">
                  <c:v>0.17391304347826086</c:v>
                </c:pt>
                <c:pt idx="73">
                  <c:v>0.17204301075268819</c:v>
                </c:pt>
                <c:pt idx="74">
                  <c:v>0.1702127659574468</c:v>
                </c:pt>
                <c:pt idx="75">
                  <c:v>0.16842105263157894</c:v>
                </c:pt>
                <c:pt idx="76">
                  <c:v>0.16666666666666666</c:v>
                </c:pt>
                <c:pt idx="77">
                  <c:v>0.16494845360824742</c:v>
                </c:pt>
                <c:pt idx="78">
                  <c:v>0.16326530612244897</c:v>
                </c:pt>
                <c:pt idx="79">
                  <c:v>0.16161616161616163</c:v>
                </c:pt>
                <c:pt idx="80">
                  <c:v>0.16</c:v>
                </c:pt>
              </c:numCache>
            </c:numRef>
          </c:yVal>
          <c:smooth val="0"/>
        </c:ser>
        <c:ser>
          <c:idx val="4"/>
          <c:order val="4"/>
          <c:tx>
            <c:strRef>
              <c:f>Sheet1!$B$363</c:f>
              <c:strCache>
                <c:ptCount val="1"/>
                <c:pt idx="0">
                  <c:v>$200K S&amp;W per student iso-line</c:v>
                </c:pt>
              </c:strCache>
            </c:strRef>
          </c:tx>
          <c:spPr>
            <a:ln w="12700">
              <a:solidFill>
                <a:srgbClr val="8A8D8F"/>
              </a:solidFill>
              <a:prstDash val="dash"/>
            </a:ln>
          </c:spPr>
          <c:marker>
            <c:symbol val="none"/>
          </c:marker>
          <c:dLbls>
            <c:dLbl>
              <c:idx val="75"/>
              <c:tx>
                <c:rich>
                  <a:bodyPr/>
                  <a:lstStyle/>
                  <a:p>
                    <a:pPr>
                      <a:defRPr/>
                    </a:pPr>
                    <a:r>
                      <a:rPr sz="850" b="0" i="1">
                        <a:solidFill>
                          <a:srgbClr val="6B6B70"/>
                        </a:solidFill>
                        <a:latin typeface="Lato"/>
                      </a:rPr>
                      <a:t>$200K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Sheet1!$A$364:$A$439</c:f>
              <c:numCache>
                <c:formatCode>General</c:formatCode>
                <c:ptCount val="76"/>
                <c:pt idx="0">
                  <c:v>250000.0</c:v>
                </c:pt>
                <c:pt idx="1">
                  <c:v>260000.0</c:v>
                </c:pt>
                <c:pt idx="2">
                  <c:v>270000.0</c:v>
                </c:pt>
                <c:pt idx="3">
                  <c:v>280000.0</c:v>
                </c:pt>
                <c:pt idx="4">
                  <c:v>290000.0</c:v>
                </c:pt>
                <c:pt idx="5">
                  <c:v>300000.0</c:v>
                </c:pt>
                <c:pt idx="6">
                  <c:v>310000.0</c:v>
                </c:pt>
                <c:pt idx="7">
                  <c:v>320000.0</c:v>
                </c:pt>
                <c:pt idx="8">
                  <c:v>330000.0</c:v>
                </c:pt>
                <c:pt idx="9">
                  <c:v>340000.0</c:v>
                </c:pt>
                <c:pt idx="10">
                  <c:v>350000.0</c:v>
                </c:pt>
                <c:pt idx="11">
                  <c:v>360000.0</c:v>
                </c:pt>
                <c:pt idx="12">
                  <c:v>370000.0</c:v>
                </c:pt>
                <c:pt idx="13">
                  <c:v>380000.0</c:v>
                </c:pt>
                <c:pt idx="14">
                  <c:v>390000.0</c:v>
                </c:pt>
                <c:pt idx="15">
                  <c:v>400000.0</c:v>
                </c:pt>
                <c:pt idx="16">
                  <c:v>410000.0</c:v>
                </c:pt>
                <c:pt idx="17">
                  <c:v>420000.0</c:v>
                </c:pt>
                <c:pt idx="18">
                  <c:v>430000.0</c:v>
                </c:pt>
                <c:pt idx="19">
                  <c:v>440000.0</c:v>
                </c:pt>
                <c:pt idx="20">
                  <c:v>450000.0</c:v>
                </c:pt>
                <c:pt idx="21">
                  <c:v>460000.0</c:v>
                </c:pt>
                <c:pt idx="22">
                  <c:v>470000.0</c:v>
                </c:pt>
                <c:pt idx="23">
                  <c:v>480000.0</c:v>
                </c:pt>
                <c:pt idx="24">
                  <c:v>490000.0</c:v>
                </c:pt>
                <c:pt idx="25">
                  <c:v>500000.0</c:v>
                </c:pt>
                <c:pt idx="26">
                  <c:v>510000.0</c:v>
                </c:pt>
                <c:pt idx="27">
                  <c:v>520000.0</c:v>
                </c:pt>
                <c:pt idx="28">
                  <c:v>530000.0</c:v>
                </c:pt>
                <c:pt idx="29">
                  <c:v>540000.0</c:v>
                </c:pt>
                <c:pt idx="30">
                  <c:v>550000.0</c:v>
                </c:pt>
                <c:pt idx="31">
                  <c:v>560000.0</c:v>
                </c:pt>
                <c:pt idx="32">
                  <c:v>570000.0</c:v>
                </c:pt>
                <c:pt idx="33">
                  <c:v>580000.0</c:v>
                </c:pt>
                <c:pt idx="34">
                  <c:v>590000.0</c:v>
                </c:pt>
                <c:pt idx="35">
                  <c:v>600000.0</c:v>
                </c:pt>
                <c:pt idx="36">
                  <c:v>610000.0</c:v>
                </c:pt>
                <c:pt idx="37">
                  <c:v>620000.0</c:v>
                </c:pt>
                <c:pt idx="38">
                  <c:v>630000.0</c:v>
                </c:pt>
                <c:pt idx="39">
                  <c:v>640000.0</c:v>
                </c:pt>
                <c:pt idx="40">
                  <c:v>650000.0</c:v>
                </c:pt>
                <c:pt idx="41">
                  <c:v>660000.0</c:v>
                </c:pt>
                <c:pt idx="42">
                  <c:v>670000.0</c:v>
                </c:pt>
                <c:pt idx="43">
                  <c:v>680000.0</c:v>
                </c:pt>
                <c:pt idx="44">
                  <c:v>690000.0</c:v>
                </c:pt>
                <c:pt idx="45">
                  <c:v>700000.0</c:v>
                </c:pt>
                <c:pt idx="46">
                  <c:v>710000.0</c:v>
                </c:pt>
                <c:pt idx="47">
                  <c:v>720000.0</c:v>
                </c:pt>
                <c:pt idx="48">
                  <c:v>730000.0</c:v>
                </c:pt>
                <c:pt idx="49">
                  <c:v>740000.0</c:v>
                </c:pt>
                <c:pt idx="50">
                  <c:v>750000.0</c:v>
                </c:pt>
                <c:pt idx="51">
                  <c:v>760000.0</c:v>
                </c:pt>
                <c:pt idx="52">
                  <c:v>770000.0</c:v>
                </c:pt>
                <c:pt idx="53">
                  <c:v>780000.0</c:v>
                </c:pt>
                <c:pt idx="54">
                  <c:v>790000.0</c:v>
                </c:pt>
                <c:pt idx="55">
                  <c:v>800000.0</c:v>
                </c:pt>
                <c:pt idx="56">
                  <c:v>810000.0</c:v>
                </c:pt>
                <c:pt idx="57">
                  <c:v>820000.0</c:v>
                </c:pt>
                <c:pt idx="58">
                  <c:v>830000.0</c:v>
                </c:pt>
                <c:pt idx="59">
                  <c:v>840000.0</c:v>
                </c:pt>
                <c:pt idx="60">
                  <c:v>850000.0</c:v>
                </c:pt>
                <c:pt idx="61">
                  <c:v>860000.0</c:v>
                </c:pt>
                <c:pt idx="62">
                  <c:v>870000.0</c:v>
                </c:pt>
                <c:pt idx="63">
                  <c:v>880000.0</c:v>
                </c:pt>
                <c:pt idx="64">
                  <c:v>890000.0</c:v>
                </c:pt>
                <c:pt idx="65">
                  <c:v>900000.0</c:v>
                </c:pt>
                <c:pt idx="66">
                  <c:v>910000.0</c:v>
                </c:pt>
                <c:pt idx="67">
                  <c:v>920000.0</c:v>
                </c:pt>
                <c:pt idx="68">
                  <c:v>930000.0</c:v>
                </c:pt>
                <c:pt idx="69">
                  <c:v>940000.0</c:v>
                </c:pt>
                <c:pt idx="70">
                  <c:v>950000.0</c:v>
                </c:pt>
                <c:pt idx="71">
                  <c:v>960000.0</c:v>
                </c:pt>
                <c:pt idx="72">
                  <c:v>970000.0</c:v>
                </c:pt>
                <c:pt idx="73">
                  <c:v>980000.0</c:v>
                </c:pt>
                <c:pt idx="74">
                  <c:v>990000.0</c:v>
                </c:pt>
                <c:pt idx="75">
                  <c:v>1000000.0</c:v>
                </c:pt>
              </c:numCache>
            </c:numRef>
          </c:xVal>
          <c:yVal>
            <c:numRef>
              <c:f>Sheet1!$B$364:$B$439</c:f>
              <c:numCache>
                <c:formatCode>General</c:formatCode>
                <c:ptCount val="76"/>
                <c:pt idx="0">
                  <c:v>0.8</c:v>
                </c:pt>
                <c:pt idx="1">
                  <c:v>0.7692307692307693</c:v>
                </c:pt>
                <c:pt idx="2">
                  <c:v>0.7407407407407407</c:v>
                </c:pt>
                <c:pt idx="3">
                  <c:v>0.7142857142857143</c:v>
                </c:pt>
                <c:pt idx="4">
                  <c:v>0.6896551724137931</c:v>
                </c:pt>
                <c:pt idx="5">
                  <c:v>0.6666666666666666</c:v>
                </c:pt>
                <c:pt idx="6">
                  <c:v>0.6451612903225806</c:v>
                </c:pt>
                <c:pt idx="7">
                  <c:v>0.625</c:v>
                </c:pt>
                <c:pt idx="8">
                  <c:v>0.6060606060606061</c:v>
                </c:pt>
                <c:pt idx="9">
                  <c:v>0.5882352941176471</c:v>
                </c:pt>
                <c:pt idx="10">
                  <c:v>0.5714285714285714</c:v>
                </c:pt>
                <c:pt idx="11">
                  <c:v>0.5555555555555556</c:v>
                </c:pt>
                <c:pt idx="12">
                  <c:v>0.5405405405405406</c:v>
                </c:pt>
                <c:pt idx="13">
                  <c:v>0.5263157894736842</c:v>
                </c:pt>
                <c:pt idx="14">
                  <c:v>0.5128205128205128</c:v>
                </c:pt>
                <c:pt idx="15">
                  <c:v>0.5</c:v>
                </c:pt>
                <c:pt idx="16">
                  <c:v>0.4878048780487805</c:v>
                </c:pt>
                <c:pt idx="17">
                  <c:v>0.47619047619047616</c:v>
                </c:pt>
                <c:pt idx="18">
                  <c:v>0.46511627906976744</c:v>
                </c:pt>
                <c:pt idx="19">
                  <c:v>0.45454545454545453</c:v>
                </c:pt>
                <c:pt idx="20">
                  <c:v>0.4444444444444444</c:v>
                </c:pt>
                <c:pt idx="21">
                  <c:v>0.43478260869565216</c:v>
                </c:pt>
                <c:pt idx="22">
                  <c:v>0.425531914893617</c:v>
                </c:pt>
                <c:pt idx="23">
                  <c:v>0.4166666666666667</c:v>
                </c:pt>
                <c:pt idx="24">
                  <c:v>0.40816326530612246</c:v>
                </c:pt>
                <c:pt idx="25">
                  <c:v>0.4</c:v>
                </c:pt>
                <c:pt idx="26">
                  <c:v>0.39215686274509803</c:v>
                </c:pt>
                <c:pt idx="27">
                  <c:v>0.38461538461538464</c:v>
                </c:pt>
                <c:pt idx="28">
                  <c:v>0.37735849056603776</c:v>
                </c:pt>
                <c:pt idx="29">
                  <c:v>0.37037037037037035</c:v>
                </c:pt>
                <c:pt idx="30">
                  <c:v>0.36363636363636365</c:v>
                </c:pt>
                <c:pt idx="31">
                  <c:v>0.35714285714285715</c:v>
                </c:pt>
                <c:pt idx="32">
                  <c:v>0.3508771929824561</c:v>
                </c:pt>
                <c:pt idx="33">
                  <c:v>0.3448275862068966</c:v>
                </c:pt>
                <c:pt idx="34">
                  <c:v>0.3389830508474576</c:v>
                </c:pt>
                <c:pt idx="35">
                  <c:v>0.3333333333333333</c:v>
                </c:pt>
                <c:pt idx="36">
                  <c:v>0.32786885245901637</c:v>
                </c:pt>
                <c:pt idx="37">
                  <c:v>0.3225806451612903</c:v>
                </c:pt>
                <c:pt idx="38">
                  <c:v>0.31746031746031744</c:v>
                </c:pt>
                <c:pt idx="39">
                  <c:v>0.3125</c:v>
                </c:pt>
                <c:pt idx="40">
                  <c:v>0.3076923076923077</c:v>
                </c:pt>
                <c:pt idx="41">
                  <c:v>0.30303030303030304</c:v>
                </c:pt>
                <c:pt idx="42">
                  <c:v>0.29850746268656714</c:v>
                </c:pt>
                <c:pt idx="43">
                  <c:v>0.29411764705882354</c:v>
                </c:pt>
                <c:pt idx="44">
                  <c:v>0.2898550724637681</c:v>
                </c:pt>
                <c:pt idx="45">
                  <c:v>0.2857142857142857</c:v>
                </c:pt>
                <c:pt idx="46">
                  <c:v>0.28169014084507044</c:v>
                </c:pt>
                <c:pt idx="47">
                  <c:v>0.2777777777777778</c:v>
                </c:pt>
                <c:pt idx="48">
                  <c:v>0.273972602739726</c:v>
                </c:pt>
                <c:pt idx="49">
                  <c:v>0.2702702702702703</c:v>
                </c:pt>
                <c:pt idx="50">
                  <c:v>0.26666666666666666</c:v>
                </c:pt>
                <c:pt idx="51">
                  <c:v>0.2631578947368421</c:v>
                </c:pt>
                <c:pt idx="52">
                  <c:v>0.2597402597402597</c:v>
                </c:pt>
                <c:pt idx="53">
                  <c:v>0.2564102564102564</c:v>
                </c:pt>
                <c:pt idx="54">
                  <c:v>0.25316455696202533</c:v>
                </c:pt>
                <c:pt idx="55">
                  <c:v>0.25</c:v>
                </c:pt>
                <c:pt idx="56">
                  <c:v>0.24691358024691357</c:v>
                </c:pt>
                <c:pt idx="57">
                  <c:v>0.24390243902439024</c:v>
                </c:pt>
                <c:pt idx="58">
                  <c:v>0.24096385542168675</c:v>
                </c:pt>
                <c:pt idx="59">
                  <c:v>0.23809523809523808</c:v>
                </c:pt>
                <c:pt idx="60">
                  <c:v>0.23529411764705882</c:v>
                </c:pt>
                <c:pt idx="61">
                  <c:v>0.23255813953488372</c:v>
                </c:pt>
                <c:pt idx="62">
                  <c:v>0.22988505747126436</c:v>
                </c:pt>
                <c:pt idx="63">
                  <c:v>0.22727272727272727</c:v>
                </c:pt>
                <c:pt idx="64">
                  <c:v>0.2247191011235955</c:v>
                </c:pt>
                <c:pt idx="65">
                  <c:v>0.2222222222222222</c:v>
                </c:pt>
                <c:pt idx="66">
                  <c:v>0.21978021978021978</c:v>
                </c:pt>
                <c:pt idx="67">
                  <c:v>0.21739130434782608</c:v>
                </c:pt>
                <c:pt idx="68">
                  <c:v>0.21505376344086022</c:v>
                </c:pt>
                <c:pt idx="69">
                  <c:v>0.2127659574468085</c:v>
                </c:pt>
                <c:pt idx="70">
                  <c:v>0.21052631578947367</c:v>
                </c:pt>
                <c:pt idx="71">
                  <c:v>0.20833333333333334</c:v>
                </c:pt>
                <c:pt idx="72">
                  <c:v>0.20618556701030927</c:v>
                </c:pt>
                <c:pt idx="73">
                  <c:v>0.20408163265306123</c:v>
                </c:pt>
                <c:pt idx="74">
                  <c:v>0.20202020202020202</c:v>
                </c:pt>
                <c:pt idx="75">
                  <c:v>0.2</c:v>
                </c:pt>
              </c:numCache>
            </c:numRef>
          </c:yVal>
          <c:smooth val="0"/>
        </c:ser>
        <c:ser>
          <c:idx val="5"/>
          <c:order val="5"/>
          <c:tx>
            <c:strRef>
              <c:f>Sheet1!$B$441</c:f>
              <c:strCache>
                <c:ptCount val="1"/>
                <c:pt idx="0">
                  <c:v>$240K S&amp;W per student iso-line</c:v>
                </c:pt>
              </c:strCache>
            </c:strRef>
          </c:tx>
          <c:spPr>
            <a:ln w="12700">
              <a:solidFill>
                <a:srgbClr val="8A8D8F"/>
              </a:solidFill>
              <a:prstDash val="dash"/>
            </a:ln>
          </c:spPr>
          <c:marker>
            <c:symbol val="none"/>
          </c:marker>
          <c:dLbls>
            <c:dLbl>
              <c:idx val="70"/>
              <c:tx>
                <c:rich>
                  <a:bodyPr/>
                  <a:lstStyle/>
                  <a:p>
                    <a:pPr>
                      <a:defRPr/>
                    </a:pPr>
                    <a:r>
                      <a:rPr sz="850" b="0" i="1">
                        <a:solidFill>
                          <a:srgbClr val="6B6B70"/>
                        </a:solidFill>
                        <a:latin typeface="Lato"/>
                      </a:rPr>
                      <a:t>$240K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Sheet1!$A$442:$A$512</c:f>
              <c:numCache>
                <c:formatCode>General</c:formatCode>
                <c:ptCount val="71"/>
                <c:pt idx="0">
                  <c:v>300000.0</c:v>
                </c:pt>
                <c:pt idx="1">
                  <c:v>310000.0</c:v>
                </c:pt>
                <c:pt idx="2">
                  <c:v>320000.0</c:v>
                </c:pt>
                <c:pt idx="3">
                  <c:v>330000.0</c:v>
                </c:pt>
                <c:pt idx="4">
                  <c:v>340000.0</c:v>
                </c:pt>
                <c:pt idx="5">
                  <c:v>350000.0</c:v>
                </c:pt>
                <c:pt idx="6">
                  <c:v>360000.0</c:v>
                </c:pt>
                <c:pt idx="7">
                  <c:v>370000.0</c:v>
                </c:pt>
                <c:pt idx="8">
                  <c:v>380000.0</c:v>
                </c:pt>
                <c:pt idx="9">
                  <c:v>390000.0</c:v>
                </c:pt>
                <c:pt idx="10">
                  <c:v>400000.0</c:v>
                </c:pt>
                <c:pt idx="11">
                  <c:v>410000.0</c:v>
                </c:pt>
                <c:pt idx="12">
                  <c:v>420000.0</c:v>
                </c:pt>
                <c:pt idx="13">
                  <c:v>430000.0</c:v>
                </c:pt>
                <c:pt idx="14">
                  <c:v>440000.0</c:v>
                </c:pt>
                <c:pt idx="15">
                  <c:v>450000.0</c:v>
                </c:pt>
                <c:pt idx="16">
                  <c:v>460000.0</c:v>
                </c:pt>
                <c:pt idx="17">
                  <c:v>470000.0</c:v>
                </c:pt>
                <c:pt idx="18">
                  <c:v>480000.0</c:v>
                </c:pt>
                <c:pt idx="19">
                  <c:v>490000.0</c:v>
                </c:pt>
                <c:pt idx="20">
                  <c:v>500000.0</c:v>
                </c:pt>
                <c:pt idx="21">
                  <c:v>510000.0</c:v>
                </c:pt>
                <c:pt idx="22">
                  <c:v>520000.0</c:v>
                </c:pt>
                <c:pt idx="23">
                  <c:v>530000.0</c:v>
                </c:pt>
                <c:pt idx="24">
                  <c:v>540000.0</c:v>
                </c:pt>
                <c:pt idx="25">
                  <c:v>550000.0</c:v>
                </c:pt>
                <c:pt idx="26">
                  <c:v>560000.0</c:v>
                </c:pt>
                <c:pt idx="27">
                  <c:v>570000.0</c:v>
                </c:pt>
                <c:pt idx="28">
                  <c:v>580000.0</c:v>
                </c:pt>
                <c:pt idx="29">
                  <c:v>590000.0</c:v>
                </c:pt>
                <c:pt idx="30">
                  <c:v>600000.0</c:v>
                </c:pt>
                <c:pt idx="31">
                  <c:v>610000.0</c:v>
                </c:pt>
                <c:pt idx="32">
                  <c:v>620000.0</c:v>
                </c:pt>
                <c:pt idx="33">
                  <c:v>630000.0</c:v>
                </c:pt>
                <c:pt idx="34">
                  <c:v>640000.0</c:v>
                </c:pt>
                <c:pt idx="35">
                  <c:v>650000.0</c:v>
                </c:pt>
                <c:pt idx="36">
                  <c:v>660000.0</c:v>
                </c:pt>
                <c:pt idx="37">
                  <c:v>670000.0</c:v>
                </c:pt>
                <c:pt idx="38">
                  <c:v>680000.0</c:v>
                </c:pt>
                <c:pt idx="39">
                  <c:v>690000.0</c:v>
                </c:pt>
                <c:pt idx="40">
                  <c:v>700000.0</c:v>
                </c:pt>
                <c:pt idx="41">
                  <c:v>710000.0</c:v>
                </c:pt>
                <c:pt idx="42">
                  <c:v>720000.0</c:v>
                </c:pt>
                <c:pt idx="43">
                  <c:v>730000.0</c:v>
                </c:pt>
                <c:pt idx="44">
                  <c:v>740000.0</c:v>
                </c:pt>
                <c:pt idx="45">
                  <c:v>750000.0</c:v>
                </c:pt>
                <c:pt idx="46">
                  <c:v>760000.0</c:v>
                </c:pt>
                <c:pt idx="47">
                  <c:v>770000.0</c:v>
                </c:pt>
                <c:pt idx="48">
                  <c:v>780000.0</c:v>
                </c:pt>
                <c:pt idx="49">
                  <c:v>790000.0</c:v>
                </c:pt>
                <c:pt idx="50">
                  <c:v>800000.0</c:v>
                </c:pt>
                <c:pt idx="51">
                  <c:v>810000.0</c:v>
                </c:pt>
                <c:pt idx="52">
                  <c:v>820000.0</c:v>
                </c:pt>
                <c:pt idx="53">
                  <c:v>830000.0</c:v>
                </c:pt>
                <c:pt idx="54">
                  <c:v>840000.0</c:v>
                </c:pt>
                <c:pt idx="55">
                  <c:v>850000.0</c:v>
                </c:pt>
                <c:pt idx="56">
                  <c:v>860000.0</c:v>
                </c:pt>
                <c:pt idx="57">
                  <c:v>870000.0</c:v>
                </c:pt>
                <c:pt idx="58">
                  <c:v>880000.0</c:v>
                </c:pt>
                <c:pt idx="59">
                  <c:v>890000.0</c:v>
                </c:pt>
                <c:pt idx="60">
                  <c:v>900000.0</c:v>
                </c:pt>
                <c:pt idx="61">
                  <c:v>910000.0</c:v>
                </c:pt>
                <c:pt idx="62">
                  <c:v>920000.0</c:v>
                </c:pt>
                <c:pt idx="63">
                  <c:v>930000.0</c:v>
                </c:pt>
                <c:pt idx="64">
                  <c:v>940000.0</c:v>
                </c:pt>
                <c:pt idx="65">
                  <c:v>950000.0</c:v>
                </c:pt>
                <c:pt idx="66">
                  <c:v>960000.0</c:v>
                </c:pt>
                <c:pt idx="67">
                  <c:v>970000.0</c:v>
                </c:pt>
                <c:pt idx="68">
                  <c:v>980000.0</c:v>
                </c:pt>
                <c:pt idx="69">
                  <c:v>990000.0</c:v>
                </c:pt>
                <c:pt idx="70">
                  <c:v>1000000.0</c:v>
                </c:pt>
              </c:numCache>
            </c:numRef>
          </c:xVal>
          <c:yVal>
            <c:numRef>
              <c:f>Sheet1!$B$442:$B$512</c:f>
              <c:numCache>
                <c:formatCode>General</c:formatCode>
                <c:ptCount val="71"/>
                <c:pt idx="0">
                  <c:v>0.8</c:v>
                </c:pt>
                <c:pt idx="1">
                  <c:v>0.7741935483870968</c:v>
                </c:pt>
                <c:pt idx="2">
                  <c:v>0.75</c:v>
                </c:pt>
                <c:pt idx="3">
                  <c:v>0.7272727272727273</c:v>
                </c:pt>
                <c:pt idx="4">
                  <c:v>0.7058823529411765</c:v>
                </c:pt>
                <c:pt idx="5">
                  <c:v>0.6857142857142857</c:v>
                </c:pt>
                <c:pt idx="6">
                  <c:v>0.6666666666666666</c:v>
                </c:pt>
                <c:pt idx="7">
                  <c:v>0.6486486486486487</c:v>
                </c:pt>
                <c:pt idx="8">
                  <c:v>0.631578947368421</c:v>
                </c:pt>
                <c:pt idx="9">
                  <c:v>0.6153846153846154</c:v>
                </c:pt>
                <c:pt idx="10">
                  <c:v>0.6</c:v>
                </c:pt>
                <c:pt idx="11">
                  <c:v>0.5853658536585366</c:v>
                </c:pt>
                <c:pt idx="12">
                  <c:v>0.5714285714285714</c:v>
                </c:pt>
                <c:pt idx="13">
                  <c:v>0.5581395348837209</c:v>
                </c:pt>
                <c:pt idx="14">
                  <c:v>0.5454545454545454</c:v>
                </c:pt>
                <c:pt idx="15">
                  <c:v>0.5333333333333333</c:v>
                </c:pt>
                <c:pt idx="16">
                  <c:v>0.5217391304347826</c:v>
                </c:pt>
                <c:pt idx="17">
                  <c:v>0.5106382978723404</c:v>
                </c:pt>
                <c:pt idx="18">
                  <c:v>0.5</c:v>
                </c:pt>
                <c:pt idx="19">
                  <c:v>0.4897959183673469</c:v>
                </c:pt>
                <c:pt idx="20">
                  <c:v>0.48</c:v>
                </c:pt>
                <c:pt idx="21">
                  <c:v>0.47058823529411764</c:v>
                </c:pt>
                <c:pt idx="22">
                  <c:v>0.46153846153846156</c:v>
                </c:pt>
                <c:pt idx="23">
                  <c:v>0.4528301886792453</c:v>
                </c:pt>
                <c:pt idx="24">
                  <c:v>0.4444444444444444</c:v>
                </c:pt>
                <c:pt idx="25">
                  <c:v>0.43636363636363634</c:v>
                </c:pt>
                <c:pt idx="26">
                  <c:v>0.42857142857142855</c:v>
                </c:pt>
                <c:pt idx="27">
                  <c:v>0.42105263157894735</c:v>
                </c:pt>
                <c:pt idx="28">
                  <c:v>0.41379310344827586</c:v>
                </c:pt>
                <c:pt idx="29">
                  <c:v>0.4067796610169492</c:v>
                </c:pt>
                <c:pt idx="30">
                  <c:v>0.4</c:v>
                </c:pt>
                <c:pt idx="31">
                  <c:v>0.39344262295081966</c:v>
                </c:pt>
                <c:pt idx="32">
                  <c:v>0.3870967741935484</c:v>
                </c:pt>
                <c:pt idx="33">
                  <c:v>0.38095238095238093</c:v>
                </c:pt>
                <c:pt idx="34">
                  <c:v>0.375</c:v>
                </c:pt>
                <c:pt idx="35">
                  <c:v>0.36923076923076925</c:v>
                </c:pt>
                <c:pt idx="36">
                  <c:v>0.36363636363636365</c:v>
                </c:pt>
                <c:pt idx="37">
                  <c:v>0.3582089552238806</c:v>
                </c:pt>
                <c:pt idx="38">
                  <c:v>0.35294117647058826</c:v>
                </c:pt>
                <c:pt idx="39">
                  <c:v>0.34782608695652173</c:v>
                </c:pt>
                <c:pt idx="40">
                  <c:v>0.34285714285714286</c:v>
                </c:pt>
                <c:pt idx="41">
                  <c:v>0.3380281690140845</c:v>
                </c:pt>
                <c:pt idx="42">
                  <c:v>0.3333333333333333</c:v>
                </c:pt>
                <c:pt idx="43">
                  <c:v>0.3287671232876712</c:v>
                </c:pt>
                <c:pt idx="44">
                  <c:v>0.32432432432432434</c:v>
                </c:pt>
                <c:pt idx="45">
                  <c:v>0.32</c:v>
                </c:pt>
                <c:pt idx="46">
                  <c:v>0.3157894736842105</c:v>
                </c:pt>
                <c:pt idx="47">
                  <c:v>0.3116883116883117</c:v>
                </c:pt>
                <c:pt idx="48">
                  <c:v>0.3076923076923077</c:v>
                </c:pt>
                <c:pt idx="49">
                  <c:v>0.3037974683544304</c:v>
                </c:pt>
                <c:pt idx="50">
                  <c:v>0.3</c:v>
                </c:pt>
                <c:pt idx="51">
                  <c:v>0.2962962962962963</c:v>
                </c:pt>
                <c:pt idx="52">
                  <c:v>0.2926829268292683</c:v>
                </c:pt>
                <c:pt idx="53">
                  <c:v>0.2891566265060241</c:v>
                </c:pt>
                <c:pt idx="54">
                  <c:v>0.2857142857142857</c:v>
                </c:pt>
                <c:pt idx="55">
                  <c:v>0.2823529411764706</c:v>
                </c:pt>
                <c:pt idx="56">
                  <c:v>0.27906976744186046</c:v>
                </c:pt>
                <c:pt idx="57">
                  <c:v>0.27586206896551724</c:v>
                </c:pt>
                <c:pt idx="58">
                  <c:v>0.2727272727272727</c:v>
                </c:pt>
                <c:pt idx="59">
                  <c:v>0.2696629213483146</c:v>
                </c:pt>
                <c:pt idx="60">
                  <c:v>0.26666666666666666</c:v>
                </c:pt>
                <c:pt idx="61">
                  <c:v>0.26373626373626374</c:v>
                </c:pt>
                <c:pt idx="62">
                  <c:v>0.2608695652173913</c:v>
                </c:pt>
                <c:pt idx="63">
                  <c:v>0.25806451612903225</c:v>
                </c:pt>
                <c:pt idx="64">
                  <c:v>0.2553191489361702</c:v>
                </c:pt>
                <c:pt idx="65">
                  <c:v>0.25263157894736843</c:v>
                </c:pt>
                <c:pt idx="66">
                  <c:v>0.25</c:v>
                </c:pt>
                <c:pt idx="67">
                  <c:v>0.24742268041237114</c:v>
                </c:pt>
                <c:pt idx="68">
                  <c:v>0.24489795918367346</c:v>
                </c:pt>
                <c:pt idx="69">
                  <c:v>0.24242424242424243</c:v>
                </c:pt>
                <c:pt idx="70">
                  <c:v>0.24</c:v>
                </c:pt>
              </c:numCache>
            </c:numRef>
          </c:yVal>
          <c:smooth val="0"/>
        </c:ser>
        <c:ser>
          <c:idx val="6"/>
          <c:order val="6"/>
          <c:tx>
            <c:strRef>
              <c:f>Sheet1!$B$514</c:f>
              <c:strCache>
                <c:ptCount val="1"/>
                <c:pt idx="0">
                  <c:v>$280K S&amp;W per student iso-line</c:v>
                </c:pt>
              </c:strCache>
            </c:strRef>
          </c:tx>
          <c:spPr>
            <a:ln w="12700">
              <a:solidFill>
                <a:srgbClr val="8A8D8F"/>
              </a:solidFill>
              <a:prstDash val="dash"/>
            </a:ln>
          </c:spPr>
          <c:marker>
            <c:symbol val="none"/>
          </c:marker>
          <c:dLbls>
            <c:dLbl>
              <c:idx val="65"/>
              <c:tx>
                <c:rich>
                  <a:bodyPr/>
                  <a:lstStyle/>
                  <a:p>
                    <a:pPr>
                      <a:defRPr/>
                    </a:pPr>
                    <a:r>
                      <a:rPr sz="850" b="0" i="1">
                        <a:solidFill>
                          <a:srgbClr val="6B6B70"/>
                        </a:solidFill>
                        <a:latin typeface="Lato"/>
                      </a:rPr>
                      <a:t>$280K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Sheet1!$A$515:$A$580</c:f>
              <c:numCache>
                <c:formatCode>General</c:formatCode>
                <c:ptCount val="66"/>
                <c:pt idx="0">
                  <c:v>350000.0</c:v>
                </c:pt>
                <c:pt idx="1">
                  <c:v>360000.0</c:v>
                </c:pt>
                <c:pt idx="2">
                  <c:v>370000.0</c:v>
                </c:pt>
                <c:pt idx="3">
                  <c:v>380000.0</c:v>
                </c:pt>
                <c:pt idx="4">
                  <c:v>390000.0</c:v>
                </c:pt>
                <c:pt idx="5">
                  <c:v>400000.0</c:v>
                </c:pt>
                <c:pt idx="6">
                  <c:v>410000.0</c:v>
                </c:pt>
                <c:pt idx="7">
                  <c:v>420000.0</c:v>
                </c:pt>
                <c:pt idx="8">
                  <c:v>430000.0</c:v>
                </c:pt>
                <c:pt idx="9">
                  <c:v>440000.0</c:v>
                </c:pt>
                <c:pt idx="10">
                  <c:v>450000.0</c:v>
                </c:pt>
                <c:pt idx="11">
                  <c:v>460000.0</c:v>
                </c:pt>
                <c:pt idx="12">
                  <c:v>470000.0</c:v>
                </c:pt>
                <c:pt idx="13">
                  <c:v>480000.0</c:v>
                </c:pt>
                <c:pt idx="14">
                  <c:v>490000.0</c:v>
                </c:pt>
                <c:pt idx="15">
                  <c:v>500000.0</c:v>
                </c:pt>
                <c:pt idx="16">
                  <c:v>510000.0</c:v>
                </c:pt>
                <c:pt idx="17">
                  <c:v>520000.0</c:v>
                </c:pt>
                <c:pt idx="18">
                  <c:v>530000.0</c:v>
                </c:pt>
                <c:pt idx="19">
                  <c:v>540000.0</c:v>
                </c:pt>
                <c:pt idx="20">
                  <c:v>550000.0</c:v>
                </c:pt>
                <c:pt idx="21">
                  <c:v>560000.0</c:v>
                </c:pt>
                <c:pt idx="22">
                  <c:v>570000.0</c:v>
                </c:pt>
                <c:pt idx="23">
                  <c:v>580000.0</c:v>
                </c:pt>
                <c:pt idx="24">
                  <c:v>590000.0</c:v>
                </c:pt>
                <c:pt idx="25">
                  <c:v>600000.0</c:v>
                </c:pt>
                <c:pt idx="26">
                  <c:v>610000.0</c:v>
                </c:pt>
                <c:pt idx="27">
                  <c:v>620000.0</c:v>
                </c:pt>
                <c:pt idx="28">
                  <c:v>630000.0</c:v>
                </c:pt>
                <c:pt idx="29">
                  <c:v>640000.0</c:v>
                </c:pt>
                <c:pt idx="30">
                  <c:v>650000.0</c:v>
                </c:pt>
                <c:pt idx="31">
                  <c:v>660000.0</c:v>
                </c:pt>
                <c:pt idx="32">
                  <c:v>670000.0</c:v>
                </c:pt>
                <c:pt idx="33">
                  <c:v>680000.0</c:v>
                </c:pt>
                <c:pt idx="34">
                  <c:v>690000.0</c:v>
                </c:pt>
                <c:pt idx="35">
                  <c:v>700000.0</c:v>
                </c:pt>
                <c:pt idx="36">
                  <c:v>710000.0</c:v>
                </c:pt>
                <c:pt idx="37">
                  <c:v>720000.0</c:v>
                </c:pt>
                <c:pt idx="38">
                  <c:v>730000.0</c:v>
                </c:pt>
                <c:pt idx="39">
                  <c:v>740000.0</c:v>
                </c:pt>
                <c:pt idx="40">
                  <c:v>750000.0</c:v>
                </c:pt>
                <c:pt idx="41">
                  <c:v>760000.0</c:v>
                </c:pt>
                <c:pt idx="42">
                  <c:v>770000.0</c:v>
                </c:pt>
                <c:pt idx="43">
                  <c:v>780000.0</c:v>
                </c:pt>
                <c:pt idx="44">
                  <c:v>790000.0</c:v>
                </c:pt>
                <c:pt idx="45">
                  <c:v>800000.0</c:v>
                </c:pt>
                <c:pt idx="46">
                  <c:v>810000.0</c:v>
                </c:pt>
                <c:pt idx="47">
                  <c:v>820000.0</c:v>
                </c:pt>
                <c:pt idx="48">
                  <c:v>830000.0</c:v>
                </c:pt>
                <c:pt idx="49">
                  <c:v>840000.0</c:v>
                </c:pt>
                <c:pt idx="50">
                  <c:v>850000.0</c:v>
                </c:pt>
                <c:pt idx="51">
                  <c:v>860000.0</c:v>
                </c:pt>
                <c:pt idx="52">
                  <c:v>870000.0</c:v>
                </c:pt>
                <c:pt idx="53">
                  <c:v>880000.0</c:v>
                </c:pt>
                <c:pt idx="54">
                  <c:v>890000.0</c:v>
                </c:pt>
                <c:pt idx="55">
                  <c:v>900000.0</c:v>
                </c:pt>
                <c:pt idx="56">
                  <c:v>910000.0</c:v>
                </c:pt>
                <c:pt idx="57">
                  <c:v>920000.0</c:v>
                </c:pt>
                <c:pt idx="58">
                  <c:v>930000.0</c:v>
                </c:pt>
                <c:pt idx="59">
                  <c:v>940000.0</c:v>
                </c:pt>
                <c:pt idx="60">
                  <c:v>950000.0</c:v>
                </c:pt>
                <c:pt idx="61">
                  <c:v>960000.0</c:v>
                </c:pt>
                <c:pt idx="62">
                  <c:v>970000.0</c:v>
                </c:pt>
                <c:pt idx="63">
                  <c:v>980000.0</c:v>
                </c:pt>
                <c:pt idx="64">
                  <c:v>990000.0</c:v>
                </c:pt>
                <c:pt idx="65">
                  <c:v>1000000.0</c:v>
                </c:pt>
              </c:numCache>
            </c:numRef>
          </c:xVal>
          <c:yVal>
            <c:numRef>
              <c:f>Sheet1!$B$515:$B$580</c:f>
              <c:numCache>
                <c:formatCode>General</c:formatCode>
                <c:ptCount val="66"/>
                <c:pt idx="0">
                  <c:v>0.8</c:v>
                </c:pt>
                <c:pt idx="1">
                  <c:v>0.7777777777777778</c:v>
                </c:pt>
                <c:pt idx="2">
                  <c:v>0.7567567567567568</c:v>
                </c:pt>
                <c:pt idx="3">
                  <c:v>0.7368421052631579</c:v>
                </c:pt>
                <c:pt idx="4">
                  <c:v>0.717948717948718</c:v>
                </c:pt>
                <c:pt idx="5">
                  <c:v>0.7</c:v>
                </c:pt>
                <c:pt idx="6">
                  <c:v>0.6829268292682927</c:v>
                </c:pt>
                <c:pt idx="7">
                  <c:v>0.6666666666666666</c:v>
                </c:pt>
                <c:pt idx="8">
                  <c:v>0.6511627906976745</c:v>
                </c:pt>
                <c:pt idx="9">
                  <c:v>0.6363636363636364</c:v>
                </c:pt>
                <c:pt idx="10">
                  <c:v>0.6222222222222222</c:v>
                </c:pt>
                <c:pt idx="11">
                  <c:v>0.6086956521739131</c:v>
                </c:pt>
                <c:pt idx="12">
                  <c:v>0.5957446808510638</c:v>
                </c:pt>
                <c:pt idx="13">
                  <c:v>0.5833333333333334</c:v>
                </c:pt>
                <c:pt idx="14">
                  <c:v>0.5714285714285714</c:v>
                </c:pt>
                <c:pt idx="15">
                  <c:v>0.56</c:v>
                </c:pt>
                <c:pt idx="16">
                  <c:v>0.5490196078431373</c:v>
                </c:pt>
                <c:pt idx="17">
                  <c:v>0.5384615384615384</c:v>
                </c:pt>
                <c:pt idx="18">
                  <c:v>0.5283018867924528</c:v>
                </c:pt>
                <c:pt idx="19">
                  <c:v>0.5185185185185185</c:v>
                </c:pt>
                <c:pt idx="20">
                  <c:v>0.509090909090909</c:v>
                </c:pt>
                <c:pt idx="21">
                  <c:v>0.5</c:v>
                </c:pt>
                <c:pt idx="22">
                  <c:v>0.49122807017543857</c:v>
                </c:pt>
                <c:pt idx="23">
                  <c:v>0.4827586206896552</c:v>
                </c:pt>
                <c:pt idx="24">
                  <c:v>0.4745762711864407</c:v>
                </c:pt>
                <c:pt idx="25">
                  <c:v>0.4666666666666667</c:v>
                </c:pt>
                <c:pt idx="26">
                  <c:v>0.45901639344262296</c:v>
                </c:pt>
                <c:pt idx="27">
                  <c:v>0.45161290322580644</c:v>
                </c:pt>
                <c:pt idx="28">
                  <c:v>0.4444444444444444</c:v>
                </c:pt>
                <c:pt idx="29">
                  <c:v>0.4375</c:v>
                </c:pt>
                <c:pt idx="30">
                  <c:v>0.4307692307692308</c:v>
                </c:pt>
                <c:pt idx="31">
                  <c:v>0.42424242424242425</c:v>
                </c:pt>
                <c:pt idx="32">
                  <c:v>0.417910447761194</c:v>
                </c:pt>
                <c:pt idx="33">
                  <c:v>0.4117647058823529</c:v>
                </c:pt>
                <c:pt idx="34">
                  <c:v>0.4057971014492754</c:v>
                </c:pt>
                <c:pt idx="35">
                  <c:v>0.4</c:v>
                </c:pt>
                <c:pt idx="36">
                  <c:v>0.39436619718309857</c:v>
                </c:pt>
                <c:pt idx="37">
                  <c:v>0.3888888888888889</c:v>
                </c:pt>
                <c:pt idx="38">
                  <c:v>0.3835616438356164</c:v>
                </c:pt>
                <c:pt idx="39">
                  <c:v>0.3783783783783784</c:v>
                </c:pt>
                <c:pt idx="40">
                  <c:v>0.37333333333333335</c:v>
                </c:pt>
                <c:pt idx="41">
                  <c:v>0.3684210526315789</c:v>
                </c:pt>
                <c:pt idx="42">
                  <c:v>0.36363636363636365</c:v>
                </c:pt>
                <c:pt idx="43">
                  <c:v>0.358974358974359</c:v>
                </c:pt>
                <c:pt idx="44">
                  <c:v>0.35443037974683544</c:v>
                </c:pt>
                <c:pt idx="45">
                  <c:v>0.35</c:v>
                </c:pt>
                <c:pt idx="46">
                  <c:v>0.345679012345679</c:v>
                </c:pt>
                <c:pt idx="47">
                  <c:v>0.34146341463414637</c:v>
                </c:pt>
                <c:pt idx="48">
                  <c:v>0.3373493975903614</c:v>
                </c:pt>
                <c:pt idx="49">
                  <c:v>0.3333333333333333</c:v>
                </c:pt>
                <c:pt idx="50">
                  <c:v>0.32941176470588235</c:v>
                </c:pt>
                <c:pt idx="51">
                  <c:v>0.32558139534883723</c:v>
                </c:pt>
                <c:pt idx="52">
                  <c:v>0.3218390804597701</c:v>
                </c:pt>
                <c:pt idx="53">
                  <c:v>0.3181818181818182</c:v>
                </c:pt>
                <c:pt idx="54">
                  <c:v>0.3146067415730337</c:v>
                </c:pt>
                <c:pt idx="55">
                  <c:v>0.3111111111111111</c:v>
                </c:pt>
                <c:pt idx="56">
                  <c:v>0.3076923076923077</c:v>
                </c:pt>
                <c:pt idx="57">
                  <c:v>0.30434782608695654</c:v>
                </c:pt>
                <c:pt idx="58">
                  <c:v>0.3010752688172043</c:v>
                </c:pt>
                <c:pt idx="59">
                  <c:v>0.2978723404255319</c:v>
                </c:pt>
                <c:pt idx="60">
                  <c:v>0.29473684210526313</c:v>
                </c:pt>
                <c:pt idx="61">
                  <c:v>0.2916666666666667</c:v>
                </c:pt>
                <c:pt idx="62">
                  <c:v>0.28865979381443296</c:v>
                </c:pt>
                <c:pt idx="63">
                  <c:v>0.2857142857142857</c:v>
                </c:pt>
                <c:pt idx="64">
                  <c:v>0.2828282828282828</c:v>
                </c:pt>
                <c:pt idx="65">
                  <c:v>0.28</c:v>
                </c:pt>
              </c:numCache>
            </c:numRef>
          </c:yVal>
          <c:smooth val="0"/>
        </c:ser>
        <c:ser>
          <c:idx val="7"/>
          <c:order val="7"/>
          <c:tx>
            <c:strRef>
              <c:f>Sheet1!$B$582</c:f>
              <c:strCache>
                <c:ptCount val="1"/>
                <c:pt idx="0">
                  <c:v>$320K S&amp;W per student iso-line</c:v>
                </c:pt>
              </c:strCache>
            </c:strRef>
          </c:tx>
          <c:spPr>
            <a:ln w="12700">
              <a:solidFill>
                <a:srgbClr val="8A8D8F"/>
              </a:solidFill>
              <a:prstDash val="dash"/>
            </a:ln>
          </c:spPr>
          <c:marker>
            <c:symbol val="none"/>
          </c:marker>
          <c:dLbls>
            <c:dLbl>
              <c:idx val="60"/>
              <c:tx>
                <c:rich>
                  <a:bodyPr/>
                  <a:lstStyle/>
                  <a:p>
                    <a:pPr>
                      <a:defRPr/>
                    </a:pPr>
                    <a:r>
                      <a:rPr sz="850" b="0" i="1">
                        <a:solidFill>
                          <a:srgbClr val="6B6B70"/>
                        </a:solidFill>
                        <a:latin typeface="Lato"/>
                      </a:rPr>
                      <a:t>$320K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Sheet1!$A$583:$A$643</c:f>
              <c:numCache>
                <c:formatCode>General</c:formatCode>
                <c:ptCount val="61"/>
                <c:pt idx="0">
                  <c:v>400000.0</c:v>
                </c:pt>
                <c:pt idx="1">
                  <c:v>410000.0</c:v>
                </c:pt>
                <c:pt idx="2">
                  <c:v>420000.0</c:v>
                </c:pt>
                <c:pt idx="3">
                  <c:v>430000.0</c:v>
                </c:pt>
                <c:pt idx="4">
                  <c:v>440000.0</c:v>
                </c:pt>
                <c:pt idx="5">
                  <c:v>450000.0</c:v>
                </c:pt>
                <c:pt idx="6">
                  <c:v>460000.0</c:v>
                </c:pt>
                <c:pt idx="7">
                  <c:v>470000.0</c:v>
                </c:pt>
                <c:pt idx="8">
                  <c:v>480000.0</c:v>
                </c:pt>
                <c:pt idx="9">
                  <c:v>490000.0</c:v>
                </c:pt>
                <c:pt idx="10">
                  <c:v>500000.0</c:v>
                </c:pt>
                <c:pt idx="11">
                  <c:v>510000.0</c:v>
                </c:pt>
                <c:pt idx="12">
                  <c:v>520000.0</c:v>
                </c:pt>
                <c:pt idx="13">
                  <c:v>530000.0</c:v>
                </c:pt>
                <c:pt idx="14">
                  <c:v>540000.0</c:v>
                </c:pt>
                <c:pt idx="15">
                  <c:v>550000.0</c:v>
                </c:pt>
                <c:pt idx="16">
                  <c:v>560000.0</c:v>
                </c:pt>
                <c:pt idx="17">
                  <c:v>570000.0</c:v>
                </c:pt>
                <c:pt idx="18">
                  <c:v>580000.0</c:v>
                </c:pt>
                <c:pt idx="19">
                  <c:v>590000.0</c:v>
                </c:pt>
                <c:pt idx="20">
                  <c:v>600000.0</c:v>
                </c:pt>
                <c:pt idx="21">
                  <c:v>610000.0</c:v>
                </c:pt>
                <c:pt idx="22">
                  <c:v>620000.0</c:v>
                </c:pt>
                <c:pt idx="23">
                  <c:v>630000.0</c:v>
                </c:pt>
                <c:pt idx="24">
                  <c:v>640000.0</c:v>
                </c:pt>
                <c:pt idx="25">
                  <c:v>650000.0</c:v>
                </c:pt>
                <c:pt idx="26">
                  <c:v>660000.0</c:v>
                </c:pt>
                <c:pt idx="27">
                  <c:v>670000.0</c:v>
                </c:pt>
                <c:pt idx="28">
                  <c:v>680000.0</c:v>
                </c:pt>
                <c:pt idx="29">
                  <c:v>690000.0</c:v>
                </c:pt>
                <c:pt idx="30">
                  <c:v>700000.0</c:v>
                </c:pt>
                <c:pt idx="31">
                  <c:v>710000.0</c:v>
                </c:pt>
                <c:pt idx="32">
                  <c:v>720000.0</c:v>
                </c:pt>
                <c:pt idx="33">
                  <c:v>730000.0</c:v>
                </c:pt>
                <c:pt idx="34">
                  <c:v>740000.0</c:v>
                </c:pt>
                <c:pt idx="35">
                  <c:v>750000.0</c:v>
                </c:pt>
                <c:pt idx="36">
                  <c:v>760000.0</c:v>
                </c:pt>
                <c:pt idx="37">
                  <c:v>770000.0</c:v>
                </c:pt>
                <c:pt idx="38">
                  <c:v>780000.0</c:v>
                </c:pt>
                <c:pt idx="39">
                  <c:v>790000.0</c:v>
                </c:pt>
                <c:pt idx="40">
                  <c:v>800000.0</c:v>
                </c:pt>
                <c:pt idx="41">
                  <c:v>810000.0</c:v>
                </c:pt>
                <c:pt idx="42">
                  <c:v>820000.0</c:v>
                </c:pt>
                <c:pt idx="43">
                  <c:v>830000.0</c:v>
                </c:pt>
                <c:pt idx="44">
                  <c:v>840000.0</c:v>
                </c:pt>
                <c:pt idx="45">
                  <c:v>850000.0</c:v>
                </c:pt>
                <c:pt idx="46">
                  <c:v>860000.0</c:v>
                </c:pt>
                <c:pt idx="47">
                  <c:v>870000.0</c:v>
                </c:pt>
                <c:pt idx="48">
                  <c:v>880000.0</c:v>
                </c:pt>
                <c:pt idx="49">
                  <c:v>890000.0</c:v>
                </c:pt>
                <c:pt idx="50">
                  <c:v>900000.0</c:v>
                </c:pt>
                <c:pt idx="51">
                  <c:v>910000.0</c:v>
                </c:pt>
                <c:pt idx="52">
                  <c:v>920000.0</c:v>
                </c:pt>
                <c:pt idx="53">
                  <c:v>930000.0</c:v>
                </c:pt>
                <c:pt idx="54">
                  <c:v>940000.0</c:v>
                </c:pt>
                <c:pt idx="55">
                  <c:v>950000.0</c:v>
                </c:pt>
                <c:pt idx="56">
                  <c:v>960000.0</c:v>
                </c:pt>
                <c:pt idx="57">
                  <c:v>970000.0</c:v>
                </c:pt>
                <c:pt idx="58">
                  <c:v>980000.0</c:v>
                </c:pt>
                <c:pt idx="59">
                  <c:v>990000.0</c:v>
                </c:pt>
                <c:pt idx="60">
                  <c:v>1000000.0</c:v>
                </c:pt>
              </c:numCache>
            </c:numRef>
          </c:xVal>
          <c:yVal>
            <c:numRef>
              <c:f>Sheet1!$B$583:$B$643</c:f>
              <c:numCache>
                <c:formatCode>General</c:formatCode>
                <c:ptCount val="61"/>
                <c:pt idx="0">
                  <c:v>0.8</c:v>
                </c:pt>
                <c:pt idx="1">
                  <c:v>0.7804878048780488</c:v>
                </c:pt>
                <c:pt idx="2">
                  <c:v>0.7619047619047619</c:v>
                </c:pt>
                <c:pt idx="3">
                  <c:v>0.7441860465116279</c:v>
                </c:pt>
                <c:pt idx="4">
                  <c:v>0.7272727272727273</c:v>
                </c:pt>
                <c:pt idx="5">
                  <c:v>0.7111111111111111</c:v>
                </c:pt>
                <c:pt idx="6">
                  <c:v>0.6956521739130435</c:v>
                </c:pt>
                <c:pt idx="7">
                  <c:v>0.6808510638297872</c:v>
                </c:pt>
                <c:pt idx="8">
                  <c:v>0.6666666666666666</c:v>
                </c:pt>
                <c:pt idx="9">
                  <c:v>0.6530612244897959</c:v>
                </c:pt>
                <c:pt idx="10">
                  <c:v>0.64</c:v>
                </c:pt>
                <c:pt idx="11">
                  <c:v>0.6274509803921569</c:v>
                </c:pt>
                <c:pt idx="12">
                  <c:v>0.6153846153846154</c:v>
                </c:pt>
                <c:pt idx="13">
                  <c:v>0.6037735849056604</c:v>
                </c:pt>
                <c:pt idx="14">
                  <c:v>0.5925925925925926</c:v>
                </c:pt>
                <c:pt idx="15">
                  <c:v>0.5818181818181818</c:v>
                </c:pt>
                <c:pt idx="16">
                  <c:v>0.5714285714285714</c:v>
                </c:pt>
                <c:pt idx="17">
                  <c:v>0.5614035087719298</c:v>
                </c:pt>
                <c:pt idx="18">
                  <c:v>0.5517241379310345</c:v>
                </c:pt>
                <c:pt idx="19">
                  <c:v>0.5423728813559322</c:v>
                </c:pt>
                <c:pt idx="20">
                  <c:v>0.5333333333333333</c:v>
                </c:pt>
                <c:pt idx="21">
                  <c:v>0.5245901639344263</c:v>
                </c:pt>
                <c:pt idx="22">
                  <c:v>0.5161290322580645</c:v>
                </c:pt>
                <c:pt idx="23">
                  <c:v>0.5079365079365079</c:v>
                </c:pt>
                <c:pt idx="24">
                  <c:v>0.5</c:v>
                </c:pt>
                <c:pt idx="25">
                  <c:v>0.49230769230769234</c:v>
                </c:pt>
                <c:pt idx="26">
                  <c:v>0.48484848484848486</c:v>
                </c:pt>
                <c:pt idx="27">
                  <c:v>0.47761194029850745</c:v>
                </c:pt>
                <c:pt idx="28">
                  <c:v>0.47058823529411764</c:v>
                </c:pt>
                <c:pt idx="29">
                  <c:v>0.463768115942029</c:v>
                </c:pt>
                <c:pt idx="30">
                  <c:v>0.45714285714285713</c:v>
                </c:pt>
                <c:pt idx="31">
                  <c:v>0.4507042253521127</c:v>
                </c:pt>
                <c:pt idx="32">
                  <c:v>0.4444444444444444</c:v>
                </c:pt>
                <c:pt idx="33">
                  <c:v>0.4383561643835616</c:v>
                </c:pt>
                <c:pt idx="34">
                  <c:v>0.43243243243243246</c:v>
                </c:pt>
                <c:pt idx="35">
                  <c:v>0.4266666666666667</c:v>
                </c:pt>
                <c:pt idx="36">
                  <c:v>0.42105263157894735</c:v>
                </c:pt>
                <c:pt idx="37">
                  <c:v>0.4155844155844156</c:v>
                </c:pt>
                <c:pt idx="38">
                  <c:v>0.41025641025641024</c:v>
                </c:pt>
                <c:pt idx="39">
                  <c:v>0.4050632911392405</c:v>
                </c:pt>
                <c:pt idx="40">
                  <c:v>0.4</c:v>
                </c:pt>
                <c:pt idx="41">
                  <c:v>0.3950617283950617</c:v>
                </c:pt>
                <c:pt idx="42">
                  <c:v>0.3902439024390244</c:v>
                </c:pt>
                <c:pt idx="43">
                  <c:v>0.3855421686746988</c:v>
                </c:pt>
                <c:pt idx="44">
                  <c:v>0.38095238095238093</c:v>
                </c:pt>
                <c:pt idx="45">
                  <c:v>0.3764705882352941</c:v>
                </c:pt>
                <c:pt idx="46">
                  <c:v>0.37209302325581395</c:v>
                </c:pt>
                <c:pt idx="47">
                  <c:v>0.367816091954023</c:v>
                </c:pt>
                <c:pt idx="48">
                  <c:v>0.36363636363636365</c:v>
                </c:pt>
                <c:pt idx="49">
                  <c:v>0.3595505617977528</c:v>
                </c:pt>
                <c:pt idx="50">
                  <c:v>0.35555555555555557</c:v>
                </c:pt>
                <c:pt idx="51">
                  <c:v>0.3516483516483517</c:v>
                </c:pt>
                <c:pt idx="52">
                  <c:v>0.34782608695652173</c:v>
                </c:pt>
                <c:pt idx="53">
                  <c:v>0.34408602150537637</c:v>
                </c:pt>
                <c:pt idx="54">
                  <c:v>0.3404255319148936</c:v>
                </c:pt>
                <c:pt idx="55">
                  <c:v>0.3368421052631579</c:v>
                </c:pt>
                <c:pt idx="56">
                  <c:v>0.3333333333333333</c:v>
                </c:pt>
                <c:pt idx="57">
                  <c:v>0.32989690721649484</c:v>
                </c:pt>
                <c:pt idx="58">
                  <c:v>0.32653061224489793</c:v>
                </c:pt>
                <c:pt idx="59">
                  <c:v>0.32323232323232326</c:v>
                </c:pt>
                <c:pt idx="60">
                  <c:v>0.32</c:v>
                </c:pt>
              </c:numCache>
            </c:numRef>
          </c:yVal>
          <c:smooth val="0"/>
        </c:ser>
        <c:ser>
          <c:idx val="8"/>
          <c:order val="8"/>
          <c:tx>
            <c:strRef>
              <c:f>Sheet1!$B$645</c:f>
              <c:strCache>
                <c:ptCount val="1"/>
                <c:pt idx="0">
                  <c:v>Institutions</c:v>
                </c:pt>
              </c:strCache>
            </c:strRef>
          </c:tx>
          <c:spPr>
            <a:ln>
              <a:noFill/>
            </a:ln>
          </c:spPr>
          <c:marker>
            <c:symbol val="circle"/>
            <c:size val="8"/>
            <c:spPr>
              <a:solidFill>
                <a:srgbClr val="000000"/>
              </a:solidFill>
              <a:ln>
                <a:noFill/>
              </a:ln>
            </c:spPr>
          </c:marker>
          <c:xVal>
            <c:numRef>
              <c:f>Sheet1!$A$646:$A$656</c:f>
              <c:numCache>
                <c:formatCode>General</c:formatCode>
                <c:ptCount val="11"/>
                <c:pt idx="0">
                  <c:v>115796.8617984309</c:v>
                </c:pt>
                <c:pt idx="1">
                  <c:v>117859.51859956236</c:v>
                </c:pt>
                <c:pt idx="2">
                  <c:v>132089.5652173913</c:v>
                </c:pt>
                <c:pt idx="3">
                  <c:v>257833.10549100023</c:v>
                </c:pt>
                <c:pt idx="4">
                  <c:v>276252.19626168226</c:v>
                </c:pt>
                <c:pt idx="5">
                  <c:v>334639.54986102635</c:v>
                </c:pt>
                <c:pt idx="6">
                  <c:v>375437.75611917156</c:v>
                </c:pt>
                <c:pt idx="7">
                  <c:v>468176.02309956134</c:v>
                </c:pt>
                <c:pt idx="8">
                  <c:v>535663.8125</c:v>
                </c:pt>
                <c:pt idx="9">
                  <c:v>592844.5281081543</c:v>
                </c:pt>
                <c:pt idx="10">
                  <c:v>915817.3312795939</c:v>
                </c:pt>
              </c:numCache>
            </c:numRef>
          </c:xVal>
          <c:yVal>
            <c:numRef>
              <c:f>Sheet1!$B$646:$B$656</c:f>
              <c:numCache>
                <c:formatCode>General</c:formatCode>
                <c:ptCount val="11"/>
                <c:pt idx="0">
                  <c:v>0.43964051671032345</c:v>
                </c:pt>
                <c:pt idx="1">
                  <c:v>0.43273340289407336</c:v>
                </c:pt>
                <c:pt idx="2">
                  <c:v>0.4014553155632213</c:v>
                </c:pt>
                <c:pt idx="3">
                  <c:v>0.4281829874530489</c:v>
                </c:pt>
                <c:pt idx="4">
                  <c:v>0.4095330066306404</c:v>
                </c:pt>
                <c:pt idx="5">
                  <c:v>0.4716388980501059</c:v>
                </c:pt>
                <c:pt idx="6">
                  <c:v>0.44738264705209924</c:v>
                </c:pt>
                <c:pt idx="7">
                  <c:v>0.43607026700960766</c:v>
                </c:pt>
                <c:pt idx="8">
                  <c:v>0.5033167374919507</c:v>
                </c:pt>
                <c:pt idx="9">
                  <c:v>0.4067717103115302</c:v>
                </c:pt>
                <c:pt idx="10">
                  <c:v>0.44265292815299373</c:v>
                </c:pt>
              </c:numCache>
            </c:numRef>
          </c:yVal>
          <c:smooth val="0"/>
        </c:ser>
        <c:axId val="-2128940872"/>
        <c:axId val="-2129643912"/>
      </c:scatterChart>
      <c:valAx>
        <c:axId val="-2128940872"/>
        <c:scaling>
          <c:orientation val="minMax"/>
          <c:max val="1000000.0"/>
          <c:min val="0.0"/>
        </c:scaling>
        <c:delete val="0"/>
        <c:axPos val="b"/>
        <c:title>
          <c:tx>
            <c:rich>
              <a:bodyPr/>
              <a:lstStyle/>
              <a:p>
                <a:pPr>
                  <a:defRPr/>
                </a:pPr>
                <a:r>
                  <a:rPr sz="1000" b="1">
                    <a:solidFill>
                      <a:srgbClr val="000000"/>
                    </a:solidFill>
                    <a:latin typeface="Lato"/>
                  </a:rPr>
                  <a:t>Core unlevered cash operating expenses (excluding depreciation, amortization and interest) per student ($K)</a:t>
                </a:r>
              </a:p>
            </c:rich>
          </c:tx>
          <c:layout/>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0"/>
      </c:valAx>
      <c:valAx>
        <c:axId val="-2129643912"/>
        <c:scaling>
          <c:orientation val="minMax"/>
          <c:max val="0.8"/>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S&amp;W as % of core operating expenses</a:t>
                </a:r>
              </a:p>
            </c:rich>
          </c:tx>
          <c:layout/>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0.1"/>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C2C23C-EAF9-DB4F-8FB3-776AE18F72F0}" type="datetimeFigureOut">
              <a:rPr lang="en-GB" smtClean="0"/>
              <a:t>25/09/2024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B7FD-A539-704B-8F87-6F5211B8E901}" type="slidenum">
              <a:rPr lang="en-GB" smtClean="0"/>
              <a:t>‹#›</a:t>
            </a:fld>
            <a:endParaRPr lang="en-GB"/>
          </a:p>
        </p:txBody>
      </p:sp>
    </p:spTree>
    <p:extLst>
      <p:ext uri="{BB962C8B-B14F-4D97-AF65-F5344CB8AC3E}">
        <p14:creationId xmlns:p14="http://schemas.microsoft.com/office/powerpoint/2010/main" val="1772702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Rebuilt on the Northeastern template as a native chart (data behind it is editable: right-click &gt; Edit Data; institution names are in column C of the embedded sheet).</a:t>
            </a:r>
          </a:p>
          <a:p>
            <a:r>
              <a:t>- Vanderbilt logo removed; Vanderbilt is now a navy label like the other private institutions. Northeastern is the red marker and label.</a:t>
            </a:r>
          </a:p>
          <a:p>
            <a:r>
              <a:t>- Axis, title and footnote 1 now say "after entry": the Scorecard field MD_EARN_WNE_P10 is measured 10 years after enrollment, not 10 years after graduation (the original title/axis said graduation while its footnote said enrollment).</a:t>
            </a:r>
          </a:p>
          <a:p>
            <a:r>
              <a:t>- Removed Vanderbilt-internal speaker notes and the 'VU Factbook' reference.</a:t>
            </a:r>
          </a:p>
          <a:p/>
          <a:p>
            <a:r>
              <a:t>CHECKS RUN ON THE ORIGINAL DATA (Oct 2023 Scorecard release, 1,557 institutions)</a:t>
            </a:r>
          </a:p>
          <a:p>
            <a:r>
              <a:t>- 587 public + 970 private = 1,557. Vanderbilt ranks 53th by earnings (matches the original title; no ties). Northeastern ranks 38th (88,842 earnings; net price 34,255).</a:t>
            </a:r>
          </a:p>
          <a:p>
            <a:r>
              <a:t>- The plotted trendline is an ordinary least-squares fit on private institutions only (slope 1.035, intercept $29,753, r = 0.49, R-squared about 0.24): a weak fit, so 'better deal / worse deal' is a directional read, not a finding.</a:t>
            </a:r>
          </a:p>
          <a:p/>
          <a:p>
            <a:r>
              <a:t>STATUS: prior-vintage data. Refresh with the latest College Scorecard institution file and re-run the same filters (see Note). University of the Sciences (merged into Saint Joseph's in 2022) should drop out on refresh.</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Rebuilt as a native chart; values are in the embedded sheet (x = percent agreeing, y = survey year).</a:t>
            </a:r>
          </a:p>
          <a:p>
            <a:r>
              <a:t>- Colors: Faculty red, Trustees grey, Sr. Administrators black (original used yellow / white / blue letter badges).</a:t>
            </a:r>
          </a:p>
          <a:p>
            <a:r>
              <a:t>- The source line now reads 2015-2024 and the 2013 trustee note was dropped because 2013 is no longer shown.</a:t>
            </a:r>
          </a:p>
          <a:p>
            <a:r>
              <a:t>- Wording added to the scale note: respondents are business officers rating each group. These are perceptions of others, not self-reports by faculty or trustees, and business officers are themselves part of the 'Sr. Administrators' group.</a:t>
            </a:r>
          </a:p>
          <a:p/>
          <a:p>
            <a:r>
              <a:t>CHECKS</a:t>
            </a:r>
          </a:p>
          <a:p>
            <a:r>
              <a:t>- All 30 plotted values (2015-2024 x 3 groups) were read from the original slide's labels. The original hand-placed dots sat within 1.2 points of their labels on average (max 3.6), so the rebuild changes no reading.</a:t>
            </a:r>
          </a:p>
          <a:p>
            <a:r>
              <a:t>- Gap between Faculty and Trustees: 46 points in 2015 (33% vs 79%), 47 points in 2024 (44% vs 91%). The gap is persistent rather than widening; Sr. Administrators vs Faculty narrowed from 55 to 51 points.</a:t>
            </a:r>
          </a:p>
          <a:p/>
          <a:p>
            <a:r>
              <a:t>STATUS: 2025 (and a newer 2026 edition published July 2026) not yet added. The question wording has to be confirmed in those reports before plotting; see cover note.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University logos removed. In the original they were hand-placed pictures floating over a chart that plotted only the eight iso-lines, so nothing tied a logo to its data. Every institution is now a real data point (x = core operating expense per student, y = S&amp;W share) with a label.</a:t>
            </a:r>
          </a:p>
          <a:p>
            <a:r>
              <a:t>- Original labels dropped the K on several values (Emory '$269', iso-lines '$160'...'$320') and truncated Emory's students ('16,00'); fixed. Stanford's x-value ($915,817) sat past the original axis maximum ($900,000); axis now runs to $1,000K.</a:t>
            </a:r>
          </a:p>
          <a:p>
            <a:r>
              <a:t>- Title reworded to a descriptive FY23 statement; the original 'more cost-efficient than peers' claim is not supported by S&amp;W per student alone (health systems and research enterprises inflate it) and will be reframed once Northeastern, BU and MIT are added.</a:t>
            </a:r>
          </a:p>
          <a:p/>
          <a:p>
            <a:r>
              <a:t>CHECKS</a:t>
            </a:r>
          </a:p>
          <a:p>
            <a:r>
              <a:t>- For all 11 institutions: S&amp;W per student = S&amp;W / students, opex per student = core opex / students, and S&amp;W share = S&amp;W / core opex reproduce the workbook. S&amp;W per student = x-value times y-value, so each point sits on its iso-line.</a:t>
            </a:r>
          </a:p>
          <a:p>
            <a:r>
              <a:t>- Emory (16,000) and Northwestern (23,000) student counts are round numbers, so they are estimates; the other counts look like exact enrollment. Refresh should use one consistent IPEDS fall-enrollment definition for every school.</a:t>
            </a:r>
          </a:p>
          <a:p/>
          <a:p>
            <a:r>
              <a:t>STATUS: FY23 data. FY25 update and the Northeastern, Boston University and MIT rows are pending. MIT's figures include Lincoln Laboratory; Stanford's include SLAC and the hospitals; both need a footnote when added.</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jpe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microsoft.com/office/2007/relationships/hdphoto" Target="../media/hdphoto3.wdp"/><Relationship Id="rId4" Type="http://schemas.openxmlformats.org/officeDocument/2006/relationships/image" Target="../media/image7.jpeg"/><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hdphoto4.wdp"/><Relationship Id="rId4" Type="http://schemas.openxmlformats.org/officeDocument/2006/relationships/image" Target="../media/image9.jpeg"/><Relationship Id="rId5"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5.wdp"/><Relationship Id="rId4" Type="http://schemas.openxmlformats.org/officeDocument/2006/relationships/image" Target="../media/image11.jpeg"/><Relationship Id="rId5"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microsoft.com/office/2007/relationships/hdphoto" Target="../media/hdphoto6.wdp"/><Relationship Id="rId4" Type="http://schemas.openxmlformats.org/officeDocument/2006/relationships/image" Target="../media/image13.jpeg"/><Relationship Id="rId5"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7.wdp"/><Relationship Id="rId4" Type="http://schemas.openxmlformats.org/officeDocument/2006/relationships/image" Target="../media/image15.jpeg"/><Relationship Id="rId5"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microsoft.com/office/2007/relationships/hdphoto" Target="../media/hdphoto8.wdp"/><Relationship Id="rId4" Type="http://schemas.openxmlformats.org/officeDocument/2006/relationships/image" Target="../media/image17.jpeg"/><Relationship Id="rId5"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microsoft.com/office/2007/relationships/hdphoto" Target="../media/hdphoto9.wdp"/><Relationship Id="rId4" Type="http://schemas.openxmlformats.org/officeDocument/2006/relationships/image" Target="../media/image19.jpeg"/><Relationship Id="rId5"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microsoft.com/office/2007/relationships/hdphoto" Target="../media/hdphoto10.wdp"/><Relationship Id="rId4" Type="http://schemas.openxmlformats.org/officeDocument/2006/relationships/image" Target="../media/image21.jpeg"/><Relationship Id="rId5"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microsoft.com/office/2007/relationships/hdphoto" Target="../media/hdphoto11.wdp"/><Relationship Id="rId4" Type="http://schemas.openxmlformats.org/officeDocument/2006/relationships/image" Target="../media/image23.jpeg"/><Relationship Id="rId5"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microsoft.com/office/2007/relationships/hdphoto" Target="../media/hdphoto12.wdp"/><Relationship Id="rId4" Type="http://schemas.openxmlformats.org/officeDocument/2006/relationships/image" Target="../media/image25.jpeg"/><Relationship Id="rId5"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microsoft.com/office/2007/relationships/hdphoto" Target="../media/hdphoto13.wdp"/><Relationship Id="rId4" Type="http://schemas.openxmlformats.org/officeDocument/2006/relationships/image" Target="../media/image27.jpeg"/><Relationship Id="rId5"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microsoft.com/office/2007/relationships/hdphoto" Target="../media/hdphoto14.wdp"/><Relationship Id="rId4" Type="http://schemas.openxmlformats.org/officeDocument/2006/relationships/image" Target="../media/image29.jpeg"/><Relationship Id="rId5"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microsoft.com/office/2007/relationships/hdphoto" Target="../media/hdphoto15.wdp"/><Relationship Id="rId4"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e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eg"/><Relationship Id="rId3"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e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eg"/><Relationship Id="rId3" Type="http://schemas.openxmlformats.org/officeDocument/2006/relationships/image" Target="../media/image3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 Id="rId3"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e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e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e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eg"/><Relationship Id="rId3" Type="http://schemas.openxmlformats.org/officeDocument/2006/relationships/image" Target="../media/image3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eg"/><Relationship Id="rId3" Type="http://schemas.openxmlformats.org/officeDocument/2006/relationships/image" Target="../media/image3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e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B29387-FDC7-0AFA-999E-15C034DAC15B}"/>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7996"/>
          </a:xfrm>
          <a:prstGeom prst="rect">
            <a:avLst/>
          </a:prstGeom>
        </p:spPr>
      </p:pic>
      <p:pic>
        <p:nvPicPr>
          <p:cNvPr id="7" name="Picture 6">
            <a:extLst>
              <a:ext uri="{FF2B5EF4-FFF2-40B4-BE49-F238E27FC236}">
                <a16:creationId xmlns:a16="http://schemas.microsoft.com/office/drawing/2014/main" id="{2E5EC26B-A24F-D2C1-1818-0DF529A0A5B7}"/>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68854" y="0"/>
            <a:ext cx="8937628" cy="4253582"/>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623409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0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7961A6-1262-5F89-CBFC-125421F9BB8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43128" y="1"/>
            <a:ext cx="3307028" cy="6857999"/>
          </a:xfrm>
          <a:custGeom>
            <a:avLst/>
            <a:gdLst>
              <a:gd name="connsiteX0" fmla="*/ 0 w 3307028"/>
              <a:gd name="connsiteY0" fmla="*/ 0 h 6857999"/>
              <a:gd name="connsiteX1" fmla="*/ 3307028 w 3307028"/>
              <a:gd name="connsiteY1" fmla="*/ 0 h 6857999"/>
              <a:gd name="connsiteX2" fmla="*/ 3307028 w 3307028"/>
              <a:gd name="connsiteY2" fmla="*/ 6857999 h 6857999"/>
              <a:gd name="connsiteX3" fmla="*/ 0 w 3307028"/>
              <a:gd name="connsiteY3" fmla="*/ 6857999 h 6857999"/>
            </a:gdLst>
            <a:ahLst/>
            <a:cxnLst>
              <a:cxn ang="0">
                <a:pos x="connsiteX0" y="connsiteY0"/>
              </a:cxn>
              <a:cxn ang="0">
                <a:pos x="connsiteX1" y="connsiteY1"/>
              </a:cxn>
              <a:cxn ang="0">
                <a:pos x="connsiteX2" y="connsiteY2"/>
              </a:cxn>
              <a:cxn ang="0">
                <a:pos x="connsiteX3" y="connsiteY3"/>
              </a:cxn>
            </a:cxnLst>
            <a:rect l="l" t="t" r="r" b="b"/>
            <a:pathLst>
              <a:path w="3307028" h="6857999">
                <a:moveTo>
                  <a:pt x="0" y="0"/>
                </a:moveTo>
                <a:lnTo>
                  <a:pt x="3307028" y="0"/>
                </a:lnTo>
                <a:lnTo>
                  <a:pt x="3307028" y="6857999"/>
                </a:lnTo>
                <a:lnTo>
                  <a:pt x="0" y="6857999"/>
                </a:lnTo>
                <a:close/>
              </a:path>
            </a:pathLst>
          </a:custGeom>
        </p:spPr>
      </p:pic>
      <p:pic>
        <p:nvPicPr>
          <p:cNvPr id="4" name="Picture 3">
            <a:extLst>
              <a:ext uri="{FF2B5EF4-FFF2-40B4-BE49-F238E27FC236}">
                <a16:creationId xmlns:a16="http://schemas.microsoft.com/office/drawing/2014/main" id="{B4FADC4F-775F-984A-FE19-93A6B0EB057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38"/>
          <a:stretch/>
        </p:blipFill>
        <p:spPr>
          <a:xfrm>
            <a:off x="3263900" y="0"/>
            <a:ext cx="8947442"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B02DA5C7-D881-0B7C-D29D-E5003481FDF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00060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0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717601-75DB-D444-AD70-88592F751A3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l="-587"/>
          <a:stretch/>
        </p:blipFill>
        <p:spPr>
          <a:xfrm>
            <a:off x="-19048" y="0"/>
            <a:ext cx="3263900" cy="6858000"/>
          </a:xfrm>
          <a:prstGeom prst="rect">
            <a:avLst/>
          </a:prstGeom>
        </p:spPr>
      </p:pic>
      <p:pic>
        <p:nvPicPr>
          <p:cNvPr id="7" name="Picture 6">
            <a:extLst>
              <a:ext uri="{FF2B5EF4-FFF2-40B4-BE49-F238E27FC236}">
                <a16:creationId xmlns:a16="http://schemas.microsoft.com/office/drawing/2014/main" id="{910E4C99-7E79-1384-E59D-B617365A9783}"/>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44852"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41450072-8832-F326-44A9-97D8EA615E7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031217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0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870811-1768-7E6F-7EBD-F99B32C2444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1"/>
            <a:ext cx="3263900" cy="6857997"/>
          </a:xfrm>
          <a:prstGeom prst="rect">
            <a:avLst/>
          </a:prstGeom>
        </p:spPr>
      </p:pic>
      <p:pic>
        <p:nvPicPr>
          <p:cNvPr id="4" name="Picture 3">
            <a:extLst>
              <a:ext uri="{FF2B5EF4-FFF2-40B4-BE49-F238E27FC236}">
                <a16:creationId xmlns:a16="http://schemas.microsoft.com/office/drawing/2014/main" id="{864D76C3-4798-98AA-AA49-EC7A999964A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212"/>
          <a:stretch/>
        </p:blipFill>
        <p:spPr>
          <a:xfrm>
            <a:off x="3244852" y="1"/>
            <a:ext cx="8947148"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89636F9-7B45-C1B0-57CA-C341B6E9323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1744313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0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F5C4334-D4F3-6A79-BDF6-95F3E1A20637}"/>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8000"/>
          </a:xfrm>
          <a:prstGeom prst="rect">
            <a:avLst/>
          </a:prstGeom>
        </p:spPr>
      </p:pic>
      <p:pic>
        <p:nvPicPr>
          <p:cNvPr id="7" name="Picture 6">
            <a:extLst>
              <a:ext uri="{FF2B5EF4-FFF2-40B4-BE49-F238E27FC236}">
                <a16:creationId xmlns:a16="http://schemas.microsoft.com/office/drawing/2014/main" id="{201F9491-C989-A7E6-2C1F-EAB5D6D87D3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07"/>
          <a:stretch/>
        </p:blipFill>
        <p:spPr>
          <a:xfrm>
            <a:off x="3263900" y="1"/>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93A451A5-3AF4-C026-3ED3-053DB8150B0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549041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05">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F92125-2B89-2D6B-05ED-2CD46483C458}"/>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2"/>
            <a:ext cx="3282948" cy="6857996"/>
          </a:xfrm>
          <a:prstGeom prst="rect">
            <a:avLst/>
          </a:prstGeom>
        </p:spPr>
      </p:pic>
      <p:pic>
        <p:nvPicPr>
          <p:cNvPr id="4" name="Picture 3">
            <a:extLst>
              <a:ext uri="{FF2B5EF4-FFF2-40B4-BE49-F238E27FC236}">
                <a16:creationId xmlns:a16="http://schemas.microsoft.com/office/drawing/2014/main" id="{5D2931ED-241F-A8DA-C81C-E6DD144AE30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263900"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123885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0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B978B1-61C1-0E7A-BC45-6363BBFDA4C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7"/>
            <a:ext cx="12191999" cy="2618913"/>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D0D2E1B4-1F6F-C6BF-51F8-9AD37C2E861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39087"/>
          </a:xfrm>
          <a:prstGeom prst="rect">
            <a:avLst/>
          </a:prstGeom>
        </p:spPr>
      </p:pic>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301A1944-51C2-E9E8-A00E-38AB3575AF0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96284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0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FD3708-C3A3-A639-96AE-15468AEBEDD6}"/>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b="-3"/>
          <a:stretch/>
        </p:blipFill>
        <p:spPr>
          <a:xfrm>
            <a:off x="0" y="4253582"/>
            <a:ext cx="12192001" cy="2604418"/>
          </a:xfrm>
          <a:prstGeom prst="rect">
            <a:avLst/>
          </a:prstGeom>
        </p:spPr>
      </p:pic>
      <p:pic>
        <p:nvPicPr>
          <p:cNvPr id="4" name="Picture 3">
            <a:extLst>
              <a:ext uri="{FF2B5EF4-FFF2-40B4-BE49-F238E27FC236}">
                <a16:creationId xmlns:a16="http://schemas.microsoft.com/office/drawing/2014/main" id="{F7D7EBCC-E995-C5E6-9A85-43AF07EDFC8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3446" y="0"/>
            <a:ext cx="12178554"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C91D40E-03E8-45D4-D975-63E7B9B19D7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47356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ver 0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8786E5-D2E8-A6FC-3834-253AE889400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6"/>
            <a:ext cx="12192001" cy="2618913"/>
          </a:xfrm>
          <a:prstGeom prst="rect">
            <a:avLst/>
          </a:prstGeom>
        </p:spPr>
      </p:pic>
      <p:pic>
        <p:nvPicPr>
          <p:cNvPr id="5" name="Picture 4">
            <a:extLst>
              <a:ext uri="{FF2B5EF4-FFF2-40B4-BE49-F238E27FC236}">
                <a16:creationId xmlns:a16="http://schemas.microsoft.com/office/drawing/2014/main" id="{6ED51A76-BB53-BCBC-7CA0-4D39A016ED5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39087"/>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50054D5B-E732-122B-D892-A7B85C4045E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8678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ver 0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629097-DBCD-C30E-191C-A118D159C3B3}"/>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53582"/>
            <a:ext cx="12192001" cy="2604418"/>
          </a:xfrm>
          <a:prstGeom prst="rect">
            <a:avLst/>
          </a:prstGeom>
        </p:spPr>
      </p:pic>
      <p:pic>
        <p:nvPicPr>
          <p:cNvPr id="4" name="Picture 3">
            <a:extLst>
              <a:ext uri="{FF2B5EF4-FFF2-40B4-BE49-F238E27FC236}">
                <a16:creationId xmlns:a16="http://schemas.microsoft.com/office/drawing/2014/main" id="{995714D1-B447-9F54-710C-700BFEB2988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2BCE826F-FEC5-5A11-D1CE-B84ADFD88CC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2612872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10">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A47434-8253-5CEA-93AC-73BA346008F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a:stretch/>
        </p:blipFill>
        <p:spPr>
          <a:xfrm>
            <a:off x="-1" y="4253582"/>
            <a:ext cx="12192001" cy="2604418"/>
          </a:xfrm>
          <a:prstGeom prst="rect">
            <a:avLst/>
          </a:prstGeom>
        </p:spPr>
      </p:pic>
      <p:pic>
        <p:nvPicPr>
          <p:cNvPr id="5" name="Picture 4">
            <a:extLst>
              <a:ext uri="{FF2B5EF4-FFF2-40B4-BE49-F238E27FC236}">
                <a16:creationId xmlns:a16="http://schemas.microsoft.com/office/drawing/2014/main" id="{AEA98092-0F71-6272-9A71-361714429EF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0" cy="4241224"/>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635B97CD-EFEE-99BF-AAB1-BE4999FEBCA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269939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ver 1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FD7D0-BD0A-0EDA-FB7C-00E8258ACEA2}"/>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3750" b="4194"/>
          <a:stretch/>
        </p:blipFill>
        <p:spPr>
          <a:xfrm>
            <a:off x="0" y="4253581"/>
            <a:ext cx="12192000" cy="2604418"/>
          </a:xfrm>
          <a:prstGeom prst="rect">
            <a:avLst/>
          </a:prstGeom>
        </p:spPr>
      </p:pic>
      <p:pic>
        <p:nvPicPr>
          <p:cNvPr id="4" name="Picture 3">
            <a:extLst>
              <a:ext uri="{FF2B5EF4-FFF2-40B4-BE49-F238E27FC236}">
                <a16:creationId xmlns:a16="http://schemas.microsoft.com/office/drawing/2014/main" id="{3DFEB6A3-53AE-1E3B-7C63-2AB3ACDE1850}"/>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1"/>
            <a:ext cx="12192000"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45102578-AE4F-1A5B-5ADF-528D60C9155A}"/>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48236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CC4C3B-A0EE-40B1-826D-A5CCAE277709}"/>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r="1805"/>
          <a:stretch/>
        </p:blipFill>
        <p:spPr>
          <a:xfrm>
            <a:off x="0" y="4253580"/>
            <a:ext cx="12191999" cy="2604419"/>
          </a:xfrm>
          <a:prstGeom prst="rect">
            <a:avLst/>
          </a:prstGeom>
        </p:spPr>
      </p:pic>
      <p:pic>
        <p:nvPicPr>
          <p:cNvPr id="5" name="Picture 4">
            <a:extLst>
              <a:ext uri="{FF2B5EF4-FFF2-40B4-BE49-F238E27FC236}">
                <a16:creationId xmlns:a16="http://schemas.microsoft.com/office/drawing/2014/main" id="{95E893A2-C7D9-C053-3448-7E1E8F175B0C}"/>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EA0803CD-12F1-BB6A-1010-13480627AAD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91469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1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B8D4D-E2E7-7F7D-614C-F450AFA575AA}"/>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0937" y="4253580"/>
            <a:ext cx="12202936" cy="2604419"/>
          </a:xfrm>
          <a:prstGeom prst="rect">
            <a:avLst/>
          </a:prstGeom>
        </p:spPr>
      </p:pic>
      <p:pic>
        <p:nvPicPr>
          <p:cNvPr id="4" name="Picture 3">
            <a:extLst>
              <a:ext uri="{FF2B5EF4-FFF2-40B4-BE49-F238E27FC236}">
                <a16:creationId xmlns:a16="http://schemas.microsoft.com/office/drawing/2014/main" id="{F4E2702F-F9CE-D6EF-06EC-8606813E689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0937" y="0"/>
            <a:ext cx="12202936"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72A021D3-C409-A252-40DF-F76094B2D457}"/>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579167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14 (Branded)">
    <p:spTree>
      <p:nvGrpSpPr>
        <p:cNvPr id="1" name=""/>
        <p:cNvGrpSpPr/>
        <p:nvPr/>
      </p:nvGrpSpPr>
      <p:grpSpPr>
        <a:xfrm>
          <a:off x="0" y="0"/>
          <a:ext cx="0" cy="0"/>
          <a:chOff x="0" y="0"/>
          <a:chExt cx="0" cy="0"/>
        </a:xfrm>
      </p:grpSpPr>
      <p:pic>
        <p:nvPicPr>
          <p:cNvPr id="2" name="Kép 5">
            <a:extLst>
              <a:ext uri="{FF2B5EF4-FFF2-40B4-BE49-F238E27FC236}">
                <a16:creationId xmlns:a16="http://schemas.microsoft.com/office/drawing/2014/main" id="{B61063A1-C477-F9D8-4AAD-322B494B2D8A}"/>
              </a:ext>
            </a:extLst>
          </p:cNvPr>
          <p:cNvPicPr>
            <a:picLocks noChangeAspect="1"/>
          </p:cNvPicPr>
          <p:nvPr userDrawn="1"/>
        </p:nvPicPr>
        <p:blipFill rotWithShape="1">
          <a:blip r:embed="rId2" cstate="screen">
            <a:alphaModFix/>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1682" r="-10048"/>
          <a:stretch/>
        </p:blipFill>
        <p:spPr>
          <a:xfrm>
            <a:off x="5794319" y="2017485"/>
            <a:ext cx="7031766" cy="4876800"/>
          </a:xfrm>
          <a:prstGeom prst="rect">
            <a:avLst/>
          </a:prstGeom>
        </p:spPr>
      </p:pic>
      <p:pic>
        <p:nvPicPr>
          <p:cNvPr id="3" name="Picture 2">
            <a:extLst>
              <a:ext uri="{FF2B5EF4-FFF2-40B4-BE49-F238E27FC236}">
                <a16:creationId xmlns:a16="http://schemas.microsoft.com/office/drawing/2014/main" id="{37D59360-DFC4-D2A7-80EB-7561184EAE01}"/>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30435" y="6143676"/>
            <a:ext cx="2714755" cy="233085"/>
          </a:xfrm>
          <a:prstGeom prst="rect">
            <a:avLst/>
          </a:prstGeom>
        </p:spPr>
      </p:pic>
      <p:cxnSp>
        <p:nvCxnSpPr>
          <p:cNvPr id="5" name="Straight Connector 6">
            <a:extLst>
              <a:ext uri="{FF2B5EF4-FFF2-40B4-BE49-F238E27FC236}">
                <a16:creationId xmlns:a16="http://schemas.microsoft.com/office/drawing/2014/main" id="{D9E078E0-D141-240D-7836-CA244491814D}"/>
              </a:ext>
            </a:extLst>
          </p:cNvPr>
          <p:cNvCxnSpPr>
            <a:cxnSpLocks/>
          </p:cNvCxnSpPr>
          <p:nvPr userDrawn="1"/>
        </p:nvCxnSpPr>
        <p:spPr>
          <a:xfrm>
            <a:off x="930435" y="2403"/>
            <a:ext cx="0" cy="328689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8285D10C-BD5A-E3E0-C14D-9E973B8C7845}"/>
              </a:ext>
            </a:extLst>
          </p:cNvPr>
          <p:cNvSpPr>
            <a:spLocks noGrp="1"/>
          </p:cNvSpPr>
          <p:nvPr>
            <p:ph type="body" sz="quarter" idx="10" hasCustomPrompt="1"/>
          </p:nvPr>
        </p:nvSpPr>
        <p:spPr>
          <a:xfrm>
            <a:off x="1323975" y="821487"/>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0D597A8B-484E-0739-EBA7-640786CFE122}"/>
              </a:ext>
            </a:extLst>
          </p:cNvPr>
          <p:cNvSpPr>
            <a:spLocks noGrp="1"/>
          </p:cNvSpPr>
          <p:nvPr>
            <p:ph type="body" sz="quarter" idx="11" hasCustomPrompt="1"/>
          </p:nvPr>
        </p:nvSpPr>
        <p:spPr>
          <a:xfrm>
            <a:off x="1323975" y="1506535"/>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3" name="Text Placeholder 14">
            <a:extLst>
              <a:ext uri="{FF2B5EF4-FFF2-40B4-BE49-F238E27FC236}">
                <a16:creationId xmlns:a16="http://schemas.microsoft.com/office/drawing/2014/main" id="{078605DE-933B-2C94-093F-666D9C65A0A5}"/>
              </a:ext>
            </a:extLst>
          </p:cNvPr>
          <p:cNvSpPr>
            <a:spLocks noGrp="1"/>
          </p:cNvSpPr>
          <p:nvPr>
            <p:ph type="body" sz="quarter" idx="12" hasCustomPrompt="1"/>
          </p:nvPr>
        </p:nvSpPr>
        <p:spPr>
          <a:xfrm>
            <a:off x="1323975" y="2283574"/>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spTree>
    <p:extLst>
      <p:ext uri="{BB962C8B-B14F-4D97-AF65-F5344CB8AC3E}">
        <p14:creationId xmlns:p14="http://schemas.microsoft.com/office/powerpoint/2010/main" val="1672802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8" name="Kép 10">
            <a:extLst>
              <a:ext uri="{FF2B5EF4-FFF2-40B4-BE49-F238E27FC236}">
                <a16:creationId xmlns:a16="http://schemas.microsoft.com/office/drawing/2014/main" id="{3409B7DB-94EC-2A1B-B1E6-067C9E60E55A}"/>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5" name="Straight Connector 6">
            <a:extLst>
              <a:ext uri="{FF2B5EF4-FFF2-40B4-BE49-F238E27FC236}">
                <a16:creationId xmlns:a16="http://schemas.microsoft.com/office/drawing/2014/main" id="{AB07703A-BEC6-4E4C-C89D-9A63B5C62C6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11" name="Text Placeholder 9">
            <a:extLst>
              <a:ext uri="{FF2B5EF4-FFF2-40B4-BE49-F238E27FC236}">
                <a16:creationId xmlns:a16="http://schemas.microsoft.com/office/drawing/2014/main" id="{65B9CB6E-33BB-B790-D9CB-DC71D08FE35C}"/>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Font typeface="Arial" panose="020B0604020202020204" pitchFamily="34" charse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 name="Text Placeholder 2">
            <a:extLst>
              <a:ext uri="{FF2B5EF4-FFF2-40B4-BE49-F238E27FC236}">
                <a16:creationId xmlns:a16="http://schemas.microsoft.com/office/drawing/2014/main" id="{685F6F82-9564-0A97-2512-39EF882DE448}"/>
              </a:ext>
            </a:extLst>
          </p:cNvPr>
          <p:cNvSpPr>
            <a:spLocks noGrp="1"/>
          </p:cNvSpPr>
          <p:nvPr>
            <p:ph type="body" sz="quarter" idx="13" hasCustomPrompt="1"/>
          </p:nvPr>
        </p:nvSpPr>
        <p:spPr>
          <a:xfrm>
            <a:off x="1725123" y="2485016"/>
            <a:ext cx="10107612" cy="3153600"/>
          </a:xfrm>
          <a:prstGeom prst="rect">
            <a:avLst/>
          </a:prstGeom>
        </p:spPr>
        <p:txBody>
          <a:bodyPr/>
          <a:lstStyle>
            <a:lvl1pPr>
              <a:lnSpc>
                <a:spcPct val="200000"/>
              </a:lnSpc>
              <a:spcBef>
                <a:spcPts val="0"/>
              </a:spcBef>
              <a:spcAft>
                <a:spcPts val="600"/>
              </a:spcAft>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add text….</a:t>
            </a:r>
          </a:p>
          <a:p>
            <a:pPr lvl="0"/>
            <a:r>
              <a:rPr lang="en-US"/>
              <a:t>Click to add text….</a:t>
            </a:r>
          </a:p>
          <a:p>
            <a:pPr lvl="0"/>
            <a:r>
              <a:rPr lang="en-US"/>
              <a:t>Click to add text….</a:t>
            </a:r>
          </a:p>
          <a:p>
            <a:pPr lvl="0"/>
            <a:r>
              <a:rPr lang="en-US"/>
              <a:t>Click to add text….</a:t>
            </a:r>
          </a:p>
          <a:p>
            <a:pPr lvl="0"/>
            <a:r>
              <a:rPr lang="en-US"/>
              <a:t>Click to add text….</a:t>
            </a:r>
            <a:endParaRPr lang="ru-RU"/>
          </a:p>
        </p:txBody>
      </p:sp>
      <p:pic>
        <p:nvPicPr>
          <p:cNvPr id="4" name="Picture 3">
            <a:extLst>
              <a:ext uri="{FF2B5EF4-FFF2-40B4-BE49-F238E27FC236}">
                <a16:creationId xmlns:a16="http://schemas.microsoft.com/office/drawing/2014/main" id="{1CD9153F-BEE1-DBB5-F942-AECF7B816F3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042721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ansition slide 01">
    <p:spTree>
      <p:nvGrpSpPr>
        <p:cNvPr id="1" name=""/>
        <p:cNvGrpSpPr/>
        <p:nvPr/>
      </p:nvGrpSpPr>
      <p:grpSpPr>
        <a:xfrm>
          <a:off x="0" y="0"/>
          <a:ext cx="0" cy="0"/>
          <a:chOff x="0" y="0"/>
          <a:chExt cx="0" cy="0"/>
        </a:xfrm>
      </p:grpSpPr>
      <p:pic>
        <p:nvPicPr>
          <p:cNvPr id="4" name="Kép 10">
            <a:extLst>
              <a:ext uri="{FF2B5EF4-FFF2-40B4-BE49-F238E27FC236}">
                <a16:creationId xmlns:a16="http://schemas.microsoft.com/office/drawing/2014/main" id="{431C3264-B391-826A-59B8-15D6540E8C1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 y="0"/>
            <a:ext cx="12192002" cy="3214996"/>
          </a:xfrm>
          <a:prstGeom prst="rect">
            <a:avLst/>
          </a:prstGeom>
          <a:ln>
            <a:noFill/>
          </a:ln>
        </p:spPr>
      </p:pic>
      <p:sp>
        <p:nvSpPr>
          <p:cNvPr id="3" name="Rectangle 5">
            <a:extLst>
              <a:ext uri="{FF2B5EF4-FFF2-40B4-BE49-F238E27FC236}">
                <a16:creationId xmlns:a16="http://schemas.microsoft.com/office/drawing/2014/main" id="{2AE0D507-8DC5-C2B8-86AD-4218CA361156}"/>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2" name="Straight Connector 6">
            <a:extLst>
              <a:ext uri="{FF2B5EF4-FFF2-40B4-BE49-F238E27FC236}">
                <a16:creationId xmlns:a16="http://schemas.microsoft.com/office/drawing/2014/main" id="{D5407E20-FE1F-AF05-31DB-019C62FC4257}"/>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3" name="Text Placeholder 9">
            <a:extLst>
              <a:ext uri="{FF2B5EF4-FFF2-40B4-BE49-F238E27FC236}">
                <a16:creationId xmlns:a16="http://schemas.microsoft.com/office/drawing/2014/main" id="{95C9696D-D987-8F67-0368-009853A6FD1D}"/>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5" name="Picture 4">
            <a:extLst>
              <a:ext uri="{FF2B5EF4-FFF2-40B4-BE49-F238E27FC236}">
                <a16:creationId xmlns:a16="http://schemas.microsoft.com/office/drawing/2014/main" id="{6B22E60F-E9A3-D5E4-A1D3-69A8E37E679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268681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ransition slide 02">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1A8185E4-CF1C-A65E-2100-E4621AE2D15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3214996"/>
          </a:xfrm>
          <a:prstGeom prst="rect">
            <a:avLst/>
          </a:prstGeom>
        </p:spPr>
      </p:pic>
      <p:sp>
        <p:nvSpPr>
          <p:cNvPr id="3" name="Rectangle 5">
            <a:extLst>
              <a:ext uri="{FF2B5EF4-FFF2-40B4-BE49-F238E27FC236}">
                <a16:creationId xmlns:a16="http://schemas.microsoft.com/office/drawing/2014/main" id="{8C721D1B-86E0-7C7E-8548-EA6CB03867B4}"/>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3" name="Straight Connector 6">
            <a:extLst>
              <a:ext uri="{FF2B5EF4-FFF2-40B4-BE49-F238E27FC236}">
                <a16:creationId xmlns:a16="http://schemas.microsoft.com/office/drawing/2014/main" id="{3FA1CDE3-325E-AD5A-34B0-CB5492E887F4}"/>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9109A0CA-5395-E791-233E-A71001E5F4F0}"/>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A73AA4E1-E65C-9E19-616E-77B0D7F20A3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67526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ransition slide 03">
    <p:spTree>
      <p:nvGrpSpPr>
        <p:cNvPr id="1" name=""/>
        <p:cNvGrpSpPr/>
        <p:nvPr/>
      </p:nvGrpSpPr>
      <p:grpSpPr>
        <a:xfrm>
          <a:off x="0" y="0"/>
          <a:ext cx="0" cy="0"/>
          <a:chOff x="0" y="0"/>
          <a:chExt cx="0" cy="0"/>
        </a:xfrm>
      </p:grpSpPr>
      <p:pic>
        <p:nvPicPr>
          <p:cNvPr id="7" name="Kép 10">
            <a:extLst>
              <a:ext uri="{FF2B5EF4-FFF2-40B4-BE49-F238E27FC236}">
                <a16:creationId xmlns:a16="http://schemas.microsoft.com/office/drawing/2014/main" id="{78C359A8-2CCD-4121-C645-54328C6A053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2001" cy="3214996"/>
          </a:xfrm>
          <a:prstGeom prst="rect">
            <a:avLst/>
          </a:prstGeom>
        </p:spPr>
      </p:pic>
      <p:sp>
        <p:nvSpPr>
          <p:cNvPr id="3" name="Rectangle 5">
            <a:extLst>
              <a:ext uri="{FF2B5EF4-FFF2-40B4-BE49-F238E27FC236}">
                <a16:creationId xmlns:a16="http://schemas.microsoft.com/office/drawing/2014/main" id="{BD981C00-6BE6-28D3-7E73-ADF1EF4186DD}"/>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1" name="Straight Connector 6">
            <a:extLst>
              <a:ext uri="{FF2B5EF4-FFF2-40B4-BE49-F238E27FC236}">
                <a16:creationId xmlns:a16="http://schemas.microsoft.com/office/drawing/2014/main" id="{E694B79D-DEDC-9B27-0049-9F87C4E32CBB}"/>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C816425-3FC2-9A7B-2B7C-E18A226352F6}"/>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73BAC2F3-1D6E-D9F7-4A78-98523A30029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764572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04 (Branded)">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557D964C-A5EA-C90E-36EA-363F88B0DA48}"/>
              </a:ext>
            </a:extLst>
          </p:cNvPr>
          <p:cNvCxnSpPr>
            <a:cxnSpLocks/>
          </p:cNvCxnSpPr>
          <p:nvPr userDrawn="1"/>
        </p:nvCxnSpPr>
        <p:spPr>
          <a:xfrm flipH="1">
            <a:off x="-6" y="5088972"/>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9">
            <a:extLst>
              <a:ext uri="{FF2B5EF4-FFF2-40B4-BE49-F238E27FC236}">
                <a16:creationId xmlns:a16="http://schemas.microsoft.com/office/drawing/2014/main" id="{24E85491-6F92-566D-FA30-83D5CCAEBF62}"/>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3" name="Picture 2">
            <a:extLst>
              <a:ext uri="{FF2B5EF4-FFF2-40B4-BE49-F238E27FC236}">
                <a16:creationId xmlns:a16="http://schemas.microsoft.com/office/drawing/2014/main" id="{0A07467C-1266-67FE-77FF-613B9BFAEF32}"/>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216719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lated Data slide">
    <p:spTree>
      <p:nvGrpSpPr>
        <p:cNvPr id="1" name=""/>
        <p:cNvGrpSpPr/>
        <p:nvPr/>
      </p:nvGrpSpPr>
      <p:grpSpPr>
        <a:xfrm>
          <a:off x="0" y="0"/>
          <a:ext cx="0" cy="0"/>
          <a:chOff x="0" y="0"/>
          <a:chExt cx="0" cy="0"/>
        </a:xfrm>
      </p:grpSpPr>
      <p:grpSp>
        <p:nvGrpSpPr>
          <p:cNvPr id="8" name="Csoportba foglalás 12">
            <a:extLst>
              <a:ext uri="{FF2B5EF4-FFF2-40B4-BE49-F238E27FC236}">
                <a16:creationId xmlns:a16="http://schemas.microsoft.com/office/drawing/2014/main" id="{7CA7D99E-79D3-8416-A510-918A5A97E41B}"/>
              </a:ext>
            </a:extLst>
          </p:cNvPr>
          <p:cNvGrpSpPr/>
          <p:nvPr userDrawn="1"/>
        </p:nvGrpSpPr>
        <p:grpSpPr>
          <a:xfrm>
            <a:off x="3671888" y="-1"/>
            <a:ext cx="8520113" cy="6857999"/>
            <a:chOff x="3671888" y="-1"/>
            <a:chExt cx="8520113" cy="6857999"/>
          </a:xfrm>
        </p:grpSpPr>
        <p:pic>
          <p:nvPicPr>
            <p:cNvPr id="9" name="Picture 15">
              <a:extLst>
                <a:ext uri="{FF2B5EF4-FFF2-40B4-BE49-F238E27FC236}">
                  <a16:creationId xmlns:a16="http://schemas.microsoft.com/office/drawing/2014/main" id="{A2E37D47-FC8F-4E98-F75D-45C10AFB9E0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4" name="Rectangle 5">
              <a:extLst>
                <a:ext uri="{FF2B5EF4-FFF2-40B4-BE49-F238E27FC236}">
                  <a16:creationId xmlns:a16="http://schemas.microsoft.com/office/drawing/2014/main" id="{4A0520F5-2511-1089-56BA-437FF86E059F}"/>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10" name="Straight Connector 6">
            <a:extLst>
              <a:ext uri="{FF2B5EF4-FFF2-40B4-BE49-F238E27FC236}">
                <a16:creationId xmlns:a16="http://schemas.microsoft.com/office/drawing/2014/main" id="{5DB07CEB-3A6F-E7A8-635C-974C1F5C38C7}"/>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Text Placeholder 9">
            <a:extLst>
              <a:ext uri="{FF2B5EF4-FFF2-40B4-BE49-F238E27FC236}">
                <a16:creationId xmlns:a16="http://schemas.microsoft.com/office/drawing/2014/main" id="{557CDAD2-D952-76AE-9917-9C5FBE54EC4E}"/>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9" name="Text Placeholder 9">
            <a:extLst>
              <a:ext uri="{FF2B5EF4-FFF2-40B4-BE49-F238E27FC236}">
                <a16:creationId xmlns:a16="http://schemas.microsoft.com/office/drawing/2014/main" id="{69B7CF34-3571-8923-BEED-F69D9AB72D6C}"/>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0" name="Oval 19">
            <a:extLst>
              <a:ext uri="{FF2B5EF4-FFF2-40B4-BE49-F238E27FC236}">
                <a16:creationId xmlns:a16="http://schemas.microsoft.com/office/drawing/2014/main" id="{C320386E-9C32-A7DB-020A-6567BACDCA5B}"/>
              </a:ext>
            </a:extLst>
          </p:cNvPr>
          <p:cNvSpPr/>
          <p:nvPr userDrawn="1"/>
        </p:nvSpPr>
        <p:spPr>
          <a:xfrm>
            <a:off x="7010713" y="1386054"/>
            <a:ext cx="4104955" cy="4104955"/>
          </a:xfrm>
          <a:prstGeom prst="ellipse">
            <a:avLst/>
          </a:prstGeom>
          <a:solidFill>
            <a:srgbClr val="FFFFFF"/>
          </a:solidFill>
          <a:ln w="12700" cap="flat" cmpd="sng" algn="ctr">
            <a:solidFill>
              <a:srgbClr val="D31B2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rgbClr val="000000"/>
              </a:solidFill>
              <a:effectLst/>
              <a:uLnTx/>
              <a:uFillTx/>
              <a:latin typeface="Lato"/>
              <a:ea typeface="+mn-ea"/>
              <a:cs typeface="+mn-cs"/>
            </a:endParaRPr>
          </a:p>
        </p:txBody>
      </p:sp>
      <p:sp>
        <p:nvSpPr>
          <p:cNvPr id="25" name="Oval 24">
            <a:extLst>
              <a:ext uri="{FF2B5EF4-FFF2-40B4-BE49-F238E27FC236}">
                <a16:creationId xmlns:a16="http://schemas.microsoft.com/office/drawing/2014/main" id="{96C8EB1B-9ED9-F8C9-8A9C-0199C211A120}"/>
              </a:ext>
            </a:extLst>
          </p:cNvPr>
          <p:cNvSpPr/>
          <p:nvPr userDrawn="1"/>
        </p:nvSpPr>
        <p:spPr>
          <a:xfrm>
            <a:off x="5091241" y="936405"/>
            <a:ext cx="2775645" cy="2775645"/>
          </a:xfrm>
          <a:prstGeom prst="ellipse">
            <a:avLst/>
          </a:prstGeom>
          <a:gradFill>
            <a:gsLst>
              <a:gs pos="63000">
                <a:srgbClr val="FFFFFF"/>
              </a:gs>
              <a:gs pos="100000">
                <a:srgbClr val="FFFFFF">
                  <a:alpha val="0"/>
                </a:srgbClr>
              </a:gs>
            </a:gsLst>
            <a:lin ang="0" scaled="0"/>
          </a:gradFill>
          <a:ln w="12700" cap="flat" cmpd="sng" algn="ctr">
            <a:solidFill>
              <a:srgbClr val="0ECCDE"/>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700" b="0" i="0" u="none" strike="noStrike" kern="0" cap="none" spc="0" normalizeH="0" baseline="0" noProof="0">
              <a:ln>
                <a:noFill/>
              </a:ln>
              <a:solidFill>
                <a:srgbClr val="000000"/>
              </a:solidFill>
              <a:effectLst/>
              <a:uLnTx/>
              <a:uFillTx/>
              <a:latin typeface="Lato"/>
              <a:ea typeface="+mn-ea"/>
              <a:cs typeface="+mn-cs"/>
            </a:endParaRPr>
          </a:p>
        </p:txBody>
      </p:sp>
      <p:sp>
        <p:nvSpPr>
          <p:cNvPr id="21" name="Text Placeholder 20">
            <a:extLst>
              <a:ext uri="{FF2B5EF4-FFF2-40B4-BE49-F238E27FC236}">
                <a16:creationId xmlns:a16="http://schemas.microsoft.com/office/drawing/2014/main" id="{2A863A92-DE45-4DF4-3D73-B15B072F3D96}"/>
              </a:ext>
            </a:extLst>
          </p:cNvPr>
          <p:cNvSpPr>
            <a:spLocks noGrp="1"/>
          </p:cNvSpPr>
          <p:nvPr>
            <p:ph type="body" sz="quarter" idx="13" hasCustomPrompt="1"/>
          </p:nvPr>
        </p:nvSpPr>
        <p:spPr>
          <a:xfrm>
            <a:off x="5541327" y="1768553"/>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2"/>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2" name="Text Placeholder 20">
            <a:extLst>
              <a:ext uri="{FF2B5EF4-FFF2-40B4-BE49-F238E27FC236}">
                <a16:creationId xmlns:a16="http://schemas.microsoft.com/office/drawing/2014/main" id="{74C13545-7E97-9EB8-6128-BCB97F8D03DB}"/>
              </a:ext>
            </a:extLst>
          </p:cNvPr>
          <p:cNvSpPr>
            <a:spLocks noGrp="1"/>
          </p:cNvSpPr>
          <p:nvPr>
            <p:ph type="body" sz="quarter" idx="14" hasCustomPrompt="1"/>
          </p:nvPr>
        </p:nvSpPr>
        <p:spPr>
          <a:xfrm>
            <a:off x="5554300" y="2445406"/>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3" name="Text Placeholder 20">
            <a:extLst>
              <a:ext uri="{FF2B5EF4-FFF2-40B4-BE49-F238E27FC236}">
                <a16:creationId xmlns:a16="http://schemas.microsoft.com/office/drawing/2014/main" id="{83B62779-1F3B-E13F-28D9-DFE2BB427BF9}"/>
              </a:ext>
            </a:extLst>
          </p:cNvPr>
          <p:cNvSpPr>
            <a:spLocks noGrp="1"/>
          </p:cNvSpPr>
          <p:nvPr>
            <p:ph type="body" sz="quarter" idx="15" hasCustomPrompt="1"/>
          </p:nvPr>
        </p:nvSpPr>
        <p:spPr>
          <a:xfrm>
            <a:off x="8125453" y="2884880"/>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4" name="Text Placeholder 20">
            <a:extLst>
              <a:ext uri="{FF2B5EF4-FFF2-40B4-BE49-F238E27FC236}">
                <a16:creationId xmlns:a16="http://schemas.microsoft.com/office/drawing/2014/main" id="{EFAE3CC6-2818-0015-B1A4-41939D2B225D}"/>
              </a:ext>
            </a:extLst>
          </p:cNvPr>
          <p:cNvSpPr>
            <a:spLocks noGrp="1"/>
          </p:cNvSpPr>
          <p:nvPr>
            <p:ph type="body" sz="quarter" idx="16" hasCustomPrompt="1"/>
          </p:nvPr>
        </p:nvSpPr>
        <p:spPr>
          <a:xfrm>
            <a:off x="8138427" y="3561733"/>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pic>
        <p:nvPicPr>
          <p:cNvPr id="2" name="Picture 1">
            <a:extLst>
              <a:ext uri="{FF2B5EF4-FFF2-40B4-BE49-F238E27FC236}">
                <a16:creationId xmlns:a16="http://schemas.microsoft.com/office/drawing/2014/main" id="{CB229484-FA55-18A9-C374-399E16950CA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9243252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nn Diagram">
    <p:spTree>
      <p:nvGrpSpPr>
        <p:cNvPr id="1" name=""/>
        <p:cNvGrpSpPr/>
        <p:nvPr/>
      </p:nvGrpSpPr>
      <p:grpSpPr>
        <a:xfrm>
          <a:off x="0" y="0"/>
          <a:ext cx="0" cy="0"/>
          <a:chOff x="0" y="0"/>
          <a:chExt cx="0" cy="0"/>
        </a:xfrm>
      </p:grpSpPr>
      <p:grpSp>
        <p:nvGrpSpPr>
          <p:cNvPr id="10" name="Csoportba foglalás 12">
            <a:extLst>
              <a:ext uri="{FF2B5EF4-FFF2-40B4-BE49-F238E27FC236}">
                <a16:creationId xmlns:a16="http://schemas.microsoft.com/office/drawing/2014/main" id="{88A59E48-B51C-9744-8150-707A91BE4B40}"/>
              </a:ext>
            </a:extLst>
          </p:cNvPr>
          <p:cNvGrpSpPr/>
          <p:nvPr userDrawn="1"/>
        </p:nvGrpSpPr>
        <p:grpSpPr>
          <a:xfrm>
            <a:off x="3671888" y="-1"/>
            <a:ext cx="8520113" cy="6857999"/>
            <a:chOff x="3671888" y="-1"/>
            <a:chExt cx="8520113" cy="6857999"/>
          </a:xfrm>
        </p:grpSpPr>
        <p:pic>
          <p:nvPicPr>
            <p:cNvPr id="11" name="Picture 15">
              <a:extLst>
                <a:ext uri="{FF2B5EF4-FFF2-40B4-BE49-F238E27FC236}">
                  <a16:creationId xmlns:a16="http://schemas.microsoft.com/office/drawing/2014/main" id="{8B7AB3FE-4AD0-5BF7-3EE5-10D21516C4E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2" name="Rectangle 5">
              <a:extLst>
                <a:ext uri="{FF2B5EF4-FFF2-40B4-BE49-F238E27FC236}">
                  <a16:creationId xmlns:a16="http://schemas.microsoft.com/office/drawing/2014/main" id="{F833582A-ABF9-5EF2-E217-4095C95B44AD}"/>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grpSp>
      <p:pic>
        <p:nvPicPr>
          <p:cNvPr id="13" name="Picture 12">
            <a:extLst>
              <a:ext uri="{FF2B5EF4-FFF2-40B4-BE49-F238E27FC236}">
                <a16:creationId xmlns:a16="http://schemas.microsoft.com/office/drawing/2014/main" id="{B5089005-AF30-E3C7-27A4-6705D0A0BB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grpSp>
        <p:nvGrpSpPr>
          <p:cNvPr id="22" name="Group 21">
            <a:extLst>
              <a:ext uri="{FF2B5EF4-FFF2-40B4-BE49-F238E27FC236}">
                <a16:creationId xmlns:a16="http://schemas.microsoft.com/office/drawing/2014/main" id="{DF5C4DC1-F29A-7830-D02A-E7FFDF6C93CC}"/>
              </a:ext>
            </a:extLst>
          </p:cNvPr>
          <p:cNvGrpSpPr/>
          <p:nvPr userDrawn="1"/>
        </p:nvGrpSpPr>
        <p:grpSpPr>
          <a:xfrm>
            <a:off x="5449651" y="935973"/>
            <a:ext cx="4964586" cy="4617721"/>
            <a:chOff x="5344482" y="914901"/>
            <a:chExt cx="4964586" cy="4617721"/>
          </a:xfrm>
        </p:grpSpPr>
        <p:sp>
          <p:nvSpPr>
            <p:cNvPr id="23" name="Oval 15">
              <a:extLst>
                <a:ext uri="{FF2B5EF4-FFF2-40B4-BE49-F238E27FC236}">
                  <a16:creationId xmlns:a16="http://schemas.microsoft.com/office/drawing/2014/main" id="{9AAC9F55-2E95-2EA2-473D-A95E542FADF1}"/>
                </a:ext>
              </a:extLst>
            </p:cNvPr>
            <p:cNvSpPr/>
            <p:nvPr/>
          </p:nvSpPr>
          <p:spPr>
            <a:xfrm>
              <a:off x="7540782" y="914901"/>
              <a:ext cx="2768286" cy="2768286"/>
            </a:xfrm>
            <a:prstGeom prst="ellipse">
              <a:avLst/>
            </a:prstGeom>
            <a:solidFill>
              <a:srgbClr val="FFFFFF">
                <a:alpha val="50000"/>
              </a:srgbClr>
            </a:solidFill>
            <a:ln w="12700" cap="flat" cmpd="sng" algn="ctr">
              <a:solidFill>
                <a:srgbClr val="D31B2C"/>
              </a:solidFill>
              <a:prstDash val="solid"/>
              <a:miter lim="800000"/>
            </a:ln>
            <a:effectLst/>
          </p:spPr>
          <p:txBody>
            <a:bodyPr lIns="324000" rIns="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24" name="Oval 18">
              <a:extLst>
                <a:ext uri="{FF2B5EF4-FFF2-40B4-BE49-F238E27FC236}">
                  <a16:creationId xmlns:a16="http://schemas.microsoft.com/office/drawing/2014/main" id="{50EED221-66F4-D375-71BA-03E104C5C9C8}"/>
                </a:ext>
              </a:extLst>
            </p:cNvPr>
            <p:cNvSpPr/>
            <p:nvPr/>
          </p:nvSpPr>
          <p:spPr>
            <a:xfrm>
              <a:off x="6442632" y="2764336"/>
              <a:ext cx="2768286" cy="2768286"/>
            </a:xfrm>
            <a:prstGeom prst="ellipse">
              <a:avLst/>
            </a:prstGeom>
            <a:solidFill>
              <a:srgbClr val="FFFFFF">
                <a:alpha val="50000"/>
              </a:srgbClr>
            </a:solidFill>
            <a:ln w="12700" cap="flat" cmpd="sng" algn="ctr">
              <a:solidFill>
                <a:srgbClr val="827878"/>
              </a:solidFill>
              <a:prstDash val="solid"/>
              <a:miter lim="800000"/>
            </a:ln>
            <a:effectLst/>
          </p:spPr>
          <p:txBody>
            <a:bodyPr tIns="46800"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33" name="Oval 19">
              <a:extLst>
                <a:ext uri="{FF2B5EF4-FFF2-40B4-BE49-F238E27FC236}">
                  <a16:creationId xmlns:a16="http://schemas.microsoft.com/office/drawing/2014/main" id="{1907B287-8F57-2F40-ED6C-9E136D43CDBF}"/>
                </a:ext>
              </a:extLst>
            </p:cNvPr>
            <p:cNvSpPr/>
            <p:nvPr/>
          </p:nvSpPr>
          <p:spPr>
            <a:xfrm>
              <a:off x="5344482" y="914901"/>
              <a:ext cx="2768286" cy="2768286"/>
            </a:xfrm>
            <a:prstGeom prst="ellipse">
              <a:avLst/>
            </a:prstGeom>
            <a:solidFill>
              <a:srgbClr val="FFFFFF">
                <a:alpha val="50000"/>
              </a:srgbClr>
            </a:solidFill>
            <a:ln w="12700" cap="flat" cmpd="sng" algn="ctr">
              <a:solidFill>
                <a:srgbClr val="0ECCDE"/>
              </a:solidFill>
              <a:prstDash val="solid"/>
              <a:miter lim="800000"/>
            </a:ln>
            <a:effectLst/>
          </p:spPr>
          <p:txBody>
            <a:bodyPr lIns="0" rIns="32400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grpSp>
      <p:cxnSp>
        <p:nvCxnSpPr>
          <p:cNvPr id="9" name="Straight Connector 6">
            <a:extLst>
              <a:ext uri="{FF2B5EF4-FFF2-40B4-BE49-F238E27FC236}">
                <a16:creationId xmlns:a16="http://schemas.microsoft.com/office/drawing/2014/main" id="{67EF4BA4-8F80-560F-63D7-462D0F8AF331}"/>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Text Placeholder 20">
            <a:extLst>
              <a:ext uri="{FF2B5EF4-FFF2-40B4-BE49-F238E27FC236}">
                <a16:creationId xmlns:a16="http://schemas.microsoft.com/office/drawing/2014/main" id="{3E0CA4AB-CB17-B67A-EB7B-094CCB54B4D9}"/>
              </a:ext>
            </a:extLst>
          </p:cNvPr>
          <p:cNvSpPr>
            <a:spLocks noGrp="1"/>
          </p:cNvSpPr>
          <p:nvPr>
            <p:ph type="body" sz="quarter" idx="15" hasCustomPrompt="1"/>
          </p:nvPr>
        </p:nvSpPr>
        <p:spPr>
          <a:xfrm>
            <a:off x="80923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0" name="Text Placeholder 20">
            <a:extLst>
              <a:ext uri="{FF2B5EF4-FFF2-40B4-BE49-F238E27FC236}">
                <a16:creationId xmlns:a16="http://schemas.microsoft.com/office/drawing/2014/main" id="{92E84C48-48EF-93B5-C6FA-7252AF6108FC}"/>
              </a:ext>
            </a:extLst>
          </p:cNvPr>
          <p:cNvSpPr>
            <a:spLocks noGrp="1"/>
          </p:cNvSpPr>
          <p:nvPr>
            <p:ph type="body" sz="quarter" idx="16" hasCustomPrompt="1"/>
          </p:nvPr>
        </p:nvSpPr>
        <p:spPr>
          <a:xfrm>
            <a:off x="81053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31" name="Text Placeholder 20">
            <a:extLst>
              <a:ext uri="{FF2B5EF4-FFF2-40B4-BE49-F238E27FC236}">
                <a16:creationId xmlns:a16="http://schemas.microsoft.com/office/drawing/2014/main" id="{58D89EFE-9346-B40E-8867-D8CC170A3ADD}"/>
              </a:ext>
            </a:extLst>
          </p:cNvPr>
          <p:cNvSpPr>
            <a:spLocks noGrp="1"/>
          </p:cNvSpPr>
          <p:nvPr>
            <p:ph type="body" sz="quarter" idx="17" hasCustomPrompt="1"/>
          </p:nvPr>
        </p:nvSpPr>
        <p:spPr>
          <a:xfrm>
            <a:off x="6994207" y="3610207"/>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2" name="Text Placeholder 20">
            <a:extLst>
              <a:ext uri="{FF2B5EF4-FFF2-40B4-BE49-F238E27FC236}">
                <a16:creationId xmlns:a16="http://schemas.microsoft.com/office/drawing/2014/main" id="{2282450C-389F-1668-74C6-069E6D4DA3B5}"/>
              </a:ext>
            </a:extLst>
          </p:cNvPr>
          <p:cNvSpPr>
            <a:spLocks noGrp="1"/>
          </p:cNvSpPr>
          <p:nvPr>
            <p:ph type="body" sz="quarter" idx="18" hasCustomPrompt="1"/>
          </p:nvPr>
        </p:nvSpPr>
        <p:spPr>
          <a:xfrm>
            <a:off x="7007181" y="4309439"/>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5" name="Text Placeholder 9">
            <a:extLst>
              <a:ext uri="{FF2B5EF4-FFF2-40B4-BE49-F238E27FC236}">
                <a16:creationId xmlns:a16="http://schemas.microsoft.com/office/drawing/2014/main" id="{C9E7FC48-A1DE-9EB5-8391-D5F56622214A}"/>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6" name="Text Placeholder 9">
            <a:extLst>
              <a:ext uri="{FF2B5EF4-FFF2-40B4-BE49-F238E27FC236}">
                <a16:creationId xmlns:a16="http://schemas.microsoft.com/office/drawing/2014/main" id="{BC7C4572-2C46-F458-C99D-E325DCED99B5}"/>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7" name="Text Placeholder 20">
            <a:extLst>
              <a:ext uri="{FF2B5EF4-FFF2-40B4-BE49-F238E27FC236}">
                <a16:creationId xmlns:a16="http://schemas.microsoft.com/office/drawing/2014/main" id="{6E3643BC-4B92-79ED-5F57-1DF1A338B526}"/>
              </a:ext>
            </a:extLst>
          </p:cNvPr>
          <p:cNvSpPr>
            <a:spLocks noGrp="1"/>
          </p:cNvSpPr>
          <p:nvPr>
            <p:ph type="body" sz="quarter" idx="13" hasCustomPrompt="1"/>
          </p:nvPr>
        </p:nvSpPr>
        <p:spPr>
          <a:xfrm>
            <a:off x="58960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8" name="Text Placeholder 20">
            <a:extLst>
              <a:ext uri="{FF2B5EF4-FFF2-40B4-BE49-F238E27FC236}">
                <a16:creationId xmlns:a16="http://schemas.microsoft.com/office/drawing/2014/main" id="{3AA7EBE8-011E-53DB-71AE-974260E4E2FA}"/>
              </a:ext>
            </a:extLst>
          </p:cNvPr>
          <p:cNvSpPr>
            <a:spLocks noGrp="1"/>
          </p:cNvSpPr>
          <p:nvPr>
            <p:ph type="body" sz="quarter" idx="14" hasCustomPrompt="1"/>
          </p:nvPr>
        </p:nvSpPr>
        <p:spPr>
          <a:xfrm>
            <a:off x="59090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Tree>
    <p:extLst>
      <p:ext uri="{BB962C8B-B14F-4D97-AF65-F5344CB8AC3E}">
        <p14:creationId xmlns:p14="http://schemas.microsoft.com/office/powerpoint/2010/main" val="2737089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cxnSp>
        <p:nvCxnSpPr>
          <p:cNvPr id="6" name="Straight Connector 6">
            <a:extLst>
              <a:ext uri="{FF2B5EF4-FFF2-40B4-BE49-F238E27FC236}">
                <a16:creationId xmlns:a16="http://schemas.microsoft.com/office/drawing/2014/main" id="{139E81B4-0368-88B0-8C34-B3D4959B186C}"/>
              </a:ext>
            </a:extLst>
          </p:cNvPr>
          <p:cNvCxnSpPr>
            <a:cxnSpLocks/>
          </p:cNvCxnSpPr>
          <p:nvPr userDrawn="1"/>
        </p:nvCxnSpPr>
        <p:spPr>
          <a:xfrm flipH="1">
            <a:off x="-6" y="4916348"/>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F15F808-085C-2B1C-F17B-891B0A546329}"/>
              </a:ext>
            </a:extLst>
          </p:cNvPr>
          <p:cNvSpPr>
            <a:spLocks noGrp="1"/>
          </p:cNvSpPr>
          <p:nvPr>
            <p:ph type="body" sz="quarter" idx="11" hasCustomPrompt="1"/>
          </p:nvPr>
        </p:nvSpPr>
        <p:spPr>
          <a:xfrm>
            <a:off x="765717" y="4707372"/>
            <a:ext cx="525408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3" name="Text Placeholder 9">
            <a:extLst>
              <a:ext uri="{FF2B5EF4-FFF2-40B4-BE49-F238E27FC236}">
                <a16:creationId xmlns:a16="http://schemas.microsoft.com/office/drawing/2014/main" id="{9B671D21-E91B-C512-3B51-02FA6A2C5F91}"/>
              </a:ext>
            </a:extLst>
          </p:cNvPr>
          <p:cNvSpPr>
            <a:spLocks noGrp="1"/>
          </p:cNvSpPr>
          <p:nvPr>
            <p:ph type="body" sz="quarter" idx="12" hasCustomPrompt="1"/>
          </p:nvPr>
        </p:nvSpPr>
        <p:spPr>
          <a:xfrm>
            <a:off x="765717" y="5241965"/>
            <a:ext cx="5254083" cy="424732"/>
          </a:xfrm>
          <a:prstGeom prst="rect">
            <a:avLst/>
          </a:prstGeom>
        </p:spPr>
        <p:txBody>
          <a:bodyPr wrap="square">
            <a:spAutoFit/>
          </a:bodyPr>
          <a:lstStyle>
            <a:lvl1pPr marL="0" indent="0">
              <a:buNone/>
              <a:defRPr lang="en-US" sz="2400" kern="1200" dirty="0">
                <a:solidFill>
                  <a:schemeClr val="bg1"/>
                </a:solidFill>
                <a:latin typeface="Lato Light" panose="020F0302020204030203" pitchFamily="34" charset="77"/>
                <a:ea typeface="+mn-ea"/>
                <a:cs typeface="+mn-cs"/>
              </a:defRPr>
            </a:lvl1pPr>
          </a:lstStyle>
          <a:p>
            <a:pPr lvl="0"/>
            <a:r>
              <a:rPr lang="en-US"/>
              <a:t>Click to add key message</a:t>
            </a:r>
          </a:p>
        </p:txBody>
      </p:sp>
      <p:pic>
        <p:nvPicPr>
          <p:cNvPr id="3" name="Picture 2">
            <a:extLst>
              <a:ext uri="{FF2B5EF4-FFF2-40B4-BE49-F238E27FC236}">
                <a16:creationId xmlns:a16="http://schemas.microsoft.com/office/drawing/2014/main" id="{32C495ED-EAE7-D083-81F4-C70535B9DFD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4544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 Key Points ">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270DA4D-2DDF-36B0-3C77-2C27983FF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7" name="Rectangle 5">
            <a:extLst>
              <a:ext uri="{FF2B5EF4-FFF2-40B4-BE49-F238E27FC236}">
                <a16:creationId xmlns:a16="http://schemas.microsoft.com/office/drawing/2014/main" id="{C6323931-9FBB-E2D5-6147-B5AC2E7BC2B8}"/>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7" name="Straight Connector 6">
            <a:extLst>
              <a:ext uri="{FF2B5EF4-FFF2-40B4-BE49-F238E27FC236}">
                <a16:creationId xmlns:a16="http://schemas.microsoft.com/office/drawing/2014/main" id="{7F57E6B9-32E1-2369-4395-2FEF130C682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8" name="Rectangle 27">
            <a:extLst>
              <a:ext uri="{FF2B5EF4-FFF2-40B4-BE49-F238E27FC236}">
                <a16:creationId xmlns:a16="http://schemas.microsoft.com/office/drawing/2014/main" id="{6E6B3250-3D2B-77C3-3AB7-42C49345B89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1" name="Straight Connector 6">
            <a:extLst>
              <a:ext uri="{FF2B5EF4-FFF2-40B4-BE49-F238E27FC236}">
                <a16:creationId xmlns:a16="http://schemas.microsoft.com/office/drawing/2014/main" id="{7AAB358B-F853-865C-6497-76396587EFE9}"/>
              </a:ext>
            </a:extLst>
          </p:cNvPr>
          <p:cNvCxnSpPr>
            <a:cxnSpLocks/>
          </p:cNvCxnSpPr>
          <p:nvPr userDrawn="1"/>
        </p:nvCxnSpPr>
        <p:spPr>
          <a:xfrm flipH="1">
            <a:off x="4335506" y="2611410"/>
            <a:ext cx="481257" cy="0"/>
          </a:xfrm>
          <a:prstGeom prst="line">
            <a:avLst/>
          </a:prstGeom>
          <a:noFill/>
          <a:ln w="6350" cap="flat" cmpd="sng" algn="ctr">
            <a:solidFill>
              <a:srgbClr val="D31B2C"/>
            </a:solidFill>
            <a:prstDash val="solid"/>
            <a:miter lim="800000"/>
          </a:ln>
          <a:effectLst/>
        </p:spPr>
      </p:cxnSp>
      <p:cxnSp>
        <p:nvCxnSpPr>
          <p:cNvPr id="34" name="Straight Connector 6">
            <a:extLst>
              <a:ext uri="{FF2B5EF4-FFF2-40B4-BE49-F238E27FC236}">
                <a16:creationId xmlns:a16="http://schemas.microsoft.com/office/drawing/2014/main" id="{A14689FB-2556-FA5C-0420-29127591FA41}"/>
              </a:ext>
            </a:extLst>
          </p:cNvPr>
          <p:cNvCxnSpPr>
            <a:cxnSpLocks/>
          </p:cNvCxnSpPr>
          <p:nvPr userDrawn="1"/>
        </p:nvCxnSpPr>
        <p:spPr>
          <a:xfrm flipH="1">
            <a:off x="6949975" y="2611410"/>
            <a:ext cx="481257" cy="0"/>
          </a:xfrm>
          <a:prstGeom prst="line">
            <a:avLst/>
          </a:prstGeom>
          <a:noFill/>
          <a:ln w="6350" cap="flat" cmpd="sng" algn="ctr">
            <a:solidFill>
              <a:srgbClr val="D31B2C"/>
            </a:solidFill>
            <a:prstDash val="solid"/>
            <a:miter lim="800000"/>
          </a:ln>
          <a:effectLst/>
        </p:spPr>
      </p:cxnSp>
      <p:sp>
        <p:nvSpPr>
          <p:cNvPr id="35" name="Rectangle 34">
            <a:extLst>
              <a:ext uri="{FF2B5EF4-FFF2-40B4-BE49-F238E27FC236}">
                <a16:creationId xmlns:a16="http://schemas.microsoft.com/office/drawing/2014/main" id="{9CC670F5-294D-8F3F-F5B5-E43C986081D9}"/>
              </a:ext>
            </a:extLst>
          </p:cNvPr>
          <p:cNvSpPr/>
          <p:nvPr userDrawn="1"/>
        </p:nvSpPr>
        <p:spPr>
          <a:xfrm>
            <a:off x="9283089"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8" name="Straight Connector 6">
            <a:extLst>
              <a:ext uri="{FF2B5EF4-FFF2-40B4-BE49-F238E27FC236}">
                <a16:creationId xmlns:a16="http://schemas.microsoft.com/office/drawing/2014/main" id="{A048B978-E7E3-E4A5-2DAC-76CB26FF738F}"/>
              </a:ext>
            </a:extLst>
          </p:cNvPr>
          <p:cNvCxnSpPr>
            <a:cxnSpLocks/>
          </p:cNvCxnSpPr>
          <p:nvPr userDrawn="1"/>
        </p:nvCxnSpPr>
        <p:spPr>
          <a:xfrm flipH="1">
            <a:off x="9564443" y="2611410"/>
            <a:ext cx="481257" cy="0"/>
          </a:xfrm>
          <a:prstGeom prst="line">
            <a:avLst/>
          </a:prstGeom>
          <a:noFill/>
          <a:ln w="6350" cap="flat" cmpd="sng" algn="ctr">
            <a:solidFill>
              <a:srgbClr val="D31B2C"/>
            </a:solidFill>
            <a:prstDash val="solid"/>
            <a:miter lim="800000"/>
          </a:ln>
          <a:effectLst/>
        </p:spPr>
      </p:cxnSp>
      <p:pic>
        <p:nvPicPr>
          <p:cNvPr id="39" name="Picture 38" descr="A black and white logo&#10;&#10;Description automatically generated">
            <a:extLst>
              <a:ext uri="{FF2B5EF4-FFF2-40B4-BE49-F238E27FC236}">
                <a16:creationId xmlns:a16="http://schemas.microsoft.com/office/drawing/2014/main" id="{730DAC15-21A4-0BFF-92BA-3ECD25C3793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40" name="Text Placeholder 9">
            <a:extLst>
              <a:ext uri="{FF2B5EF4-FFF2-40B4-BE49-F238E27FC236}">
                <a16:creationId xmlns:a16="http://schemas.microsoft.com/office/drawing/2014/main" id="{7FA46B05-E7C6-A44E-358E-AC7B9B7EEAF7}"/>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Text Placeholder 9">
            <a:extLst>
              <a:ext uri="{FF2B5EF4-FFF2-40B4-BE49-F238E27FC236}">
                <a16:creationId xmlns:a16="http://schemas.microsoft.com/office/drawing/2014/main" id="{F0C0422C-5D59-3482-4581-36C739F5E8E3}"/>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42" name="Text Placeholder 9">
            <a:extLst>
              <a:ext uri="{FF2B5EF4-FFF2-40B4-BE49-F238E27FC236}">
                <a16:creationId xmlns:a16="http://schemas.microsoft.com/office/drawing/2014/main" id="{5B4C8B99-5CB2-E924-F15E-FBBB8239DCC6}"/>
              </a:ext>
            </a:extLst>
          </p:cNvPr>
          <p:cNvSpPr>
            <a:spLocks noGrp="1"/>
          </p:cNvSpPr>
          <p:nvPr>
            <p:ph type="body" sz="quarter" idx="13" hasCustomPrompt="1"/>
          </p:nvPr>
        </p:nvSpPr>
        <p:spPr>
          <a:xfrm>
            <a:off x="4229710"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4" name="Text Placeholder 9">
            <a:extLst>
              <a:ext uri="{FF2B5EF4-FFF2-40B4-BE49-F238E27FC236}">
                <a16:creationId xmlns:a16="http://schemas.microsoft.com/office/drawing/2014/main" id="{414C8DE7-7B8F-61C9-D9D6-445B1934EB8B}"/>
              </a:ext>
            </a:extLst>
          </p:cNvPr>
          <p:cNvSpPr>
            <a:spLocks noGrp="1"/>
          </p:cNvSpPr>
          <p:nvPr>
            <p:ph type="body" sz="quarter" idx="14" hasCustomPrompt="1"/>
          </p:nvPr>
        </p:nvSpPr>
        <p:spPr>
          <a:xfrm>
            <a:off x="6844179"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5" name="Text Placeholder 9">
            <a:extLst>
              <a:ext uri="{FF2B5EF4-FFF2-40B4-BE49-F238E27FC236}">
                <a16:creationId xmlns:a16="http://schemas.microsoft.com/office/drawing/2014/main" id="{0189CFC0-B2DC-9CBE-F374-CC6A4276683E}"/>
              </a:ext>
            </a:extLst>
          </p:cNvPr>
          <p:cNvSpPr>
            <a:spLocks noGrp="1"/>
          </p:cNvSpPr>
          <p:nvPr>
            <p:ph type="body" sz="quarter" idx="15" hasCustomPrompt="1"/>
          </p:nvPr>
        </p:nvSpPr>
        <p:spPr>
          <a:xfrm>
            <a:off x="9458647"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6" name="Text Placeholder 9">
            <a:extLst>
              <a:ext uri="{FF2B5EF4-FFF2-40B4-BE49-F238E27FC236}">
                <a16:creationId xmlns:a16="http://schemas.microsoft.com/office/drawing/2014/main" id="{AB87B982-677A-4480-DFD8-9F8E538630EE}"/>
              </a:ext>
            </a:extLst>
          </p:cNvPr>
          <p:cNvSpPr>
            <a:spLocks noGrp="1"/>
          </p:cNvSpPr>
          <p:nvPr>
            <p:ph type="body" sz="quarter" idx="16" hasCustomPrompt="1"/>
          </p:nvPr>
        </p:nvSpPr>
        <p:spPr>
          <a:xfrm>
            <a:off x="4229710"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7" name="Text Placeholder 9">
            <a:extLst>
              <a:ext uri="{FF2B5EF4-FFF2-40B4-BE49-F238E27FC236}">
                <a16:creationId xmlns:a16="http://schemas.microsoft.com/office/drawing/2014/main" id="{2FF55CB5-76DE-9252-F1EF-31C56C12C38A}"/>
              </a:ext>
            </a:extLst>
          </p:cNvPr>
          <p:cNvSpPr>
            <a:spLocks noGrp="1"/>
          </p:cNvSpPr>
          <p:nvPr>
            <p:ph type="body" sz="quarter" idx="17" hasCustomPrompt="1"/>
          </p:nvPr>
        </p:nvSpPr>
        <p:spPr>
          <a:xfrm>
            <a:off x="6844179"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8" name="Text Placeholder 9">
            <a:extLst>
              <a:ext uri="{FF2B5EF4-FFF2-40B4-BE49-F238E27FC236}">
                <a16:creationId xmlns:a16="http://schemas.microsoft.com/office/drawing/2014/main" id="{813D1230-F1B4-96E0-1E4E-21E43BF3D8F2}"/>
              </a:ext>
            </a:extLst>
          </p:cNvPr>
          <p:cNvSpPr>
            <a:spLocks noGrp="1"/>
          </p:cNvSpPr>
          <p:nvPr>
            <p:ph type="body" sz="quarter" idx="18" hasCustomPrompt="1"/>
          </p:nvPr>
        </p:nvSpPr>
        <p:spPr>
          <a:xfrm>
            <a:off x="9458647"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pic>
        <p:nvPicPr>
          <p:cNvPr id="8" name="Picture 7">
            <a:extLst>
              <a:ext uri="{FF2B5EF4-FFF2-40B4-BE49-F238E27FC236}">
                <a16:creationId xmlns:a16="http://schemas.microsoft.com/office/drawing/2014/main" id="{A2CD940F-EA6E-26BB-8842-EE50343CFF23}"/>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924359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Key Points (2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5">
            <a:extLst>
              <a:ext uri="{FF2B5EF4-FFF2-40B4-BE49-F238E27FC236}">
                <a16:creationId xmlns:a16="http://schemas.microsoft.com/office/drawing/2014/main" id="{6A037539-740F-9B6C-8F6B-41DE1596597F}"/>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303377"/>
            <a:ext cx="7233702"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3962645"/>
            <a:ext cx="7233702" cy="0"/>
          </a:xfrm>
          <a:prstGeom prst="line">
            <a:avLst/>
          </a:prstGeom>
          <a:noFill/>
          <a:ln w="9525" cap="flat" cmpd="sng" algn="ctr">
            <a:solidFill>
              <a:schemeClr val="bg1"/>
            </a:solidFill>
            <a:prstDash val="solid"/>
            <a:miter lim="800000"/>
          </a:ln>
          <a:effectLst/>
        </p:spPr>
      </p:cxnSp>
      <p:pic>
        <p:nvPicPr>
          <p:cNvPr id="54" name="Picture 53" descr="A black and white logo&#10;&#10;Description automatically generated">
            <a:extLst>
              <a:ext uri="{FF2B5EF4-FFF2-40B4-BE49-F238E27FC236}">
                <a16:creationId xmlns:a16="http://schemas.microsoft.com/office/drawing/2014/main" id="{351347ED-732F-D76A-DCB5-F4EC733CA9DB}"/>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100"/>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8"/>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7"/>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4" name="Picture 3">
            <a:extLst>
              <a:ext uri="{FF2B5EF4-FFF2-40B4-BE49-F238E27FC236}">
                <a16:creationId xmlns:a16="http://schemas.microsoft.com/office/drawing/2014/main" id="{D081FE22-567C-A87A-9295-6FEAF14351E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729444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Key Points (3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4" name="Rectangle 5">
            <a:extLst>
              <a:ext uri="{FF2B5EF4-FFF2-40B4-BE49-F238E27FC236}">
                <a16:creationId xmlns:a16="http://schemas.microsoft.com/office/drawing/2014/main" id="{668D81C4-5E36-DD51-FA4E-55ACDF5A7254}"/>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426209"/>
            <a:ext cx="7233702" cy="0"/>
          </a:xfrm>
          <a:prstGeom prst="line">
            <a:avLst/>
          </a:prstGeom>
          <a:noFill/>
          <a:ln w="9525" cap="flat" cmpd="sng" algn="ctr">
            <a:solidFill>
              <a:schemeClr val="bg1"/>
            </a:solidFill>
            <a:prstDash val="solid"/>
            <a:miter lim="800000"/>
          </a:ln>
          <a:effectLst/>
        </p:spPr>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4085477"/>
            <a:ext cx="7233702" cy="0"/>
          </a:xfrm>
          <a:prstGeom prst="line">
            <a:avLst/>
          </a:prstGeom>
          <a:noFill/>
          <a:ln w="9525" cap="flat" cmpd="sng" algn="ctr">
            <a:solidFill>
              <a:schemeClr val="bg1"/>
            </a:solidFill>
            <a:prstDash val="solid"/>
            <a:miter lim="800000"/>
          </a:ln>
          <a:effectLst/>
        </p:spPr>
      </p:cxnSp>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099"/>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7"/>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6"/>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2" name="Picture 1">
            <a:extLst>
              <a:ext uri="{FF2B5EF4-FFF2-40B4-BE49-F238E27FC236}">
                <a16:creationId xmlns:a16="http://schemas.microsoft.com/office/drawing/2014/main" id="{97F7E874-5C1F-DD7D-DD54-333A68117DA5}"/>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254921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pic>
        <p:nvPicPr>
          <p:cNvPr id="13" name="Kép 10">
            <a:extLst>
              <a:ext uri="{FF2B5EF4-FFF2-40B4-BE49-F238E27FC236}">
                <a16:creationId xmlns:a16="http://schemas.microsoft.com/office/drawing/2014/main" id="{84C3ADAF-6C0C-1C62-0576-EBE9DA6A440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222209" cy="6858000"/>
          </a:xfrm>
          <a:prstGeom prst="rect">
            <a:avLst/>
          </a:prstGeom>
        </p:spPr>
      </p:pic>
      <p:sp>
        <p:nvSpPr>
          <p:cNvPr id="4" name="Rectangle 5">
            <a:extLst>
              <a:ext uri="{FF2B5EF4-FFF2-40B4-BE49-F238E27FC236}">
                <a16:creationId xmlns:a16="http://schemas.microsoft.com/office/drawing/2014/main" id="{0B237DAF-5455-E35C-02CB-1C2E73978FD7}"/>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9" name="Straight Connector 6">
            <a:extLst>
              <a:ext uri="{FF2B5EF4-FFF2-40B4-BE49-F238E27FC236}">
                <a16:creationId xmlns:a16="http://schemas.microsoft.com/office/drawing/2014/main" id="{A6AC7960-6A28-F558-6714-30BA4AA215B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0B647211-27A7-4468-08DF-22C18C229181}"/>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BF32276E-1DFE-38B3-513D-0F956126AE16}"/>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5" name="Media Placeholder 24">
            <a:extLst>
              <a:ext uri="{FF2B5EF4-FFF2-40B4-BE49-F238E27FC236}">
                <a16:creationId xmlns:a16="http://schemas.microsoft.com/office/drawing/2014/main" id="{D3D19B6A-3CBC-FBAD-1245-E94A1CE9BE33}"/>
              </a:ext>
            </a:extLst>
          </p:cNvPr>
          <p:cNvSpPr>
            <a:spLocks noGrp="1"/>
          </p:cNvSpPr>
          <p:nvPr>
            <p:ph type="media" sz="quarter" idx="13" hasCustomPrompt="1"/>
          </p:nvPr>
        </p:nvSpPr>
        <p:spPr>
          <a:xfrm>
            <a:off x="3568700" y="638175"/>
            <a:ext cx="8623300" cy="4778375"/>
          </a:xfrm>
          <a:prstGeom prst="rect">
            <a:avLst/>
          </a:prstGeom>
        </p:spPr>
        <p:txBody>
          <a:bodyPr anchor="ctr"/>
          <a:lstStyle>
            <a:lvl1pPr marL="0" indent="0" algn="ctr">
              <a:buNone/>
              <a:defRPr>
                <a:solidFill>
                  <a:schemeClr val="bg1"/>
                </a:solidFill>
              </a:defRPr>
            </a:lvl1pPr>
          </a:lstStyle>
          <a:p>
            <a:r>
              <a:rPr lang="en-US"/>
              <a:t>Click to add video</a:t>
            </a:r>
            <a:endParaRPr lang="ru-RU"/>
          </a:p>
        </p:txBody>
      </p:sp>
      <p:pic>
        <p:nvPicPr>
          <p:cNvPr id="5" name="Picture 4">
            <a:extLst>
              <a:ext uri="{FF2B5EF4-FFF2-40B4-BE49-F238E27FC236}">
                <a16:creationId xmlns:a16="http://schemas.microsoft.com/office/drawing/2014/main" id="{F0960A8E-D9CE-F4C8-BB42-4599BB2FF0B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306603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Upward Growth">
    <p:spTree>
      <p:nvGrpSpPr>
        <p:cNvPr id="1" name=""/>
        <p:cNvGrpSpPr/>
        <p:nvPr/>
      </p:nvGrpSpPr>
      <p:grpSpPr>
        <a:xfrm>
          <a:off x="0" y="0"/>
          <a:ext cx="0" cy="0"/>
          <a:chOff x="0" y="0"/>
          <a:chExt cx="0" cy="0"/>
        </a:xfrm>
      </p:grpSpPr>
      <p:grpSp>
        <p:nvGrpSpPr>
          <p:cNvPr id="16" name="Csoportba foglalás 12">
            <a:extLst>
              <a:ext uri="{FF2B5EF4-FFF2-40B4-BE49-F238E27FC236}">
                <a16:creationId xmlns:a16="http://schemas.microsoft.com/office/drawing/2014/main" id="{8D40BAF4-9BDC-2B3C-4C1C-7C474C9BB183}"/>
              </a:ext>
            </a:extLst>
          </p:cNvPr>
          <p:cNvGrpSpPr/>
          <p:nvPr userDrawn="1"/>
        </p:nvGrpSpPr>
        <p:grpSpPr>
          <a:xfrm>
            <a:off x="3671887" y="0"/>
            <a:ext cx="8520113" cy="6858000"/>
            <a:chOff x="3671888" y="0"/>
            <a:chExt cx="8520113" cy="6858000"/>
          </a:xfrm>
        </p:grpSpPr>
        <p:pic>
          <p:nvPicPr>
            <p:cNvPr id="17" name="Picture 15">
              <a:extLst>
                <a:ext uri="{FF2B5EF4-FFF2-40B4-BE49-F238E27FC236}">
                  <a16:creationId xmlns:a16="http://schemas.microsoft.com/office/drawing/2014/main" id="{8BB2A13D-271D-1C57-3EB0-3E65C06647AB}"/>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9" y="0"/>
              <a:ext cx="8520112" cy="6858000"/>
            </a:xfrm>
            <a:prstGeom prst="rect">
              <a:avLst/>
            </a:prstGeom>
          </p:spPr>
        </p:pic>
        <p:sp>
          <p:nvSpPr>
            <p:cNvPr id="18" name="Rectangle 5">
              <a:extLst>
                <a:ext uri="{FF2B5EF4-FFF2-40B4-BE49-F238E27FC236}">
                  <a16:creationId xmlns:a16="http://schemas.microsoft.com/office/drawing/2014/main" id="{2452B415-3CCE-D2DB-FB7A-5C65F9CB5983}"/>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36" name="Straight Connector 6">
            <a:extLst>
              <a:ext uri="{FF2B5EF4-FFF2-40B4-BE49-F238E27FC236}">
                <a16:creationId xmlns:a16="http://schemas.microsoft.com/office/drawing/2014/main" id="{3CC75229-93A9-8E29-B265-1089295364A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8" name="Straight Connector 6">
            <a:extLst>
              <a:ext uri="{FF2B5EF4-FFF2-40B4-BE49-F238E27FC236}">
                <a16:creationId xmlns:a16="http://schemas.microsoft.com/office/drawing/2014/main" id="{B68A5179-59BC-95C5-1232-C0EF31D1C64D}"/>
              </a:ext>
            </a:extLst>
          </p:cNvPr>
          <p:cNvCxnSpPr>
            <a:cxnSpLocks/>
          </p:cNvCxnSpPr>
          <p:nvPr userDrawn="1"/>
        </p:nvCxnSpPr>
        <p:spPr>
          <a:xfrm flipH="1">
            <a:off x="4030789" y="5648325"/>
            <a:ext cx="1728000" cy="0"/>
          </a:xfrm>
          <a:prstGeom prst="line">
            <a:avLst/>
          </a:prstGeom>
          <a:noFill/>
          <a:ln w="9525" cap="flat" cmpd="sng" algn="ctr">
            <a:solidFill>
              <a:schemeClr val="bg1"/>
            </a:solidFill>
            <a:prstDash val="solid"/>
            <a:miter lim="800000"/>
          </a:ln>
          <a:effectLst/>
        </p:spPr>
      </p:cxnSp>
      <p:cxnSp>
        <p:nvCxnSpPr>
          <p:cNvPr id="41" name="Straight Connector 6">
            <a:extLst>
              <a:ext uri="{FF2B5EF4-FFF2-40B4-BE49-F238E27FC236}">
                <a16:creationId xmlns:a16="http://schemas.microsoft.com/office/drawing/2014/main" id="{C9535F38-E787-9DAD-E673-EFBB6394FC2D}"/>
              </a:ext>
            </a:extLst>
          </p:cNvPr>
          <p:cNvCxnSpPr>
            <a:cxnSpLocks/>
          </p:cNvCxnSpPr>
          <p:nvPr userDrawn="1"/>
        </p:nvCxnSpPr>
        <p:spPr>
          <a:xfrm flipH="1">
            <a:off x="5170318" y="4735012"/>
            <a:ext cx="1728000" cy="0"/>
          </a:xfrm>
          <a:prstGeom prst="line">
            <a:avLst/>
          </a:prstGeom>
          <a:noFill/>
          <a:ln w="9525" cap="flat" cmpd="sng" algn="ctr">
            <a:solidFill>
              <a:schemeClr val="bg1"/>
            </a:solidFill>
            <a:prstDash val="solid"/>
            <a:miter lim="800000"/>
          </a:ln>
          <a:effectLst/>
        </p:spPr>
      </p:cxnSp>
      <p:cxnSp>
        <p:nvCxnSpPr>
          <p:cNvPr id="44" name="Straight Connector 6">
            <a:extLst>
              <a:ext uri="{FF2B5EF4-FFF2-40B4-BE49-F238E27FC236}">
                <a16:creationId xmlns:a16="http://schemas.microsoft.com/office/drawing/2014/main" id="{5AD0859E-BF28-8885-656B-C23C05D76C84}"/>
              </a:ext>
            </a:extLst>
          </p:cNvPr>
          <p:cNvCxnSpPr>
            <a:cxnSpLocks/>
          </p:cNvCxnSpPr>
          <p:nvPr userDrawn="1"/>
        </p:nvCxnSpPr>
        <p:spPr>
          <a:xfrm flipH="1">
            <a:off x="6309847" y="3821697"/>
            <a:ext cx="1728000" cy="0"/>
          </a:xfrm>
          <a:prstGeom prst="line">
            <a:avLst/>
          </a:prstGeom>
          <a:noFill/>
          <a:ln w="9525" cap="flat" cmpd="sng" algn="ctr">
            <a:solidFill>
              <a:schemeClr val="bg1"/>
            </a:solidFill>
            <a:prstDash val="solid"/>
            <a:miter lim="800000"/>
          </a:ln>
          <a:effectLst/>
        </p:spPr>
      </p:cxnSp>
      <p:cxnSp>
        <p:nvCxnSpPr>
          <p:cNvPr id="47" name="Straight Connector 6">
            <a:extLst>
              <a:ext uri="{FF2B5EF4-FFF2-40B4-BE49-F238E27FC236}">
                <a16:creationId xmlns:a16="http://schemas.microsoft.com/office/drawing/2014/main" id="{8867D8EC-FFE9-A476-0C69-07C929B85979}"/>
              </a:ext>
            </a:extLst>
          </p:cNvPr>
          <p:cNvCxnSpPr>
            <a:cxnSpLocks/>
          </p:cNvCxnSpPr>
          <p:nvPr userDrawn="1"/>
        </p:nvCxnSpPr>
        <p:spPr>
          <a:xfrm flipH="1">
            <a:off x="7449376" y="2908382"/>
            <a:ext cx="1728000" cy="0"/>
          </a:xfrm>
          <a:prstGeom prst="line">
            <a:avLst/>
          </a:prstGeom>
          <a:noFill/>
          <a:ln w="9525" cap="flat" cmpd="sng" algn="ctr">
            <a:solidFill>
              <a:schemeClr val="bg1"/>
            </a:solidFill>
            <a:prstDash val="solid"/>
            <a:miter lim="800000"/>
          </a:ln>
          <a:effectLst/>
        </p:spPr>
      </p:cxnSp>
      <p:cxnSp>
        <p:nvCxnSpPr>
          <p:cNvPr id="51" name="Straight Connector 6">
            <a:extLst>
              <a:ext uri="{FF2B5EF4-FFF2-40B4-BE49-F238E27FC236}">
                <a16:creationId xmlns:a16="http://schemas.microsoft.com/office/drawing/2014/main" id="{7A2F4EE3-2443-836B-F06E-DCCD55C82F13}"/>
              </a:ext>
            </a:extLst>
          </p:cNvPr>
          <p:cNvCxnSpPr>
            <a:cxnSpLocks/>
          </p:cNvCxnSpPr>
          <p:nvPr userDrawn="1"/>
        </p:nvCxnSpPr>
        <p:spPr>
          <a:xfrm flipH="1">
            <a:off x="8588906" y="1995067"/>
            <a:ext cx="1728000" cy="0"/>
          </a:xfrm>
          <a:prstGeom prst="line">
            <a:avLst/>
          </a:prstGeom>
          <a:noFill/>
          <a:ln w="9525" cap="flat" cmpd="sng" algn="ctr">
            <a:solidFill>
              <a:schemeClr val="bg1"/>
            </a:solidFill>
            <a:prstDash val="solid"/>
            <a:miter lim="800000"/>
          </a:ln>
          <a:effectLst/>
        </p:spPr>
      </p:cxnSp>
      <p:sp>
        <p:nvSpPr>
          <p:cNvPr id="53" name="Text Placeholder 9">
            <a:extLst>
              <a:ext uri="{FF2B5EF4-FFF2-40B4-BE49-F238E27FC236}">
                <a16:creationId xmlns:a16="http://schemas.microsoft.com/office/drawing/2014/main" id="{410B011C-A24D-E6D4-C2F1-49248AB5D3C3}"/>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4" name="Text Placeholder 9">
            <a:extLst>
              <a:ext uri="{FF2B5EF4-FFF2-40B4-BE49-F238E27FC236}">
                <a16:creationId xmlns:a16="http://schemas.microsoft.com/office/drawing/2014/main" id="{477A45BD-756C-C819-64A7-EBC4E4D39849}"/>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5" name="Text Placeholder 20">
            <a:extLst>
              <a:ext uri="{FF2B5EF4-FFF2-40B4-BE49-F238E27FC236}">
                <a16:creationId xmlns:a16="http://schemas.microsoft.com/office/drawing/2014/main" id="{18D3C8D3-C83A-E705-CC7D-A7382F033FCC}"/>
              </a:ext>
            </a:extLst>
          </p:cNvPr>
          <p:cNvSpPr>
            <a:spLocks noGrp="1"/>
          </p:cNvSpPr>
          <p:nvPr>
            <p:ph type="body" sz="quarter" idx="13" hasCustomPrompt="1"/>
          </p:nvPr>
        </p:nvSpPr>
        <p:spPr>
          <a:xfrm>
            <a:off x="6967108" y="450323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6" name="Text Placeholder 20">
            <a:extLst>
              <a:ext uri="{FF2B5EF4-FFF2-40B4-BE49-F238E27FC236}">
                <a16:creationId xmlns:a16="http://schemas.microsoft.com/office/drawing/2014/main" id="{22959BE4-5D3D-C245-5A2C-82A8077AC084}"/>
              </a:ext>
            </a:extLst>
          </p:cNvPr>
          <p:cNvSpPr>
            <a:spLocks noGrp="1"/>
          </p:cNvSpPr>
          <p:nvPr>
            <p:ph type="body" sz="quarter" idx="14" hasCustomPrompt="1"/>
          </p:nvPr>
        </p:nvSpPr>
        <p:spPr>
          <a:xfrm>
            <a:off x="8105133" y="358992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7" name="Text Placeholder 20">
            <a:extLst>
              <a:ext uri="{FF2B5EF4-FFF2-40B4-BE49-F238E27FC236}">
                <a16:creationId xmlns:a16="http://schemas.microsoft.com/office/drawing/2014/main" id="{F65DEF95-2D18-7907-D4E8-D731BEEA5901}"/>
              </a:ext>
            </a:extLst>
          </p:cNvPr>
          <p:cNvSpPr>
            <a:spLocks noGrp="1"/>
          </p:cNvSpPr>
          <p:nvPr>
            <p:ph type="body" sz="quarter" idx="15" hasCustomPrompt="1"/>
          </p:nvPr>
        </p:nvSpPr>
        <p:spPr>
          <a:xfrm>
            <a:off x="9243158" y="267660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8" name="Text Placeholder 20">
            <a:extLst>
              <a:ext uri="{FF2B5EF4-FFF2-40B4-BE49-F238E27FC236}">
                <a16:creationId xmlns:a16="http://schemas.microsoft.com/office/drawing/2014/main" id="{29B1716D-462F-EF16-F511-BDEE8988CF4F}"/>
              </a:ext>
            </a:extLst>
          </p:cNvPr>
          <p:cNvSpPr>
            <a:spLocks noGrp="1"/>
          </p:cNvSpPr>
          <p:nvPr>
            <p:ph type="body" sz="quarter" idx="16" hasCustomPrompt="1"/>
          </p:nvPr>
        </p:nvSpPr>
        <p:spPr>
          <a:xfrm>
            <a:off x="5829083" y="5416550"/>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9" name="Text Placeholder 20">
            <a:extLst>
              <a:ext uri="{FF2B5EF4-FFF2-40B4-BE49-F238E27FC236}">
                <a16:creationId xmlns:a16="http://schemas.microsoft.com/office/drawing/2014/main" id="{6996E84A-C1FE-088E-E227-6903785AC25A}"/>
              </a:ext>
            </a:extLst>
          </p:cNvPr>
          <p:cNvSpPr>
            <a:spLocks noGrp="1"/>
          </p:cNvSpPr>
          <p:nvPr>
            <p:ph type="body" sz="quarter" idx="17" hasCustomPrompt="1"/>
          </p:nvPr>
        </p:nvSpPr>
        <p:spPr>
          <a:xfrm>
            <a:off x="10381182" y="176329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3" name="Text Placeholder 20">
            <a:extLst>
              <a:ext uri="{FF2B5EF4-FFF2-40B4-BE49-F238E27FC236}">
                <a16:creationId xmlns:a16="http://schemas.microsoft.com/office/drawing/2014/main" id="{289D44D4-D27D-98A7-CD6C-FDD75357B86A}"/>
              </a:ext>
            </a:extLst>
          </p:cNvPr>
          <p:cNvSpPr>
            <a:spLocks noGrp="1"/>
          </p:cNvSpPr>
          <p:nvPr>
            <p:ph type="body" sz="quarter" idx="23" hasCustomPrompt="1"/>
          </p:nvPr>
        </p:nvSpPr>
        <p:spPr>
          <a:xfrm>
            <a:off x="8588906" y="1392451"/>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5" name="Text Placeholder 20">
            <a:extLst>
              <a:ext uri="{FF2B5EF4-FFF2-40B4-BE49-F238E27FC236}">
                <a16:creationId xmlns:a16="http://schemas.microsoft.com/office/drawing/2014/main" id="{BF161ACE-A7D2-4879-A421-956040438718}"/>
              </a:ext>
            </a:extLst>
          </p:cNvPr>
          <p:cNvSpPr>
            <a:spLocks noGrp="1"/>
          </p:cNvSpPr>
          <p:nvPr>
            <p:ph type="body" sz="quarter" idx="25" hasCustomPrompt="1"/>
          </p:nvPr>
        </p:nvSpPr>
        <p:spPr>
          <a:xfrm>
            <a:off x="7449376" y="2307060"/>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7" name="Text Placeholder 20">
            <a:extLst>
              <a:ext uri="{FF2B5EF4-FFF2-40B4-BE49-F238E27FC236}">
                <a16:creationId xmlns:a16="http://schemas.microsoft.com/office/drawing/2014/main" id="{87019DFC-8643-C17C-2839-4749F3015536}"/>
              </a:ext>
            </a:extLst>
          </p:cNvPr>
          <p:cNvSpPr>
            <a:spLocks noGrp="1"/>
          </p:cNvSpPr>
          <p:nvPr>
            <p:ph type="body" sz="quarter" idx="27" hasCustomPrompt="1"/>
          </p:nvPr>
        </p:nvSpPr>
        <p:spPr>
          <a:xfrm>
            <a:off x="6309847" y="3220695"/>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9" name="Text Placeholder 20">
            <a:extLst>
              <a:ext uri="{FF2B5EF4-FFF2-40B4-BE49-F238E27FC236}">
                <a16:creationId xmlns:a16="http://schemas.microsoft.com/office/drawing/2014/main" id="{AB73A8AD-C6DC-DF49-CE52-FE6570F70796}"/>
              </a:ext>
            </a:extLst>
          </p:cNvPr>
          <p:cNvSpPr>
            <a:spLocks noGrp="1"/>
          </p:cNvSpPr>
          <p:nvPr>
            <p:ph type="body" sz="quarter" idx="29" hasCustomPrompt="1"/>
          </p:nvPr>
        </p:nvSpPr>
        <p:spPr>
          <a:xfrm>
            <a:off x="5170318" y="4135582"/>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11" name="Text Placeholder 20">
            <a:extLst>
              <a:ext uri="{FF2B5EF4-FFF2-40B4-BE49-F238E27FC236}">
                <a16:creationId xmlns:a16="http://schemas.microsoft.com/office/drawing/2014/main" id="{04099957-5E93-9435-5CB7-1E5ECF9058A2}"/>
              </a:ext>
            </a:extLst>
          </p:cNvPr>
          <p:cNvSpPr>
            <a:spLocks noGrp="1"/>
          </p:cNvSpPr>
          <p:nvPr>
            <p:ph type="body" sz="quarter" idx="31" hasCustomPrompt="1"/>
          </p:nvPr>
        </p:nvSpPr>
        <p:spPr>
          <a:xfrm>
            <a:off x="4030789" y="5048894"/>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pic>
        <p:nvPicPr>
          <p:cNvPr id="2" name="Picture 1">
            <a:extLst>
              <a:ext uri="{FF2B5EF4-FFF2-40B4-BE49-F238E27FC236}">
                <a16:creationId xmlns:a16="http://schemas.microsoft.com/office/drawing/2014/main" id="{E2ADE510-B5C2-D73B-9DAB-82613C1454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13" name="Text Placeholder 9">
            <a:extLst>
              <a:ext uri="{FF2B5EF4-FFF2-40B4-BE49-F238E27FC236}">
                <a16:creationId xmlns:a16="http://schemas.microsoft.com/office/drawing/2014/main" id="{52732433-B800-5DBD-83C3-BB04EDB47ABF}"/>
              </a:ext>
            </a:extLst>
          </p:cNvPr>
          <p:cNvSpPr>
            <a:spLocks noGrp="1"/>
          </p:cNvSpPr>
          <p:nvPr>
            <p:ph type="body" sz="quarter" idx="33" hasCustomPrompt="1"/>
          </p:nvPr>
        </p:nvSpPr>
        <p:spPr>
          <a:xfrm>
            <a:off x="4030790" y="5350201"/>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4" name="Text Placeholder 9">
            <a:extLst>
              <a:ext uri="{FF2B5EF4-FFF2-40B4-BE49-F238E27FC236}">
                <a16:creationId xmlns:a16="http://schemas.microsoft.com/office/drawing/2014/main" id="{2659A209-38AA-8E0D-D0B9-9CE456DA22A0}"/>
              </a:ext>
            </a:extLst>
          </p:cNvPr>
          <p:cNvSpPr>
            <a:spLocks noGrp="1"/>
          </p:cNvSpPr>
          <p:nvPr>
            <p:ph type="body" sz="quarter" idx="34" hasCustomPrompt="1"/>
          </p:nvPr>
        </p:nvSpPr>
        <p:spPr>
          <a:xfrm>
            <a:off x="5170318" y="4436889"/>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5" name="Text Placeholder 9">
            <a:extLst>
              <a:ext uri="{FF2B5EF4-FFF2-40B4-BE49-F238E27FC236}">
                <a16:creationId xmlns:a16="http://schemas.microsoft.com/office/drawing/2014/main" id="{00A2BE5A-EC44-FAD8-9533-252A93EA7D08}"/>
              </a:ext>
            </a:extLst>
          </p:cNvPr>
          <p:cNvSpPr>
            <a:spLocks noGrp="1"/>
          </p:cNvSpPr>
          <p:nvPr>
            <p:ph type="body" sz="quarter" idx="35" hasCustomPrompt="1"/>
          </p:nvPr>
        </p:nvSpPr>
        <p:spPr>
          <a:xfrm>
            <a:off x="6309847" y="3522002"/>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9" name="Text Placeholder 9">
            <a:extLst>
              <a:ext uri="{FF2B5EF4-FFF2-40B4-BE49-F238E27FC236}">
                <a16:creationId xmlns:a16="http://schemas.microsoft.com/office/drawing/2014/main" id="{56B05D8B-26A7-7BB2-0D70-D7C5323649D6}"/>
              </a:ext>
            </a:extLst>
          </p:cNvPr>
          <p:cNvSpPr>
            <a:spLocks noGrp="1"/>
          </p:cNvSpPr>
          <p:nvPr>
            <p:ph type="body" sz="quarter" idx="36" hasCustomPrompt="1"/>
          </p:nvPr>
        </p:nvSpPr>
        <p:spPr>
          <a:xfrm>
            <a:off x="7449376" y="2608367"/>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20" name="Text Placeholder 9">
            <a:extLst>
              <a:ext uri="{FF2B5EF4-FFF2-40B4-BE49-F238E27FC236}">
                <a16:creationId xmlns:a16="http://schemas.microsoft.com/office/drawing/2014/main" id="{DA50CE73-0202-903B-56A5-5B6F392100F5}"/>
              </a:ext>
            </a:extLst>
          </p:cNvPr>
          <p:cNvSpPr>
            <a:spLocks noGrp="1"/>
          </p:cNvSpPr>
          <p:nvPr>
            <p:ph type="body" sz="quarter" idx="37" hasCustomPrompt="1"/>
          </p:nvPr>
        </p:nvSpPr>
        <p:spPr>
          <a:xfrm>
            <a:off x="8588906" y="1693758"/>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Tree>
    <p:extLst>
      <p:ext uri="{BB962C8B-B14F-4D97-AF65-F5344CB8AC3E}">
        <p14:creationId xmlns:p14="http://schemas.microsoft.com/office/powerpoint/2010/main" val="42047918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C8C482-F4F5-509E-A011-67903966AD79}"/>
              </a:ext>
            </a:extLst>
          </p:cNvPr>
          <p:cNvPicPr>
            <a:picLocks noChangeAspect="1"/>
          </p:cNvPicPr>
          <p:nvPr userDrawn="1"/>
        </p:nvPicPr>
        <p:blipFill>
          <a:blip r:embed="rId2" cstate="screen">
            <a:alphaModFix amt="5000"/>
            <a:extLst>
              <a:ext uri="{28A0092B-C50C-407E-A947-70E740481C1C}">
                <a14:useLocalDpi xmlns:a14="http://schemas.microsoft.com/office/drawing/2010/main"/>
              </a:ext>
            </a:extLst>
          </a:blip>
          <a:srcRect/>
          <a:stretch/>
        </p:blipFill>
        <p:spPr>
          <a:xfrm>
            <a:off x="-34560" y="-1"/>
            <a:ext cx="12261120" cy="6858001"/>
          </a:xfrm>
          <a:prstGeom prst="rect">
            <a:avLst/>
          </a:prstGeom>
        </p:spPr>
      </p:pic>
      <p:cxnSp>
        <p:nvCxnSpPr>
          <p:cNvPr id="29" name="Straight Connector 6">
            <a:extLst>
              <a:ext uri="{FF2B5EF4-FFF2-40B4-BE49-F238E27FC236}">
                <a16:creationId xmlns:a16="http://schemas.microsoft.com/office/drawing/2014/main" id="{8C8588E8-7B6E-11AC-5B2E-56FF611054E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7" name="Straight Connector 6">
            <a:extLst>
              <a:ext uri="{FF2B5EF4-FFF2-40B4-BE49-F238E27FC236}">
                <a16:creationId xmlns:a16="http://schemas.microsoft.com/office/drawing/2014/main" id="{B1195CEB-B743-65BA-6A61-DAC96B21AFB3}"/>
              </a:ext>
            </a:extLst>
          </p:cNvPr>
          <p:cNvCxnSpPr>
            <a:cxnSpLocks/>
          </p:cNvCxnSpPr>
          <p:nvPr userDrawn="1"/>
        </p:nvCxnSpPr>
        <p:spPr>
          <a:xfrm>
            <a:off x="1403351" y="3241717"/>
            <a:ext cx="0" cy="1584000"/>
          </a:xfrm>
          <a:prstGeom prst="line">
            <a:avLst/>
          </a:prstGeom>
          <a:noFill/>
          <a:ln w="12700" cap="flat" cmpd="sng" algn="ctr">
            <a:solidFill>
              <a:schemeClr val="bg1"/>
            </a:solidFill>
            <a:prstDash val="solid"/>
            <a:miter lim="800000"/>
          </a:ln>
          <a:effectLst/>
        </p:spPr>
      </p:cxnSp>
      <p:cxnSp>
        <p:nvCxnSpPr>
          <p:cNvPr id="39" name="Straight Connector 6">
            <a:extLst>
              <a:ext uri="{FF2B5EF4-FFF2-40B4-BE49-F238E27FC236}">
                <a16:creationId xmlns:a16="http://schemas.microsoft.com/office/drawing/2014/main" id="{F12E89CE-E39B-B436-93EE-5FC42A636C45}"/>
              </a:ext>
            </a:extLst>
          </p:cNvPr>
          <p:cNvCxnSpPr>
            <a:cxnSpLocks/>
          </p:cNvCxnSpPr>
          <p:nvPr userDrawn="1"/>
        </p:nvCxnSpPr>
        <p:spPr>
          <a:xfrm>
            <a:off x="3340101" y="2116839"/>
            <a:ext cx="0" cy="1584000"/>
          </a:xfrm>
          <a:prstGeom prst="line">
            <a:avLst/>
          </a:prstGeom>
          <a:noFill/>
          <a:ln w="12700" cap="flat" cmpd="sng" algn="ctr">
            <a:solidFill>
              <a:schemeClr val="bg1"/>
            </a:solidFill>
            <a:prstDash val="solid"/>
            <a:miter lim="800000"/>
          </a:ln>
          <a:effectLst/>
        </p:spPr>
      </p:cxnSp>
      <p:cxnSp>
        <p:nvCxnSpPr>
          <p:cNvPr id="43" name="Straight Connector 6">
            <a:extLst>
              <a:ext uri="{FF2B5EF4-FFF2-40B4-BE49-F238E27FC236}">
                <a16:creationId xmlns:a16="http://schemas.microsoft.com/office/drawing/2014/main" id="{B79360FC-4B9C-9A45-6C0D-781C5AD2E0A0}"/>
              </a:ext>
            </a:extLst>
          </p:cNvPr>
          <p:cNvCxnSpPr>
            <a:cxnSpLocks/>
          </p:cNvCxnSpPr>
          <p:nvPr userDrawn="1"/>
        </p:nvCxnSpPr>
        <p:spPr>
          <a:xfrm>
            <a:off x="7220649" y="2116839"/>
            <a:ext cx="0" cy="1584000"/>
          </a:xfrm>
          <a:prstGeom prst="line">
            <a:avLst/>
          </a:prstGeom>
          <a:noFill/>
          <a:ln w="12700" cap="flat" cmpd="sng" algn="ctr">
            <a:solidFill>
              <a:schemeClr val="bg1"/>
            </a:solidFill>
            <a:prstDash val="solid"/>
            <a:miter lim="800000"/>
          </a:ln>
          <a:effectLst/>
        </p:spPr>
      </p:cxnSp>
      <p:cxnSp>
        <p:nvCxnSpPr>
          <p:cNvPr id="50" name="Straight Connector 6">
            <a:extLst>
              <a:ext uri="{FF2B5EF4-FFF2-40B4-BE49-F238E27FC236}">
                <a16:creationId xmlns:a16="http://schemas.microsoft.com/office/drawing/2014/main" id="{6749B2FF-FEA1-75DE-6DE8-52DD34D7CB23}"/>
              </a:ext>
            </a:extLst>
          </p:cNvPr>
          <p:cNvCxnSpPr>
            <a:cxnSpLocks/>
          </p:cNvCxnSpPr>
          <p:nvPr userDrawn="1"/>
        </p:nvCxnSpPr>
        <p:spPr>
          <a:xfrm>
            <a:off x="5275629" y="3241717"/>
            <a:ext cx="0" cy="1584000"/>
          </a:xfrm>
          <a:prstGeom prst="line">
            <a:avLst/>
          </a:prstGeom>
          <a:noFill/>
          <a:ln w="12700" cap="flat" cmpd="sng" algn="ctr">
            <a:solidFill>
              <a:schemeClr val="bg1"/>
            </a:solidFill>
            <a:prstDash val="solid"/>
            <a:miter lim="800000"/>
          </a:ln>
          <a:effectLst/>
        </p:spPr>
      </p:cxnSp>
      <p:pic>
        <p:nvPicPr>
          <p:cNvPr id="52" name="Graphic 51">
            <a:extLst>
              <a:ext uri="{FF2B5EF4-FFF2-40B4-BE49-F238E27FC236}">
                <a16:creationId xmlns:a16="http://schemas.microsoft.com/office/drawing/2014/main" id="{DDF9F73A-2BB1-11AC-D7DC-8E682A999F7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20042" y="3228151"/>
            <a:ext cx="443132" cy="443132"/>
          </a:xfrm>
          <a:prstGeom prst="rect">
            <a:avLst/>
          </a:prstGeom>
        </p:spPr>
      </p:pic>
      <p:pic>
        <p:nvPicPr>
          <p:cNvPr id="65" name="Graphic 64">
            <a:extLst>
              <a:ext uri="{FF2B5EF4-FFF2-40B4-BE49-F238E27FC236}">
                <a16:creationId xmlns:a16="http://schemas.microsoft.com/office/drawing/2014/main" id="{7DF45286-4033-ECBD-8305-6532033C97B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657943" y="3228151"/>
            <a:ext cx="443132" cy="443132"/>
          </a:xfrm>
          <a:prstGeom prst="rect">
            <a:avLst/>
          </a:prstGeom>
        </p:spPr>
      </p:pic>
      <p:pic>
        <p:nvPicPr>
          <p:cNvPr id="66" name="Graphic 65">
            <a:extLst>
              <a:ext uri="{FF2B5EF4-FFF2-40B4-BE49-F238E27FC236}">
                <a16:creationId xmlns:a16="http://schemas.microsoft.com/office/drawing/2014/main" id="{D869D634-1B9B-198D-22B0-DE3F27B6B34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600590" y="3228151"/>
            <a:ext cx="443132" cy="443132"/>
          </a:xfrm>
          <a:prstGeom prst="rect">
            <a:avLst/>
          </a:prstGeom>
        </p:spPr>
      </p:pic>
      <p:cxnSp>
        <p:nvCxnSpPr>
          <p:cNvPr id="69" name="Straight Connector 6">
            <a:extLst>
              <a:ext uri="{FF2B5EF4-FFF2-40B4-BE49-F238E27FC236}">
                <a16:creationId xmlns:a16="http://schemas.microsoft.com/office/drawing/2014/main" id="{56FC5507-FF2D-5DDA-4DAD-6EF721AF7665}"/>
              </a:ext>
            </a:extLst>
          </p:cNvPr>
          <p:cNvCxnSpPr>
            <a:cxnSpLocks/>
          </p:cNvCxnSpPr>
          <p:nvPr userDrawn="1"/>
        </p:nvCxnSpPr>
        <p:spPr>
          <a:xfrm>
            <a:off x="9147907" y="3241717"/>
            <a:ext cx="0" cy="1584000"/>
          </a:xfrm>
          <a:prstGeom prst="line">
            <a:avLst/>
          </a:prstGeom>
          <a:noFill/>
          <a:ln w="12700" cap="flat" cmpd="sng" algn="ctr">
            <a:solidFill>
              <a:schemeClr val="bg1"/>
            </a:solidFill>
            <a:prstDash val="solid"/>
            <a:miter lim="800000"/>
          </a:ln>
          <a:effectLst/>
        </p:spPr>
      </p:cxnSp>
      <p:pic>
        <p:nvPicPr>
          <p:cNvPr id="70" name="Graphic 69">
            <a:extLst>
              <a:ext uri="{FF2B5EF4-FFF2-40B4-BE49-F238E27FC236}">
                <a16:creationId xmlns:a16="http://schemas.microsoft.com/office/drawing/2014/main" id="{191A530B-2838-7877-F23A-D307CD63FCB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534356" y="3228151"/>
            <a:ext cx="443132" cy="443132"/>
          </a:xfrm>
          <a:prstGeom prst="rect">
            <a:avLst/>
          </a:prstGeom>
        </p:spPr>
      </p:pic>
      <p:sp>
        <p:nvSpPr>
          <p:cNvPr id="74" name="Text Placeholder 20">
            <a:extLst>
              <a:ext uri="{FF2B5EF4-FFF2-40B4-BE49-F238E27FC236}">
                <a16:creationId xmlns:a16="http://schemas.microsoft.com/office/drawing/2014/main" id="{B454D3A7-BBA4-2D6C-631F-BF0D5E6FF31C}"/>
              </a:ext>
            </a:extLst>
          </p:cNvPr>
          <p:cNvSpPr>
            <a:spLocks noGrp="1"/>
          </p:cNvSpPr>
          <p:nvPr>
            <p:ph type="body" sz="quarter" idx="13" hasCustomPrompt="1"/>
          </p:nvPr>
        </p:nvSpPr>
        <p:spPr>
          <a:xfrm>
            <a:off x="5451665"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5" name="Text Placeholder 20">
            <a:extLst>
              <a:ext uri="{FF2B5EF4-FFF2-40B4-BE49-F238E27FC236}">
                <a16:creationId xmlns:a16="http://schemas.microsoft.com/office/drawing/2014/main" id="{6DBC1C57-5AA5-A9D1-AEAE-0BA514646C9C}"/>
              </a:ext>
            </a:extLst>
          </p:cNvPr>
          <p:cNvSpPr>
            <a:spLocks noGrp="1"/>
          </p:cNvSpPr>
          <p:nvPr>
            <p:ph type="body" sz="quarter" idx="14" hasCustomPrompt="1"/>
          </p:nvPr>
        </p:nvSpPr>
        <p:spPr>
          <a:xfrm>
            <a:off x="3511391"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6" name="Text Placeholder 20">
            <a:extLst>
              <a:ext uri="{FF2B5EF4-FFF2-40B4-BE49-F238E27FC236}">
                <a16:creationId xmlns:a16="http://schemas.microsoft.com/office/drawing/2014/main" id="{B1A1ED69-6E85-2C8D-DF6E-BC2976FB3CAB}"/>
              </a:ext>
            </a:extLst>
          </p:cNvPr>
          <p:cNvSpPr>
            <a:spLocks noGrp="1"/>
          </p:cNvSpPr>
          <p:nvPr>
            <p:ph type="body" sz="quarter" idx="15" hasCustomPrompt="1"/>
          </p:nvPr>
        </p:nvSpPr>
        <p:spPr>
          <a:xfrm>
            <a:off x="1571117"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7" name="Text Placeholder 20">
            <a:extLst>
              <a:ext uri="{FF2B5EF4-FFF2-40B4-BE49-F238E27FC236}">
                <a16:creationId xmlns:a16="http://schemas.microsoft.com/office/drawing/2014/main" id="{F57DDB91-1EED-486C-B642-3191207A694D}"/>
              </a:ext>
            </a:extLst>
          </p:cNvPr>
          <p:cNvSpPr>
            <a:spLocks noGrp="1"/>
          </p:cNvSpPr>
          <p:nvPr>
            <p:ph type="body" sz="quarter" idx="16" hasCustomPrompt="1"/>
          </p:nvPr>
        </p:nvSpPr>
        <p:spPr>
          <a:xfrm>
            <a:off x="7391938"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8" name="Text Placeholder 20">
            <a:extLst>
              <a:ext uri="{FF2B5EF4-FFF2-40B4-BE49-F238E27FC236}">
                <a16:creationId xmlns:a16="http://schemas.microsoft.com/office/drawing/2014/main" id="{B61D4CD1-CB0D-81AA-7125-655E67B9DB41}"/>
              </a:ext>
            </a:extLst>
          </p:cNvPr>
          <p:cNvSpPr>
            <a:spLocks noGrp="1"/>
          </p:cNvSpPr>
          <p:nvPr>
            <p:ph type="body" sz="quarter" idx="17" hasCustomPrompt="1"/>
          </p:nvPr>
        </p:nvSpPr>
        <p:spPr>
          <a:xfrm>
            <a:off x="9323943"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XXXX</a:t>
            </a:r>
            <a:endParaRPr lang="ru-RU"/>
          </a:p>
        </p:txBody>
      </p:sp>
      <p:sp>
        <p:nvSpPr>
          <p:cNvPr id="84" name="Text Placeholder 9">
            <a:extLst>
              <a:ext uri="{FF2B5EF4-FFF2-40B4-BE49-F238E27FC236}">
                <a16:creationId xmlns:a16="http://schemas.microsoft.com/office/drawing/2014/main" id="{1FF4B8E0-0A9C-9EF4-CFB3-5D3BE0E4DF38}"/>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pic>
        <p:nvPicPr>
          <p:cNvPr id="3" name="Picture 2">
            <a:extLst>
              <a:ext uri="{FF2B5EF4-FFF2-40B4-BE49-F238E27FC236}">
                <a16:creationId xmlns:a16="http://schemas.microsoft.com/office/drawing/2014/main" id="{F6352254-F992-2F6E-3AD4-983F921436DE}"/>
              </a:ext>
            </a:extLst>
          </p:cNvPr>
          <p:cNvPicPr>
            <a:picLocks noChangeAspect="1"/>
          </p:cNvPicPr>
          <p:nvPr userDrawn="1"/>
        </p:nvPicPr>
        <p:blipFill>
          <a:blip r:embed="rId5"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5" name="Text Placeholder 4">
            <a:extLst>
              <a:ext uri="{FF2B5EF4-FFF2-40B4-BE49-F238E27FC236}">
                <a16:creationId xmlns:a16="http://schemas.microsoft.com/office/drawing/2014/main" id="{094ECB36-CDF7-EF46-8EFF-53B70A45ECC0}"/>
              </a:ext>
            </a:extLst>
          </p:cNvPr>
          <p:cNvSpPr>
            <a:spLocks noGrp="1"/>
          </p:cNvSpPr>
          <p:nvPr>
            <p:ph type="body" sz="quarter" idx="25" hasCustomPrompt="1"/>
          </p:nvPr>
        </p:nvSpPr>
        <p:spPr>
          <a:xfrm>
            <a:off x="1571625"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6" name="Text Placeholder 4">
            <a:extLst>
              <a:ext uri="{FF2B5EF4-FFF2-40B4-BE49-F238E27FC236}">
                <a16:creationId xmlns:a16="http://schemas.microsoft.com/office/drawing/2014/main" id="{E4689618-7B8C-8000-6711-409AB85C7892}"/>
              </a:ext>
            </a:extLst>
          </p:cNvPr>
          <p:cNvSpPr>
            <a:spLocks noGrp="1"/>
          </p:cNvSpPr>
          <p:nvPr>
            <p:ph type="body" sz="quarter" idx="26" hasCustomPrompt="1"/>
          </p:nvPr>
        </p:nvSpPr>
        <p:spPr>
          <a:xfrm>
            <a:off x="5443394"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7" name="Text Placeholder 4">
            <a:extLst>
              <a:ext uri="{FF2B5EF4-FFF2-40B4-BE49-F238E27FC236}">
                <a16:creationId xmlns:a16="http://schemas.microsoft.com/office/drawing/2014/main" id="{EC793FE6-1D0E-F677-EB71-B4FBEB21775D}"/>
              </a:ext>
            </a:extLst>
          </p:cNvPr>
          <p:cNvSpPr>
            <a:spLocks noGrp="1"/>
          </p:cNvSpPr>
          <p:nvPr>
            <p:ph type="body" sz="quarter" idx="27" hasCustomPrompt="1"/>
          </p:nvPr>
        </p:nvSpPr>
        <p:spPr>
          <a:xfrm>
            <a:off x="9315672"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8" name="Text Placeholder 4">
            <a:extLst>
              <a:ext uri="{FF2B5EF4-FFF2-40B4-BE49-F238E27FC236}">
                <a16:creationId xmlns:a16="http://schemas.microsoft.com/office/drawing/2014/main" id="{803F83DA-1805-9C92-042F-87F27DE0B1CD}"/>
              </a:ext>
            </a:extLst>
          </p:cNvPr>
          <p:cNvSpPr>
            <a:spLocks noGrp="1"/>
          </p:cNvSpPr>
          <p:nvPr>
            <p:ph type="body" sz="quarter" idx="28" hasCustomPrompt="1"/>
          </p:nvPr>
        </p:nvSpPr>
        <p:spPr>
          <a:xfrm>
            <a:off x="7391938"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9" name="Text Placeholder 4">
            <a:extLst>
              <a:ext uri="{FF2B5EF4-FFF2-40B4-BE49-F238E27FC236}">
                <a16:creationId xmlns:a16="http://schemas.microsoft.com/office/drawing/2014/main" id="{9C0F6B73-E1B8-ABC8-B6EA-AC76220F752B}"/>
              </a:ext>
            </a:extLst>
          </p:cNvPr>
          <p:cNvSpPr>
            <a:spLocks noGrp="1"/>
          </p:cNvSpPr>
          <p:nvPr>
            <p:ph type="body" sz="quarter" idx="29" hasCustomPrompt="1"/>
          </p:nvPr>
        </p:nvSpPr>
        <p:spPr>
          <a:xfrm>
            <a:off x="3511390"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Tree>
    <p:extLst>
      <p:ext uri="{BB962C8B-B14F-4D97-AF65-F5344CB8AC3E}">
        <p14:creationId xmlns:p14="http://schemas.microsoft.com/office/powerpoint/2010/main" val="934705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New Articles">
    <p:spTree>
      <p:nvGrpSpPr>
        <p:cNvPr id="1" name=""/>
        <p:cNvGrpSpPr/>
        <p:nvPr/>
      </p:nvGrpSpPr>
      <p:grpSpPr>
        <a:xfrm>
          <a:off x="0" y="0"/>
          <a:ext cx="0" cy="0"/>
          <a:chOff x="0" y="0"/>
          <a:chExt cx="0" cy="0"/>
        </a:xfrm>
      </p:grpSpPr>
      <p:pic>
        <p:nvPicPr>
          <p:cNvPr id="2" name="Kép 10">
            <a:extLst>
              <a:ext uri="{FF2B5EF4-FFF2-40B4-BE49-F238E27FC236}">
                <a16:creationId xmlns:a16="http://schemas.microsoft.com/office/drawing/2014/main" id="{78225C66-E24B-8066-1E58-259499CA7A60}"/>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19" name="Straight Connector 6">
            <a:extLst>
              <a:ext uri="{FF2B5EF4-FFF2-40B4-BE49-F238E27FC236}">
                <a16:creationId xmlns:a16="http://schemas.microsoft.com/office/drawing/2014/main" id="{226F56A5-1694-58BD-C88E-7267B7943F8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49F2F9EE-EDD0-4080-ACB4-C748B4B30535}"/>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7" name="Picture Placeholder 26">
            <a:extLst>
              <a:ext uri="{FF2B5EF4-FFF2-40B4-BE49-F238E27FC236}">
                <a16:creationId xmlns:a16="http://schemas.microsoft.com/office/drawing/2014/main" id="{28FA3FD8-2EC8-A85D-EC58-CA4693E79B34}"/>
              </a:ext>
            </a:extLst>
          </p:cNvPr>
          <p:cNvSpPr>
            <a:spLocks noGrp="1"/>
          </p:cNvSpPr>
          <p:nvPr>
            <p:ph type="pic" sz="quarter" idx="12" hasCustomPrompt="1"/>
          </p:nvPr>
        </p:nvSpPr>
        <p:spPr>
          <a:xfrm>
            <a:off x="76200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8" name="Picture Placeholder 26">
            <a:extLst>
              <a:ext uri="{FF2B5EF4-FFF2-40B4-BE49-F238E27FC236}">
                <a16:creationId xmlns:a16="http://schemas.microsoft.com/office/drawing/2014/main" id="{08FF9FAA-034B-C0DE-ECA3-BD1D29013A5D}"/>
              </a:ext>
            </a:extLst>
          </p:cNvPr>
          <p:cNvSpPr>
            <a:spLocks noGrp="1"/>
          </p:cNvSpPr>
          <p:nvPr>
            <p:ph type="pic" sz="quarter" idx="13" hasCustomPrompt="1"/>
          </p:nvPr>
        </p:nvSpPr>
        <p:spPr>
          <a:xfrm>
            <a:off x="4232275"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9" name="Picture Placeholder 26">
            <a:extLst>
              <a:ext uri="{FF2B5EF4-FFF2-40B4-BE49-F238E27FC236}">
                <a16:creationId xmlns:a16="http://schemas.microsoft.com/office/drawing/2014/main" id="{4FA34BCA-F6CD-AB9B-E05D-D3697615BBAE}"/>
              </a:ext>
            </a:extLst>
          </p:cNvPr>
          <p:cNvSpPr>
            <a:spLocks noGrp="1"/>
          </p:cNvSpPr>
          <p:nvPr>
            <p:ph type="pic" sz="quarter" idx="14" hasCustomPrompt="1"/>
          </p:nvPr>
        </p:nvSpPr>
        <p:spPr>
          <a:xfrm>
            <a:off x="770255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pic>
        <p:nvPicPr>
          <p:cNvPr id="3" name="Picture 2">
            <a:extLst>
              <a:ext uri="{FF2B5EF4-FFF2-40B4-BE49-F238E27FC236}">
                <a16:creationId xmlns:a16="http://schemas.microsoft.com/office/drawing/2014/main" id="{3EB1A329-42D1-4EEC-358A-4F74E6F841C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2817918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eople slide 01">
    <p:spTree>
      <p:nvGrpSpPr>
        <p:cNvPr id="1" name=""/>
        <p:cNvGrpSpPr/>
        <p:nvPr/>
      </p:nvGrpSpPr>
      <p:grpSpPr>
        <a:xfrm>
          <a:off x="0" y="0"/>
          <a:ext cx="0" cy="0"/>
          <a:chOff x="0" y="0"/>
          <a:chExt cx="0" cy="0"/>
        </a:xfrm>
      </p:grpSpPr>
      <p:pic>
        <p:nvPicPr>
          <p:cNvPr id="21" name="Kép 10">
            <a:extLst>
              <a:ext uri="{FF2B5EF4-FFF2-40B4-BE49-F238E27FC236}">
                <a16:creationId xmlns:a16="http://schemas.microsoft.com/office/drawing/2014/main" id="{671BEAAE-B57C-84B0-FBA1-23C72F876A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3" name="Rectangle 5">
            <a:extLst>
              <a:ext uri="{FF2B5EF4-FFF2-40B4-BE49-F238E27FC236}">
                <a16:creationId xmlns:a16="http://schemas.microsoft.com/office/drawing/2014/main" id="{24B9111F-B51B-0432-F798-D87298509910}"/>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4" name="Straight Connector 6">
            <a:extLst>
              <a:ext uri="{FF2B5EF4-FFF2-40B4-BE49-F238E27FC236}">
                <a16:creationId xmlns:a16="http://schemas.microsoft.com/office/drawing/2014/main" id="{C9DC2785-C2A3-AFFE-F772-82F55211BC2C}"/>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pic>
        <p:nvPicPr>
          <p:cNvPr id="29" name="Picture 28" descr="A black and white logo&#10;&#10;Description automatically generated">
            <a:extLst>
              <a:ext uri="{FF2B5EF4-FFF2-40B4-BE49-F238E27FC236}">
                <a16:creationId xmlns:a16="http://schemas.microsoft.com/office/drawing/2014/main" id="{3C143C44-1C5C-7CB4-970C-B5C565D3E60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34" name="Text Placeholder 9">
            <a:extLst>
              <a:ext uri="{FF2B5EF4-FFF2-40B4-BE49-F238E27FC236}">
                <a16:creationId xmlns:a16="http://schemas.microsoft.com/office/drawing/2014/main" id="{D5B5BD2B-6C85-378A-4965-5EAAFB939E3A}"/>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6" name="Picture Placeholder 35">
            <a:extLst>
              <a:ext uri="{FF2B5EF4-FFF2-40B4-BE49-F238E27FC236}">
                <a16:creationId xmlns:a16="http://schemas.microsoft.com/office/drawing/2014/main" id="{4B713851-CD74-5687-85A4-D181C6C25871}"/>
              </a:ext>
            </a:extLst>
          </p:cNvPr>
          <p:cNvSpPr>
            <a:spLocks noGrp="1"/>
          </p:cNvSpPr>
          <p:nvPr>
            <p:ph type="pic" sz="quarter" idx="12"/>
          </p:nvPr>
        </p:nvSpPr>
        <p:spPr>
          <a:xfrm>
            <a:off x="2568713" y="2783136"/>
            <a:ext cx="4269600" cy="2833687"/>
          </a:xfrm>
          <a:prstGeom prst="rect">
            <a:avLst/>
          </a:prstGeom>
        </p:spPr>
        <p:txBody>
          <a:bodyPr anchor="ctr"/>
          <a:lstStyle>
            <a:lvl1pPr marL="0" indent="0" algn="ctr">
              <a:buNone/>
              <a:defRPr>
                <a:solidFill>
                  <a:schemeClr val="bg1"/>
                </a:solidFill>
              </a:defRPr>
            </a:lvl1pPr>
          </a:lstStyle>
          <a:p>
            <a:endParaRPr lang="ru-RU"/>
          </a:p>
        </p:txBody>
      </p:sp>
      <p:sp>
        <p:nvSpPr>
          <p:cNvPr id="37" name="Picture Placeholder 35">
            <a:extLst>
              <a:ext uri="{FF2B5EF4-FFF2-40B4-BE49-F238E27FC236}">
                <a16:creationId xmlns:a16="http://schemas.microsoft.com/office/drawing/2014/main" id="{F307ADAF-2C8A-8CD5-4AD4-EC05A37B58CA}"/>
              </a:ext>
            </a:extLst>
          </p:cNvPr>
          <p:cNvSpPr>
            <a:spLocks noGrp="1"/>
          </p:cNvSpPr>
          <p:nvPr>
            <p:ph type="pic" sz="quarter" idx="13"/>
          </p:nvPr>
        </p:nvSpPr>
        <p:spPr>
          <a:xfrm>
            <a:off x="4006213" y="-2"/>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38" name="Picture Placeholder 35">
            <a:extLst>
              <a:ext uri="{FF2B5EF4-FFF2-40B4-BE49-F238E27FC236}">
                <a16:creationId xmlns:a16="http://schemas.microsoft.com/office/drawing/2014/main" id="{E94AB0D2-030D-CCA7-18E7-2D5CE8A7FB33}"/>
              </a:ext>
            </a:extLst>
          </p:cNvPr>
          <p:cNvSpPr>
            <a:spLocks noGrp="1"/>
          </p:cNvSpPr>
          <p:nvPr>
            <p:ph type="pic" sz="quarter" idx="14"/>
          </p:nvPr>
        </p:nvSpPr>
        <p:spPr>
          <a:xfrm>
            <a:off x="6936494" y="541192"/>
            <a:ext cx="2833200" cy="3538800"/>
          </a:xfrm>
          <a:prstGeom prst="rect">
            <a:avLst/>
          </a:prstGeom>
        </p:spPr>
        <p:txBody>
          <a:bodyPr anchor="ctr"/>
          <a:lstStyle>
            <a:lvl1pPr marL="0" indent="0" algn="ctr">
              <a:buNone/>
              <a:defRPr>
                <a:solidFill>
                  <a:schemeClr val="bg1"/>
                </a:solidFill>
              </a:defRPr>
            </a:lvl1pPr>
          </a:lstStyle>
          <a:p>
            <a:endParaRPr lang="ru-RU"/>
          </a:p>
        </p:txBody>
      </p:sp>
      <p:sp>
        <p:nvSpPr>
          <p:cNvPr id="39" name="Picture Placeholder 35">
            <a:extLst>
              <a:ext uri="{FF2B5EF4-FFF2-40B4-BE49-F238E27FC236}">
                <a16:creationId xmlns:a16="http://schemas.microsoft.com/office/drawing/2014/main" id="{F0FAB336-7487-B694-0668-24C908FA3903}"/>
              </a:ext>
            </a:extLst>
          </p:cNvPr>
          <p:cNvSpPr>
            <a:spLocks noGrp="1"/>
          </p:cNvSpPr>
          <p:nvPr>
            <p:ph type="pic" sz="quarter" idx="15"/>
          </p:nvPr>
        </p:nvSpPr>
        <p:spPr>
          <a:xfrm>
            <a:off x="6936493" y="4167949"/>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41" name="Text Placeholder 40">
            <a:extLst>
              <a:ext uri="{FF2B5EF4-FFF2-40B4-BE49-F238E27FC236}">
                <a16:creationId xmlns:a16="http://schemas.microsoft.com/office/drawing/2014/main" id="{44BFE883-979C-2E8D-79D1-94C28D5619E4}"/>
              </a:ext>
            </a:extLst>
          </p:cNvPr>
          <p:cNvSpPr>
            <a:spLocks noGrp="1"/>
          </p:cNvSpPr>
          <p:nvPr>
            <p:ph type="body" sz="quarter" idx="16" hasCustomPrompt="1"/>
          </p:nvPr>
        </p:nvSpPr>
        <p:spPr>
          <a:xfrm>
            <a:off x="2200565" y="2063080"/>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2" name="Text Placeholder 40">
            <a:extLst>
              <a:ext uri="{FF2B5EF4-FFF2-40B4-BE49-F238E27FC236}">
                <a16:creationId xmlns:a16="http://schemas.microsoft.com/office/drawing/2014/main" id="{77C748F4-093B-DDA0-6540-7073993BEA56}"/>
              </a:ext>
            </a:extLst>
          </p:cNvPr>
          <p:cNvSpPr>
            <a:spLocks noGrp="1"/>
          </p:cNvSpPr>
          <p:nvPr>
            <p:ph type="body" sz="quarter" idx="17" hasCustomPrompt="1"/>
          </p:nvPr>
        </p:nvSpPr>
        <p:spPr>
          <a:xfrm>
            <a:off x="2200565" y="2379321"/>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6" name="Text Placeholder 40">
            <a:extLst>
              <a:ext uri="{FF2B5EF4-FFF2-40B4-BE49-F238E27FC236}">
                <a16:creationId xmlns:a16="http://schemas.microsoft.com/office/drawing/2014/main" id="{983EF415-FCA1-8755-F7AB-BEC4E538126A}"/>
              </a:ext>
            </a:extLst>
          </p:cNvPr>
          <p:cNvSpPr>
            <a:spLocks noGrp="1"/>
          </p:cNvSpPr>
          <p:nvPr>
            <p:ph type="body" sz="quarter" idx="18" hasCustomPrompt="1"/>
          </p:nvPr>
        </p:nvSpPr>
        <p:spPr>
          <a:xfrm>
            <a:off x="765310" y="4992805"/>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7" name="Text Placeholder 40">
            <a:extLst>
              <a:ext uri="{FF2B5EF4-FFF2-40B4-BE49-F238E27FC236}">
                <a16:creationId xmlns:a16="http://schemas.microsoft.com/office/drawing/2014/main" id="{68F2D69F-A53F-BA07-94DB-BADE88ADA8F7}"/>
              </a:ext>
            </a:extLst>
          </p:cNvPr>
          <p:cNvSpPr>
            <a:spLocks noGrp="1"/>
          </p:cNvSpPr>
          <p:nvPr>
            <p:ph type="body" sz="quarter" idx="19" hasCustomPrompt="1"/>
          </p:nvPr>
        </p:nvSpPr>
        <p:spPr>
          <a:xfrm>
            <a:off x="765310" y="5309046"/>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8" name="Text Placeholder 40">
            <a:extLst>
              <a:ext uri="{FF2B5EF4-FFF2-40B4-BE49-F238E27FC236}">
                <a16:creationId xmlns:a16="http://schemas.microsoft.com/office/drawing/2014/main" id="{4CD8C29E-5D53-10DA-0E3D-185476D27F9D}"/>
              </a:ext>
            </a:extLst>
          </p:cNvPr>
          <p:cNvSpPr>
            <a:spLocks noGrp="1"/>
          </p:cNvSpPr>
          <p:nvPr>
            <p:ph type="body" sz="quarter" idx="20" hasCustomPrompt="1"/>
          </p:nvPr>
        </p:nvSpPr>
        <p:spPr>
          <a:xfrm>
            <a:off x="9773282" y="3455942"/>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9" name="Text Placeholder 40">
            <a:extLst>
              <a:ext uri="{FF2B5EF4-FFF2-40B4-BE49-F238E27FC236}">
                <a16:creationId xmlns:a16="http://schemas.microsoft.com/office/drawing/2014/main" id="{C48E698A-6EB3-E429-E83E-9D1BDE6C2500}"/>
              </a:ext>
            </a:extLst>
          </p:cNvPr>
          <p:cNvSpPr>
            <a:spLocks noGrp="1"/>
          </p:cNvSpPr>
          <p:nvPr>
            <p:ph type="body" sz="quarter" idx="21" hasCustomPrompt="1"/>
          </p:nvPr>
        </p:nvSpPr>
        <p:spPr>
          <a:xfrm>
            <a:off x="9773282" y="3772183"/>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50" name="Text Placeholder 40">
            <a:extLst>
              <a:ext uri="{FF2B5EF4-FFF2-40B4-BE49-F238E27FC236}">
                <a16:creationId xmlns:a16="http://schemas.microsoft.com/office/drawing/2014/main" id="{4EA65AA8-0960-853B-DB4D-A45CD9AC544C}"/>
              </a:ext>
            </a:extLst>
          </p:cNvPr>
          <p:cNvSpPr>
            <a:spLocks noGrp="1"/>
          </p:cNvSpPr>
          <p:nvPr>
            <p:ph type="body" sz="quarter" idx="22" hasCustomPrompt="1"/>
          </p:nvPr>
        </p:nvSpPr>
        <p:spPr>
          <a:xfrm>
            <a:off x="9773282" y="4167917"/>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51" name="Text Placeholder 40">
            <a:extLst>
              <a:ext uri="{FF2B5EF4-FFF2-40B4-BE49-F238E27FC236}">
                <a16:creationId xmlns:a16="http://schemas.microsoft.com/office/drawing/2014/main" id="{6ECF0C0F-442C-F1CE-EC17-6BE8C8CAFAB3}"/>
              </a:ext>
            </a:extLst>
          </p:cNvPr>
          <p:cNvSpPr>
            <a:spLocks noGrp="1"/>
          </p:cNvSpPr>
          <p:nvPr>
            <p:ph type="body" sz="quarter" idx="23" hasCustomPrompt="1"/>
          </p:nvPr>
        </p:nvSpPr>
        <p:spPr>
          <a:xfrm>
            <a:off x="9773282" y="4484158"/>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pic>
        <p:nvPicPr>
          <p:cNvPr id="4" name="Picture 3">
            <a:extLst>
              <a:ext uri="{FF2B5EF4-FFF2-40B4-BE49-F238E27FC236}">
                <a16:creationId xmlns:a16="http://schemas.microsoft.com/office/drawing/2014/main" id="{191A438C-D4F2-CEF7-4317-A748A305D6A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30641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eople slide 02">
    <p:spTree>
      <p:nvGrpSpPr>
        <p:cNvPr id="1" name=""/>
        <p:cNvGrpSpPr/>
        <p:nvPr/>
      </p:nvGrpSpPr>
      <p:grpSpPr>
        <a:xfrm>
          <a:off x="0" y="0"/>
          <a:ext cx="0" cy="0"/>
          <a:chOff x="0" y="0"/>
          <a:chExt cx="0" cy="0"/>
        </a:xfrm>
      </p:grpSpPr>
      <p:pic>
        <p:nvPicPr>
          <p:cNvPr id="14" name="Kép 10">
            <a:extLst>
              <a:ext uri="{FF2B5EF4-FFF2-40B4-BE49-F238E27FC236}">
                <a16:creationId xmlns:a16="http://schemas.microsoft.com/office/drawing/2014/main" id="{2C78654A-11B2-4311-0F6C-15C51C0596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B5A5225F-8206-C319-2871-548A3E52AD74}"/>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946100D2-E897-8CAC-268C-43A13F721F6D}"/>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17" name="Straight Connector 6">
            <a:extLst>
              <a:ext uri="{FF2B5EF4-FFF2-40B4-BE49-F238E27FC236}">
                <a16:creationId xmlns:a16="http://schemas.microsoft.com/office/drawing/2014/main" id="{B448AE36-6F8A-4854-1A52-08926C975272}"/>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0" name="Text Placeholder 9">
            <a:extLst>
              <a:ext uri="{FF2B5EF4-FFF2-40B4-BE49-F238E27FC236}">
                <a16:creationId xmlns:a16="http://schemas.microsoft.com/office/drawing/2014/main" id="{261A3653-6986-8EFF-33AF-D8690E1FC02A}"/>
              </a:ext>
            </a:extLst>
          </p:cNvPr>
          <p:cNvSpPr>
            <a:spLocks noGrp="1"/>
          </p:cNvSpPr>
          <p:nvPr userDrawn="1">
            <p:ph type="body" sz="quarter" idx="11" hasCustomPrompt="1"/>
          </p:nvPr>
        </p:nvSpPr>
        <p:spPr>
          <a:xfrm>
            <a:off x="765717" y="1016608"/>
            <a:ext cx="2038598"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1" name="Picture Placeholder 35">
            <a:extLst>
              <a:ext uri="{FF2B5EF4-FFF2-40B4-BE49-F238E27FC236}">
                <a16:creationId xmlns:a16="http://schemas.microsoft.com/office/drawing/2014/main" id="{5659E202-C345-6E82-4C60-27437688B83B}"/>
              </a:ext>
            </a:extLst>
          </p:cNvPr>
          <p:cNvSpPr>
            <a:spLocks noGrp="1"/>
          </p:cNvSpPr>
          <p:nvPr userDrawn="1">
            <p:ph type="pic" sz="quarter" idx="13"/>
          </p:nvPr>
        </p:nvSpPr>
        <p:spPr>
          <a:xfrm>
            <a:off x="3120336"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2" name="Picture Placeholder 35">
            <a:extLst>
              <a:ext uri="{FF2B5EF4-FFF2-40B4-BE49-F238E27FC236}">
                <a16:creationId xmlns:a16="http://schemas.microsoft.com/office/drawing/2014/main" id="{47444E3B-BDAA-08C2-B296-2ACEE3E16E4B}"/>
              </a:ext>
            </a:extLst>
          </p:cNvPr>
          <p:cNvSpPr>
            <a:spLocks noGrp="1"/>
          </p:cNvSpPr>
          <p:nvPr>
            <p:ph type="pic" sz="quarter" idx="14"/>
          </p:nvPr>
        </p:nvSpPr>
        <p:spPr>
          <a:xfrm>
            <a:off x="8200433"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3" name="Picture Placeholder 35">
            <a:extLst>
              <a:ext uri="{FF2B5EF4-FFF2-40B4-BE49-F238E27FC236}">
                <a16:creationId xmlns:a16="http://schemas.microsoft.com/office/drawing/2014/main" id="{58494B3E-66E1-D0CC-925A-607815755EB5}"/>
              </a:ext>
            </a:extLst>
          </p:cNvPr>
          <p:cNvSpPr>
            <a:spLocks noGrp="1"/>
          </p:cNvSpPr>
          <p:nvPr>
            <p:ph type="pic" sz="quarter" idx="15"/>
          </p:nvPr>
        </p:nvSpPr>
        <p:spPr>
          <a:xfrm>
            <a:off x="8200433" y="2871082"/>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35" name="Picture Placeholder 35">
            <a:extLst>
              <a:ext uri="{FF2B5EF4-FFF2-40B4-BE49-F238E27FC236}">
                <a16:creationId xmlns:a16="http://schemas.microsoft.com/office/drawing/2014/main" id="{90CF83ED-945B-4DF1-AE5E-9093FB7F35EE}"/>
              </a:ext>
            </a:extLst>
          </p:cNvPr>
          <p:cNvSpPr>
            <a:spLocks noGrp="1"/>
          </p:cNvSpPr>
          <p:nvPr>
            <p:ph type="pic" sz="quarter" idx="16"/>
          </p:nvPr>
        </p:nvSpPr>
        <p:spPr>
          <a:xfrm>
            <a:off x="5653515" y="932538"/>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40" name="Picture Placeholder 35">
            <a:extLst>
              <a:ext uri="{FF2B5EF4-FFF2-40B4-BE49-F238E27FC236}">
                <a16:creationId xmlns:a16="http://schemas.microsoft.com/office/drawing/2014/main" id="{5B2AE6DE-63FE-B356-0DE7-941CE2DCDD8C}"/>
              </a:ext>
            </a:extLst>
          </p:cNvPr>
          <p:cNvSpPr>
            <a:spLocks noGrp="1"/>
          </p:cNvSpPr>
          <p:nvPr>
            <p:ph type="pic" sz="quarter" idx="17"/>
          </p:nvPr>
        </p:nvSpPr>
        <p:spPr>
          <a:xfrm>
            <a:off x="5653514" y="4067809"/>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43" name="Picture Placeholder 35">
            <a:extLst>
              <a:ext uri="{FF2B5EF4-FFF2-40B4-BE49-F238E27FC236}">
                <a16:creationId xmlns:a16="http://schemas.microsoft.com/office/drawing/2014/main" id="{54B82493-041F-0034-4BBA-89B952E67B35}"/>
              </a:ext>
            </a:extLst>
          </p:cNvPr>
          <p:cNvSpPr>
            <a:spLocks noGrp="1"/>
          </p:cNvSpPr>
          <p:nvPr>
            <p:ph type="pic" sz="quarter" idx="18"/>
          </p:nvPr>
        </p:nvSpPr>
        <p:spPr>
          <a:xfrm>
            <a:off x="1878283" y="2871082"/>
            <a:ext cx="3690000" cy="24480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26745292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eople slide 03">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2812BE46-8470-B5F3-E2D4-1FAC7927252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0CD124B2-BFEC-435B-03E1-949D89FD0E9A}"/>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8FB5FE17-5EAA-D735-AF61-433BB4766C1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22" name="Straight Connector 6">
            <a:extLst>
              <a:ext uri="{FF2B5EF4-FFF2-40B4-BE49-F238E27FC236}">
                <a16:creationId xmlns:a16="http://schemas.microsoft.com/office/drawing/2014/main" id="{ABF77D2D-A0F4-DD60-56BA-A6E1C84912B5}"/>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9" name="Text Placeholder 9">
            <a:extLst>
              <a:ext uri="{FF2B5EF4-FFF2-40B4-BE49-F238E27FC236}">
                <a16:creationId xmlns:a16="http://schemas.microsoft.com/office/drawing/2014/main" id="{046336DE-2393-6D6E-C28F-087406A66C3F}"/>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Picture Placeholder 35">
            <a:extLst>
              <a:ext uri="{FF2B5EF4-FFF2-40B4-BE49-F238E27FC236}">
                <a16:creationId xmlns:a16="http://schemas.microsoft.com/office/drawing/2014/main" id="{91621271-BD60-7B37-8FDE-4C0E15E798AE}"/>
              </a:ext>
            </a:extLst>
          </p:cNvPr>
          <p:cNvSpPr>
            <a:spLocks noGrp="1"/>
          </p:cNvSpPr>
          <p:nvPr>
            <p:ph type="pic" sz="quarter" idx="13"/>
          </p:nvPr>
        </p:nvSpPr>
        <p:spPr>
          <a:xfrm>
            <a:off x="3447865"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2" name="Picture Placeholder 35">
            <a:extLst>
              <a:ext uri="{FF2B5EF4-FFF2-40B4-BE49-F238E27FC236}">
                <a16:creationId xmlns:a16="http://schemas.microsoft.com/office/drawing/2014/main" id="{19139D78-9C3B-5EA7-E2A9-6BBADC889AC6}"/>
              </a:ext>
            </a:extLst>
          </p:cNvPr>
          <p:cNvSpPr>
            <a:spLocks noGrp="1"/>
          </p:cNvSpPr>
          <p:nvPr>
            <p:ph type="pic" sz="quarter" idx="14"/>
          </p:nvPr>
        </p:nvSpPr>
        <p:spPr>
          <a:xfrm>
            <a:off x="7998600"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4" name="Picture Placeholder 35">
            <a:extLst>
              <a:ext uri="{FF2B5EF4-FFF2-40B4-BE49-F238E27FC236}">
                <a16:creationId xmlns:a16="http://schemas.microsoft.com/office/drawing/2014/main" id="{8B3AEE91-376D-FC79-3AF3-70C8CC9F3876}"/>
              </a:ext>
            </a:extLst>
          </p:cNvPr>
          <p:cNvSpPr>
            <a:spLocks noGrp="1"/>
          </p:cNvSpPr>
          <p:nvPr>
            <p:ph type="pic" sz="quarter" idx="15"/>
          </p:nvPr>
        </p:nvSpPr>
        <p:spPr>
          <a:xfrm>
            <a:off x="5717079" y="0"/>
            <a:ext cx="2192400" cy="2538000"/>
          </a:xfrm>
          <a:prstGeom prst="rect">
            <a:avLst/>
          </a:prstGeom>
        </p:spPr>
        <p:txBody>
          <a:bodyPr anchor="ctr"/>
          <a:lstStyle>
            <a:lvl1pPr marL="0" indent="0" algn="ctr">
              <a:buNone/>
              <a:defRPr>
                <a:solidFill>
                  <a:schemeClr val="bg1"/>
                </a:solidFill>
              </a:defRPr>
            </a:lvl1pPr>
          </a:lstStyle>
          <a:p>
            <a:endParaRPr lang="ru-RU"/>
          </a:p>
        </p:txBody>
      </p:sp>
      <p:sp>
        <p:nvSpPr>
          <p:cNvPr id="45" name="Picture Placeholder 35">
            <a:extLst>
              <a:ext uri="{FF2B5EF4-FFF2-40B4-BE49-F238E27FC236}">
                <a16:creationId xmlns:a16="http://schemas.microsoft.com/office/drawing/2014/main" id="{17523340-FD37-B019-42D4-7068AB68020B}"/>
              </a:ext>
            </a:extLst>
          </p:cNvPr>
          <p:cNvSpPr>
            <a:spLocks noGrp="1"/>
          </p:cNvSpPr>
          <p:nvPr>
            <p:ph type="pic" sz="quarter" idx="16"/>
          </p:nvPr>
        </p:nvSpPr>
        <p:spPr>
          <a:xfrm>
            <a:off x="8551596" y="2610381"/>
            <a:ext cx="2192400" cy="2739600"/>
          </a:xfrm>
          <a:prstGeom prst="rect">
            <a:avLst/>
          </a:prstGeom>
        </p:spPr>
        <p:txBody>
          <a:bodyPr anchor="ctr"/>
          <a:lstStyle>
            <a:lvl1pPr marL="0" indent="0" algn="ctr">
              <a:buNone/>
              <a:defRPr>
                <a:solidFill>
                  <a:schemeClr val="bg1"/>
                </a:solidFill>
              </a:defRPr>
            </a:lvl1pPr>
          </a:lstStyle>
          <a:p>
            <a:endParaRPr lang="ru-RU"/>
          </a:p>
        </p:txBody>
      </p:sp>
      <p:sp>
        <p:nvSpPr>
          <p:cNvPr id="46" name="Picture Placeholder 35">
            <a:extLst>
              <a:ext uri="{FF2B5EF4-FFF2-40B4-BE49-F238E27FC236}">
                <a16:creationId xmlns:a16="http://schemas.microsoft.com/office/drawing/2014/main" id="{8F33EC31-BDA1-42E2-836E-F9AAF86F9FF7}"/>
              </a:ext>
            </a:extLst>
          </p:cNvPr>
          <p:cNvSpPr>
            <a:spLocks noGrp="1"/>
          </p:cNvSpPr>
          <p:nvPr>
            <p:ph type="pic" sz="quarter" idx="17"/>
          </p:nvPr>
        </p:nvSpPr>
        <p:spPr>
          <a:xfrm>
            <a:off x="6268314" y="2610381"/>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7" name="Picture Placeholder 35">
            <a:extLst>
              <a:ext uri="{FF2B5EF4-FFF2-40B4-BE49-F238E27FC236}">
                <a16:creationId xmlns:a16="http://schemas.microsoft.com/office/drawing/2014/main" id="{B2F3D44B-BD37-30A1-1C1A-A6B58997025D}"/>
              </a:ext>
            </a:extLst>
          </p:cNvPr>
          <p:cNvSpPr>
            <a:spLocks noGrp="1"/>
          </p:cNvSpPr>
          <p:nvPr>
            <p:ph type="pic" sz="quarter" idx="18"/>
          </p:nvPr>
        </p:nvSpPr>
        <p:spPr>
          <a:xfrm>
            <a:off x="2886474" y="2607815"/>
            <a:ext cx="3304800" cy="2192400"/>
          </a:xfrm>
          <a:prstGeom prst="rect">
            <a:avLst/>
          </a:prstGeom>
        </p:spPr>
        <p:txBody>
          <a:bodyPr anchor="ctr"/>
          <a:lstStyle>
            <a:lvl1pPr marL="0" indent="0" algn="ctr">
              <a:buNone/>
              <a:defRPr>
                <a:solidFill>
                  <a:schemeClr val="bg1"/>
                </a:solidFill>
              </a:defRPr>
            </a:lvl1pPr>
          </a:lstStyle>
          <a:p>
            <a:endParaRPr lang="ru-RU"/>
          </a:p>
        </p:txBody>
      </p:sp>
      <p:sp>
        <p:nvSpPr>
          <p:cNvPr id="48" name="Picture Placeholder 35">
            <a:extLst>
              <a:ext uri="{FF2B5EF4-FFF2-40B4-BE49-F238E27FC236}">
                <a16:creationId xmlns:a16="http://schemas.microsoft.com/office/drawing/2014/main" id="{966BBDDF-E313-01BD-4001-83C2DC590BC0}"/>
              </a:ext>
            </a:extLst>
          </p:cNvPr>
          <p:cNvSpPr>
            <a:spLocks noGrp="1"/>
          </p:cNvSpPr>
          <p:nvPr>
            <p:ph type="pic" sz="quarter" idx="19"/>
          </p:nvPr>
        </p:nvSpPr>
        <p:spPr>
          <a:xfrm>
            <a:off x="605356" y="3980350"/>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9" name="Picture Placeholder 35">
            <a:extLst>
              <a:ext uri="{FF2B5EF4-FFF2-40B4-BE49-F238E27FC236}">
                <a16:creationId xmlns:a16="http://schemas.microsoft.com/office/drawing/2014/main" id="{DEBBD689-9460-BDC4-4B82-6E8D3BFA0685}"/>
              </a:ext>
            </a:extLst>
          </p:cNvPr>
          <p:cNvSpPr>
            <a:spLocks noGrp="1"/>
          </p:cNvSpPr>
          <p:nvPr>
            <p:ph type="pic" sz="quarter" idx="20"/>
          </p:nvPr>
        </p:nvSpPr>
        <p:spPr>
          <a:xfrm>
            <a:off x="2887256" y="4885930"/>
            <a:ext cx="2192400" cy="1972800"/>
          </a:xfrm>
          <a:prstGeom prst="rect">
            <a:avLst/>
          </a:prstGeom>
        </p:spPr>
        <p:txBody>
          <a:bodyPr anchor="ctr"/>
          <a:lstStyle>
            <a:lvl1pPr marL="0" indent="0" algn="ctr">
              <a:buNone/>
              <a:defRPr>
                <a:solidFill>
                  <a:schemeClr val="bg1"/>
                </a:solidFill>
              </a:defRPr>
            </a:lvl1pPr>
          </a:lstStyle>
          <a:p>
            <a:endParaRPr lang="ru-RU"/>
          </a:p>
        </p:txBody>
      </p:sp>
      <p:sp>
        <p:nvSpPr>
          <p:cNvPr id="50" name="Picture Placeholder 35">
            <a:extLst>
              <a:ext uri="{FF2B5EF4-FFF2-40B4-BE49-F238E27FC236}">
                <a16:creationId xmlns:a16="http://schemas.microsoft.com/office/drawing/2014/main" id="{610396A7-536B-75D4-FBCC-7E7A2083F940}"/>
              </a:ext>
            </a:extLst>
          </p:cNvPr>
          <p:cNvSpPr>
            <a:spLocks noGrp="1"/>
          </p:cNvSpPr>
          <p:nvPr>
            <p:ph type="pic" sz="quarter" idx="21"/>
          </p:nvPr>
        </p:nvSpPr>
        <p:spPr>
          <a:xfrm>
            <a:off x="5158156" y="4885930"/>
            <a:ext cx="3304800" cy="19728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38068350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eaker slide 01">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813232-B9EE-F62B-D44D-747B8C08043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2">
            <a:extLst>
              <a:ext uri="{FF2B5EF4-FFF2-40B4-BE49-F238E27FC236}">
                <a16:creationId xmlns:a16="http://schemas.microsoft.com/office/drawing/2014/main" id="{ABA8EA50-AB40-5166-AB83-AA011D67C85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15" name="Straight Connector 6">
            <a:extLst>
              <a:ext uri="{FF2B5EF4-FFF2-40B4-BE49-F238E27FC236}">
                <a16:creationId xmlns:a16="http://schemas.microsoft.com/office/drawing/2014/main" id="{8EE7BFCA-B322-1FBD-09B9-43EBD9271F17}"/>
              </a:ext>
            </a:extLst>
          </p:cNvPr>
          <p:cNvCxnSpPr>
            <a:cxnSpLocks/>
          </p:cNvCxnSpPr>
          <p:nvPr userDrawn="1"/>
        </p:nvCxnSpPr>
        <p:spPr>
          <a:xfrm>
            <a:off x="6562861" y="1522275"/>
            <a:ext cx="0" cy="3293952"/>
          </a:xfrm>
          <a:prstGeom prst="line">
            <a:avLst/>
          </a:prstGeom>
          <a:noFill/>
          <a:ln w="6350" cap="flat" cmpd="sng" algn="ctr">
            <a:solidFill>
              <a:srgbClr val="D31B2C"/>
            </a:solidFill>
            <a:prstDash val="solid"/>
            <a:miter lim="800000"/>
          </a:ln>
          <a:effectLst/>
        </p:spPr>
      </p:cxnSp>
      <p:cxnSp>
        <p:nvCxnSpPr>
          <p:cNvPr id="20" name="Straight Connector 6">
            <a:extLst>
              <a:ext uri="{FF2B5EF4-FFF2-40B4-BE49-F238E27FC236}">
                <a16:creationId xmlns:a16="http://schemas.microsoft.com/office/drawing/2014/main" id="{6C5A0DCA-AB93-9933-3A3C-78A49286243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8AC19302-E70B-AD30-3CF9-D52B6D13D528}"/>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C715383F-8E28-D836-8661-E94C9A90B560}"/>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4" name="Text Placeholder 9">
            <a:extLst>
              <a:ext uri="{FF2B5EF4-FFF2-40B4-BE49-F238E27FC236}">
                <a16:creationId xmlns:a16="http://schemas.microsoft.com/office/drawing/2014/main" id="{133FD85A-AB89-12BD-A086-3648C6D7EE8C}"/>
              </a:ext>
            </a:extLst>
          </p:cNvPr>
          <p:cNvSpPr>
            <a:spLocks noGrp="1"/>
          </p:cNvSpPr>
          <p:nvPr>
            <p:ph type="body" sz="quarter" idx="13" hasCustomPrompt="1"/>
          </p:nvPr>
        </p:nvSpPr>
        <p:spPr>
          <a:xfrm>
            <a:off x="7140575" y="1522275"/>
            <a:ext cx="3856063" cy="3293952"/>
          </a:xfrm>
          <a:prstGeom prst="rect">
            <a:avLst/>
          </a:prstGeom>
        </p:spPr>
        <p:txBody>
          <a:bodyPr wrap="square">
            <a:noAutofit/>
          </a:bodyPr>
          <a:lstStyle>
            <a:lvl1pPr marL="0" indent="0">
              <a:buNone/>
              <a:defRPr kumimoji="0" lang="en-US" sz="1800" b="0" i="0" u="none" strike="noStrike" kern="0" cap="none" spc="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description </a:t>
            </a:r>
          </a:p>
        </p:txBody>
      </p:sp>
      <p:sp>
        <p:nvSpPr>
          <p:cNvPr id="27" name="Picture Placeholder 26">
            <a:extLst>
              <a:ext uri="{FF2B5EF4-FFF2-40B4-BE49-F238E27FC236}">
                <a16:creationId xmlns:a16="http://schemas.microsoft.com/office/drawing/2014/main" id="{0D749BFD-B791-57FC-2039-B523E5730F44}"/>
              </a:ext>
            </a:extLst>
          </p:cNvPr>
          <p:cNvSpPr>
            <a:spLocks noGrp="1"/>
          </p:cNvSpPr>
          <p:nvPr>
            <p:ph type="pic" sz="quarter" idx="14"/>
          </p:nvPr>
        </p:nvSpPr>
        <p:spPr>
          <a:xfrm>
            <a:off x="4007121" y="1522413"/>
            <a:ext cx="1978025" cy="2263775"/>
          </a:xfrm>
          <a:prstGeom prst="rect">
            <a:avLst/>
          </a:prstGeom>
        </p:spPr>
        <p:txBody>
          <a:bodyPr anchor="ctr"/>
          <a:lstStyle>
            <a:lvl1pPr marL="0" indent="0" algn="ctr">
              <a:buNone/>
              <a:defRPr>
                <a:solidFill>
                  <a:schemeClr val="bg1"/>
                </a:solidFill>
              </a:defRPr>
            </a:lvl1pPr>
          </a:lstStyle>
          <a:p>
            <a:endParaRPr lang="ru-RU"/>
          </a:p>
        </p:txBody>
      </p:sp>
      <p:sp>
        <p:nvSpPr>
          <p:cNvPr id="28" name="Text Placeholder 9">
            <a:extLst>
              <a:ext uri="{FF2B5EF4-FFF2-40B4-BE49-F238E27FC236}">
                <a16:creationId xmlns:a16="http://schemas.microsoft.com/office/drawing/2014/main" id="{750CD8B0-EAFD-E32F-81E7-1A2F164F5CA7}"/>
              </a:ext>
            </a:extLst>
          </p:cNvPr>
          <p:cNvSpPr>
            <a:spLocks noGrp="1"/>
          </p:cNvSpPr>
          <p:nvPr>
            <p:ph type="body" sz="quarter" idx="15" hasCustomPrompt="1"/>
          </p:nvPr>
        </p:nvSpPr>
        <p:spPr>
          <a:xfrm>
            <a:off x="3572709" y="4112132"/>
            <a:ext cx="2846848" cy="341632"/>
          </a:xfrm>
          <a:prstGeom prst="rect">
            <a:avLst/>
          </a:prstGeom>
        </p:spPr>
        <p:txBody>
          <a:bodyPr wrap="square">
            <a:spAutoFit/>
          </a:bodyPr>
          <a:lstStyle>
            <a:lvl1pPr marL="0" indent="0" algn="ctr">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29" name="Text Placeholder 9">
            <a:extLst>
              <a:ext uri="{FF2B5EF4-FFF2-40B4-BE49-F238E27FC236}">
                <a16:creationId xmlns:a16="http://schemas.microsoft.com/office/drawing/2014/main" id="{0B1EE2FC-3206-1BE0-E09F-428465FF9160}"/>
              </a:ext>
            </a:extLst>
          </p:cNvPr>
          <p:cNvSpPr>
            <a:spLocks noGrp="1"/>
          </p:cNvSpPr>
          <p:nvPr>
            <p:ph type="body" sz="quarter" idx="16" hasCustomPrompt="1"/>
          </p:nvPr>
        </p:nvSpPr>
        <p:spPr>
          <a:xfrm>
            <a:off x="3572709" y="4474595"/>
            <a:ext cx="2846848" cy="341632"/>
          </a:xfrm>
          <a:prstGeom prst="rect">
            <a:avLst/>
          </a:prstGeom>
        </p:spPr>
        <p:txBody>
          <a:bodyPr wrap="square">
            <a:spAutoFit/>
          </a:bodyPr>
          <a:lstStyle>
            <a:lvl1pPr marL="0" indent="0" algn="ctr">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title</a:t>
            </a:r>
          </a:p>
        </p:txBody>
      </p:sp>
      <p:pic>
        <p:nvPicPr>
          <p:cNvPr id="5" name="Picture 4">
            <a:extLst>
              <a:ext uri="{FF2B5EF4-FFF2-40B4-BE49-F238E27FC236}">
                <a16:creationId xmlns:a16="http://schemas.microsoft.com/office/drawing/2014/main" id="{0F996110-05ED-3AFA-A34A-2762CFE96B1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543366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slide 02">
    <p:spTree>
      <p:nvGrpSpPr>
        <p:cNvPr id="1" name=""/>
        <p:cNvGrpSpPr/>
        <p:nvPr/>
      </p:nvGrpSpPr>
      <p:grpSpPr>
        <a:xfrm>
          <a:off x="0" y="0"/>
          <a:ext cx="0" cy="0"/>
          <a:chOff x="0" y="0"/>
          <a:chExt cx="0" cy="0"/>
        </a:xfrm>
      </p:grpSpPr>
      <p:pic>
        <p:nvPicPr>
          <p:cNvPr id="37" name="Picture 15">
            <a:extLst>
              <a:ext uri="{FF2B5EF4-FFF2-40B4-BE49-F238E27FC236}">
                <a16:creationId xmlns:a16="http://schemas.microsoft.com/office/drawing/2014/main" id="{5D81988E-48F2-F94B-4886-1F3512FF80A5}"/>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671888" y="1"/>
            <a:ext cx="8520112" cy="6857998"/>
          </a:xfrm>
          <a:prstGeom prst="rect">
            <a:avLst/>
          </a:prstGeom>
        </p:spPr>
      </p:pic>
      <p:sp>
        <p:nvSpPr>
          <p:cNvPr id="4" name="Rectangle 5">
            <a:extLst>
              <a:ext uri="{FF2B5EF4-FFF2-40B4-BE49-F238E27FC236}">
                <a16:creationId xmlns:a16="http://schemas.microsoft.com/office/drawing/2014/main" id="{550FF4C4-FE59-0C80-09FF-2D011D077120}"/>
              </a:ext>
            </a:extLst>
          </p:cNvPr>
          <p:cNvSpPr/>
          <p:nvPr userDrawn="1"/>
        </p:nvSpPr>
        <p:spPr>
          <a:xfrm flipH="1">
            <a:off x="3671887" y="1"/>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cxnSp>
        <p:nvCxnSpPr>
          <p:cNvPr id="41" name="Straight Connector 6">
            <a:extLst>
              <a:ext uri="{FF2B5EF4-FFF2-40B4-BE49-F238E27FC236}">
                <a16:creationId xmlns:a16="http://schemas.microsoft.com/office/drawing/2014/main" id="{F68FEFB2-748C-47CC-17F8-1D9E0FD6C0E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42" name="Rectangle: Rounded Corners 41">
            <a:extLst>
              <a:ext uri="{FF2B5EF4-FFF2-40B4-BE49-F238E27FC236}">
                <a16:creationId xmlns:a16="http://schemas.microsoft.com/office/drawing/2014/main" id="{861CA2C1-DF61-ABBB-2FFB-04C12E2D8574}"/>
              </a:ext>
            </a:extLst>
          </p:cNvPr>
          <p:cNvSpPr/>
          <p:nvPr userDrawn="1"/>
        </p:nvSpPr>
        <p:spPr>
          <a:xfrm>
            <a:off x="4657797"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sp>
        <p:nvSpPr>
          <p:cNvPr id="46" name="Rectangle: Rounded Corners 45">
            <a:extLst>
              <a:ext uri="{FF2B5EF4-FFF2-40B4-BE49-F238E27FC236}">
                <a16:creationId xmlns:a16="http://schemas.microsoft.com/office/drawing/2014/main" id="{96747F6A-EB51-4021-3223-4CDE687CB4A2}"/>
              </a:ext>
            </a:extLst>
          </p:cNvPr>
          <p:cNvSpPr/>
          <p:nvPr userDrawn="1"/>
        </p:nvSpPr>
        <p:spPr>
          <a:xfrm>
            <a:off x="8357465"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noFill/>
              <a:effectLst/>
              <a:uLnTx/>
              <a:uFillTx/>
              <a:ea typeface="+mn-ea"/>
              <a:cs typeface="+mn-cs"/>
            </a:endParaRPr>
          </a:p>
        </p:txBody>
      </p:sp>
      <p:cxnSp>
        <p:nvCxnSpPr>
          <p:cNvPr id="57" name="Straight Connector 6">
            <a:extLst>
              <a:ext uri="{FF2B5EF4-FFF2-40B4-BE49-F238E27FC236}">
                <a16:creationId xmlns:a16="http://schemas.microsoft.com/office/drawing/2014/main" id="{BA37A82F-94CE-31BF-3B1A-233E2EC832D3}"/>
              </a:ext>
            </a:extLst>
          </p:cNvPr>
          <p:cNvCxnSpPr>
            <a:cxnSpLocks/>
          </p:cNvCxnSpPr>
          <p:nvPr userDrawn="1"/>
        </p:nvCxnSpPr>
        <p:spPr>
          <a:xfrm>
            <a:off x="4657797" y="1522275"/>
            <a:ext cx="0" cy="1915340"/>
          </a:xfrm>
          <a:prstGeom prst="line">
            <a:avLst/>
          </a:prstGeom>
          <a:noFill/>
          <a:ln w="6350" cap="flat" cmpd="sng" algn="ctr">
            <a:solidFill>
              <a:srgbClr val="D31B2C"/>
            </a:solidFill>
            <a:prstDash val="solid"/>
            <a:miter lim="800000"/>
          </a:ln>
          <a:effectLst/>
        </p:spPr>
      </p:cxnSp>
      <p:cxnSp>
        <p:nvCxnSpPr>
          <p:cNvPr id="58" name="Straight Connector 6">
            <a:extLst>
              <a:ext uri="{FF2B5EF4-FFF2-40B4-BE49-F238E27FC236}">
                <a16:creationId xmlns:a16="http://schemas.microsoft.com/office/drawing/2014/main" id="{CA3FAC85-905E-8ADC-A12E-6671BEAF39F8}"/>
              </a:ext>
            </a:extLst>
          </p:cNvPr>
          <p:cNvCxnSpPr>
            <a:cxnSpLocks/>
          </p:cNvCxnSpPr>
          <p:nvPr userDrawn="1"/>
        </p:nvCxnSpPr>
        <p:spPr>
          <a:xfrm>
            <a:off x="8357466" y="1522275"/>
            <a:ext cx="0" cy="1915340"/>
          </a:xfrm>
          <a:prstGeom prst="line">
            <a:avLst/>
          </a:prstGeom>
          <a:noFill/>
          <a:ln w="6350" cap="flat" cmpd="sng" algn="ctr">
            <a:solidFill>
              <a:srgbClr val="D31B2C"/>
            </a:solidFill>
            <a:prstDash val="solid"/>
            <a:miter lim="800000"/>
          </a:ln>
          <a:effectLst/>
        </p:spPr>
      </p:cxnSp>
      <p:sp>
        <p:nvSpPr>
          <p:cNvPr id="59" name="Text Placeholder 9">
            <a:extLst>
              <a:ext uri="{FF2B5EF4-FFF2-40B4-BE49-F238E27FC236}">
                <a16:creationId xmlns:a16="http://schemas.microsoft.com/office/drawing/2014/main" id="{44D6C526-F726-EAF8-011C-CBD99876D1C4}"/>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60" name="Text Placeholder 9">
            <a:extLst>
              <a:ext uri="{FF2B5EF4-FFF2-40B4-BE49-F238E27FC236}">
                <a16:creationId xmlns:a16="http://schemas.microsoft.com/office/drawing/2014/main" id="{19281312-0881-CA13-BABE-BD621D9DCA21}"/>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61" name="Picture Placeholder 26">
            <a:extLst>
              <a:ext uri="{FF2B5EF4-FFF2-40B4-BE49-F238E27FC236}">
                <a16:creationId xmlns:a16="http://schemas.microsoft.com/office/drawing/2014/main" id="{2C890884-8F90-1B8C-0583-701DAF17CD13}"/>
              </a:ext>
            </a:extLst>
          </p:cNvPr>
          <p:cNvSpPr>
            <a:spLocks noGrp="1"/>
          </p:cNvSpPr>
          <p:nvPr userDrawn="1">
            <p:ph type="pic" sz="quarter" idx="14"/>
          </p:nvPr>
        </p:nvSpPr>
        <p:spPr>
          <a:xfrm>
            <a:off x="4274610"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65" name="Picture Placeholder 26">
            <a:extLst>
              <a:ext uri="{FF2B5EF4-FFF2-40B4-BE49-F238E27FC236}">
                <a16:creationId xmlns:a16="http://schemas.microsoft.com/office/drawing/2014/main" id="{9B4E7A95-1F7C-F4B4-24DF-04B561DB0F00}"/>
              </a:ext>
            </a:extLst>
          </p:cNvPr>
          <p:cNvSpPr>
            <a:spLocks noGrp="1"/>
          </p:cNvSpPr>
          <p:nvPr userDrawn="1">
            <p:ph type="pic" sz="quarter" idx="15"/>
          </p:nvPr>
        </p:nvSpPr>
        <p:spPr>
          <a:xfrm>
            <a:off x="7975703"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70" name="Text Placeholder 69">
            <a:extLst>
              <a:ext uri="{FF2B5EF4-FFF2-40B4-BE49-F238E27FC236}">
                <a16:creationId xmlns:a16="http://schemas.microsoft.com/office/drawing/2014/main" id="{1A2B5E6C-A7FA-A7BB-BAA4-F3E1FA00884C}"/>
              </a:ext>
            </a:extLst>
          </p:cNvPr>
          <p:cNvSpPr>
            <a:spLocks noGrp="1"/>
          </p:cNvSpPr>
          <p:nvPr userDrawn="1">
            <p:ph type="body" sz="quarter" idx="18" hasCustomPrompt="1"/>
          </p:nvPr>
        </p:nvSpPr>
        <p:spPr>
          <a:xfrm>
            <a:off x="4892425"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2" name="Picture Placeholder 71">
            <a:extLst>
              <a:ext uri="{FF2B5EF4-FFF2-40B4-BE49-F238E27FC236}">
                <a16:creationId xmlns:a16="http://schemas.microsoft.com/office/drawing/2014/main" id="{814A83D3-EF82-48FC-A203-17E6EE311AAA}"/>
              </a:ext>
            </a:extLst>
          </p:cNvPr>
          <p:cNvSpPr>
            <a:spLocks noGrp="1"/>
          </p:cNvSpPr>
          <p:nvPr userDrawn="1">
            <p:ph type="pic" sz="quarter" idx="19" hasCustomPrompt="1"/>
          </p:nvPr>
        </p:nvSpPr>
        <p:spPr>
          <a:xfrm>
            <a:off x="4892425" y="1739901"/>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4" name="Text Placeholder 69">
            <a:extLst>
              <a:ext uri="{FF2B5EF4-FFF2-40B4-BE49-F238E27FC236}">
                <a16:creationId xmlns:a16="http://schemas.microsoft.com/office/drawing/2014/main" id="{2F090A45-5BD6-483E-1AE9-E1541BCFA8FA}"/>
              </a:ext>
            </a:extLst>
          </p:cNvPr>
          <p:cNvSpPr>
            <a:spLocks noGrp="1"/>
          </p:cNvSpPr>
          <p:nvPr>
            <p:ph type="body" sz="quarter" idx="21" hasCustomPrompt="1"/>
          </p:nvPr>
        </p:nvSpPr>
        <p:spPr>
          <a:xfrm>
            <a:off x="8592094"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5" name="Picture Placeholder 71">
            <a:extLst>
              <a:ext uri="{FF2B5EF4-FFF2-40B4-BE49-F238E27FC236}">
                <a16:creationId xmlns:a16="http://schemas.microsoft.com/office/drawing/2014/main" id="{C39F4A37-DB4D-4E2D-4262-F7C721F1FD29}"/>
              </a:ext>
            </a:extLst>
          </p:cNvPr>
          <p:cNvSpPr>
            <a:spLocks noGrp="1"/>
          </p:cNvSpPr>
          <p:nvPr>
            <p:ph type="pic" sz="quarter" idx="22" hasCustomPrompt="1"/>
          </p:nvPr>
        </p:nvSpPr>
        <p:spPr>
          <a:xfrm>
            <a:off x="8592094" y="1739469"/>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8" name="Text Placeholder 9">
            <a:extLst>
              <a:ext uri="{FF2B5EF4-FFF2-40B4-BE49-F238E27FC236}">
                <a16:creationId xmlns:a16="http://schemas.microsoft.com/office/drawing/2014/main" id="{00AD8CC7-5075-7200-240E-D0DD99BBB07B}"/>
              </a:ext>
            </a:extLst>
          </p:cNvPr>
          <p:cNvSpPr>
            <a:spLocks noGrp="1"/>
          </p:cNvSpPr>
          <p:nvPr>
            <p:ph type="body" sz="quarter" idx="23" hasCustomPrompt="1"/>
          </p:nvPr>
        </p:nvSpPr>
        <p:spPr>
          <a:xfrm>
            <a:off x="5688273"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79" name="Text Placeholder 9">
            <a:extLst>
              <a:ext uri="{FF2B5EF4-FFF2-40B4-BE49-F238E27FC236}">
                <a16:creationId xmlns:a16="http://schemas.microsoft.com/office/drawing/2014/main" id="{8F87BBBC-D799-A35D-F511-EDB58A99A119}"/>
              </a:ext>
            </a:extLst>
          </p:cNvPr>
          <p:cNvSpPr>
            <a:spLocks noGrp="1"/>
          </p:cNvSpPr>
          <p:nvPr>
            <p:ph type="body" sz="quarter" idx="24" hasCustomPrompt="1"/>
          </p:nvPr>
        </p:nvSpPr>
        <p:spPr>
          <a:xfrm>
            <a:off x="5688273"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sp>
        <p:nvSpPr>
          <p:cNvPr id="80" name="Text Placeholder 9">
            <a:extLst>
              <a:ext uri="{FF2B5EF4-FFF2-40B4-BE49-F238E27FC236}">
                <a16:creationId xmlns:a16="http://schemas.microsoft.com/office/drawing/2014/main" id="{F7C3EAA6-9485-6A4F-ED0B-275FA57FB974}"/>
              </a:ext>
            </a:extLst>
          </p:cNvPr>
          <p:cNvSpPr>
            <a:spLocks noGrp="1"/>
          </p:cNvSpPr>
          <p:nvPr>
            <p:ph type="body" sz="quarter" idx="25" hasCustomPrompt="1"/>
          </p:nvPr>
        </p:nvSpPr>
        <p:spPr>
          <a:xfrm>
            <a:off x="9387942"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81" name="Text Placeholder 9">
            <a:extLst>
              <a:ext uri="{FF2B5EF4-FFF2-40B4-BE49-F238E27FC236}">
                <a16:creationId xmlns:a16="http://schemas.microsoft.com/office/drawing/2014/main" id="{442F3514-AA4B-EC70-A18E-39374CD3105E}"/>
              </a:ext>
            </a:extLst>
          </p:cNvPr>
          <p:cNvSpPr>
            <a:spLocks noGrp="1"/>
          </p:cNvSpPr>
          <p:nvPr>
            <p:ph type="body" sz="quarter" idx="26" hasCustomPrompt="1"/>
          </p:nvPr>
        </p:nvSpPr>
        <p:spPr>
          <a:xfrm>
            <a:off x="9387942"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pic>
        <p:nvPicPr>
          <p:cNvPr id="5" name="Picture 4">
            <a:extLst>
              <a:ext uri="{FF2B5EF4-FFF2-40B4-BE49-F238E27FC236}">
                <a16:creationId xmlns:a16="http://schemas.microsoft.com/office/drawing/2014/main" id="{A6FAE1CF-7431-8427-8822-2EB005C6AF9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6" name="Text Placeholder 9">
            <a:extLst>
              <a:ext uri="{FF2B5EF4-FFF2-40B4-BE49-F238E27FC236}">
                <a16:creationId xmlns:a16="http://schemas.microsoft.com/office/drawing/2014/main" id="{FE10B196-ADE0-F194-6100-2E7AEB78D15D}"/>
              </a:ext>
            </a:extLst>
          </p:cNvPr>
          <p:cNvSpPr>
            <a:spLocks noGrp="1"/>
          </p:cNvSpPr>
          <p:nvPr>
            <p:ph type="body" sz="quarter" idx="27" hasCustomPrompt="1"/>
          </p:nvPr>
        </p:nvSpPr>
        <p:spPr>
          <a:xfrm>
            <a:off x="526144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
        <p:nvSpPr>
          <p:cNvPr id="7" name="Text Placeholder 9">
            <a:extLst>
              <a:ext uri="{FF2B5EF4-FFF2-40B4-BE49-F238E27FC236}">
                <a16:creationId xmlns:a16="http://schemas.microsoft.com/office/drawing/2014/main" id="{8FAF0FE2-26D6-D574-BBD7-48369D8079CB}"/>
              </a:ext>
            </a:extLst>
          </p:cNvPr>
          <p:cNvSpPr>
            <a:spLocks noGrp="1"/>
          </p:cNvSpPr>
          <p:nvPr>
            <p:ph type="body" sz="quarter" idx="28" hasCustomPrompt="1"/>
          </p:nvPr>
        </p:nvSpPr>
        <p:spPr>
          <a:xfrm>
            <a:off x="896111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Tree>
    <p:extLst>
      <p:ext uri="{BB962C8B-B14F-4D97-AF65-F5344CB8AC3E}">
        <p14:creationId xmlns:p14="http://schemas.microsoft.com/office/powerpoint/2010/main" val="37728469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cept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EB7595C-4E38-4C58-72E6-FADDA612EA30}"/>
              </a:ext>
            </a:extLst>
          </p:cNvPr>
          <p:cNvSpPr/>
          <p:nvPr userDrawn="1"/>
        </p:nvSpPr>
        <p:spPr>
          <a:xfrm>
            <a:off x="0" y="0"/>
            <a:ext cx="2763386" cy="6868544"/>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Lato"/>
              <a:ea typeface="+mn-ea"/>
              <a:cs typeface="+mn-cs"/>
            </a:endParaRPr>
          </a:p>
        </p:txBody>
      </p:sp>
      <p:cxnSp>
        <p:nvCxnSpPr>
          <p:cNvPr id="13" name="Straight Connector 6">
            <a:extLst>
              <a:ext uri="{FF2B5EF4-FFF2-40B4-BE49-F238E27FC236}">
                <a16:creationId xmlns:a16="http://schemas.microsoft.com/office/drawing/2014/main" id="{7D083C62-BF55-1753-E664-30218DD0018C}"/>
              </a:ext>
            </a:extLst>
          </p:cNvPr>
          <p:cNvCxnSpPr>
            <a:cxnSpLocks/>
          </p:cNvCxnSpPr>
          <p:nvPr userDrawn="1"/>
        </p:nvCxnSpPr>
        <p:spPr>
          <a:xfrm flipH="1">
            <a:off x="0" y="3135086"/>
            <a:ext cx="603849" cy="0"/>
          </a:xfrm>
          <a:prstGeom prst="line">
            <a:avLst/>
          </a:prstGeom>
          <a:noFill/>
          <a:ln w="25400" cap="flat" cmpd="sng" algn="ctr">
            <a:solidFill>
              <a:srgbClr val="D31B2C"/>
            </a:solidFill>
            <a:prstDash val="solid"/>
            <a:miter lim="800000"/>
          </a:ln>
          <a:effectLst/>
        </p:spPr>
      </p:cxnSp>
      <p:sp>
        <p:nvSpPr>
          <p:cNvPr id="14" name="Text Placeholder 9">
            <a:extLst>
              <a:ext uri="{FF2B5EF4-FFF2-40B4-BE49-F238E27FC236}">
                <a16:creationId xmlns:a16="http://schemas.microsoft.com/office/drawing/2014/main" id="{73A0E11B-6C1E-7890-914E-A62D3E2552A3}"/>
              </a:ext>
            </a:extLst>
          </p:cNvPr>
          <p:cNvSpPr>
            <a:spLocks noGrp="1"/>
          </p:cNvSpPr>
          <p:nvPr>
            <p:ph type="body" sz="quarter" idx="11" hasCustomPrompt="1"/>
          </p:nvPr>
        </p:nvSpPr>
        <p:spPr>
          <a:xfrm>
            <a:off x="765717" y="2936557"/>
            <a:ext cx="428253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 and text</a:t>
            </a:r>
          </a:p>
        </p:txBody>
      </p:sp>
      <p:pic>
        <p:nvPicPr>
          <p:cNvPr id="2" name="Picture 1">
            <a:extLst>
              <a:ext uri="{FF2B5EF4-FFF2-40B4-BE49-F238E27FC236}">
                <a16:creationId xmlns:a16="http://schemas.microsoft.com/office/drawing/2014/main" id="{6D9738AD-6674-7F01-9548-A34D7B0FEC7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466787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subtitle_0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5CC00E-D8D3-8F3B-1CC1-9A9043951E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8" name="Rectangle 7">
            <a:extLst>
              <a:ext uri="{FF2B5EF4-FFF2-40B4-BE49-F238E27FC236}">
                <a16:creationId xmlns:a16="http://schemas.microsoft.com/office/drawing/2014/main" id="{B6612CCD-9326-864C-CDF7-A1C7D50B1F0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BCD5534E-9641-2ECA-8056-94AE594BA888}"/>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0980740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subtitle_02">
    <p:spTree>
      <p:nvGrpSpPr>
        <p:cNvPr id="1" name=""/>
        <p:cNvGrpSpPr/>
        <p:nvPr/>
      </p:nvGrpSpPr>
      <p:grpSpPr>
        <a:xfrm>
          <a:off x="0" y="0"/>
          <a:ext cx="0" cy="0"/>
          <a:chOff x="0" y="0"/>
          <a:chExt cx="0" cy="0"/>
        </a:xfrm>
      </p:grpSpPr>
      <p:pic>
        <p:nvPicPr>
          <p:cNvPr id="10" name="Picture 15">
            <a:extLst>
              <a:ext uri="{FF2B5EF4-FFF2-40B4-BE49-F238E27FC236}">
                <a16:creationId xmlns:a16="http://schemas.microsoft.com/office/drawing/2014/main" id="{FFD0D3E0-90C7-0BD1-6CFE-17824F6C63E3}"/>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a:stretch/>
        </p:blipFill>
        <p:spPr>
          <a:xfrm flipH="1">
            <a:off x="3671887" y="0"/>
            <a:ext cx="8520111" cy="6858000"/>
          </a:xfrm>
          <a:prstGeom prst="rect">
            <a:avLst/>
          </a:prstGeom>
        </p:spPr>
      </p:pic>
      <p:sp>
        <p:nvSpPr>
          <p:cNvPr id="11" name="Rectangle 10">
            <a:extLst>
              <a:ext uri="{FF2B5EF4-FFF2-40B4-BE49-F238E27FC236}">
                <a16:creationId xmlns:a16="http://schemas.microsoft.com/office/drawing/2014/main" id="{E776FE36-E958-CBE7-81CB-C9344F413F3F}"/>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266EFE17-A0AE-2121-2923-A3C0AD7D515A}"/>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Tree>
    <p:extLst>
      <p:ext uri="{BB962C8B-B14F-4D97-AF65-F5344CB8AC3E}">
        <p14:creationId xmlns:p14="http://schemas.microsoft.com/office/powerpoint/2010/main" val="747302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subtitle_0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789998-B7ED-9F9D-C1DF-3F86D7729A2E}"/>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358DE005-F025-468F-831F-42B65FCC3ECF}"/>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b="-1"/>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8B58E6AE-9E56-E2D2-9FFC-5BCFF4FC979C}"/>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3" name="Picture 12">
            <a:extLst>
              <a:ext uri="{FF2B5EF4-FFF2-40B4-BE49-F238E27FC236}">
                <a16:creationId xmlns:a16="http://schemas.microsoft.com/office/drawing/2014/main" id="{86159074-1CA3-A88E-5E02-52530BFFB3C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324951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subtitle_04">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83D51B-1EA6-7484-5956-316BF02BBF60}"/>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3671889" y="0"/>
            <a:ext cx="8520111" cy="6858000"/>
          </a:xfrm>
          <a:prstGeom prst="rect">
            <a:avLst/>
          </a:prstGeom>
        </p:spPr>
      </p:pic>
      <p:sp>
        <p:nvSpPr>
          <p:cNvPr id="3" name="Rectangle 2">
            <a:extLst>
              <a:ext uri="{FF2B5EF4-FFF2-40B4-BE49-F238E27FC236}">
                <a16:creationId xmlns:a16="http://schemas.microsoft.com/office/drawing/2014/main" id="{63D67AC2-FAF4-E67E-220E-42F246674122}"/>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30BD9B8A-4A0B-B1B1-CCDE-7540C91091AC}"/>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37848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subtitle_05">
    <p:spTree>
      <p:nvGrpSpPr>
        <p:cNvPr id="1" name=""/>
        <p:cNvGrpSpPr/>
        <p:nvPr/>
      </p:nvGrpSpPr>
      <p:grpSpPr>
        <a:xfrm>
          <a:off x="0" y="0"/>
          <a:ext cx="0" cy="0"/>
          <a:chOff x="0" y="0"/>
          <a:chExt cx="0" cy="0"/>
        </a:xfrm>
      </p:grpSpPr>
      <p:pic>
        <p:nvPicPr>
          <p:cNvPr id="5" name="Kép 10">
            <a:extLst>
              <a:ext uri="{FF2B5EF4-FFF2-40B4-BE49-F238E27FC236}">
                <a16:creationId xmlns:a16="http://schemas.microsoft.com/office/drawing/2014/main" id="{DB8472C1-9CE3-2406-054B-6DB979E05EE7}"/>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7" name="Picture 6">
            <a:extLst>
              <a:ext uri="{FF2B5EF4-FFF2-40B4-BE49-F238E27FC236}">
                <a16:creationId xmlns:a16="http://schemas.microsoft.com/office/drawing/2014/main" id="{7F8535FA-7ED8-A326-1F49-1F75A281BAD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421244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subtitle_06">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2" name="Picture 1">
            <a:extLst>
              <a:ext uri="{FF2B5EF4-FFF2-40B4-BE49-F238E27FC236}">
                <a16:creationId xmlns:a16="http://schemas.microsoft.com/office/drawing/2014/main" id="{BAEAE0B1-316D-2A49-FD5E-A5BAF76D7CBD}"/>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619326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subtitle_07">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6802119-2F46-E796-2BE0-CD991FC65E7B}"/>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F3E3ECAC-F1B4-576E-EABA-F322A4B90039}"/>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918144F0-0DE3-2F47-1231-1D99F980ADE5}"/>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2" name="Picture 11">
            <a:extLst>
              <a:ext uri="{FF2B5EF4-FFF2-40B4-BE49-F238E27FC236}">
                <a16:creationId xmlns:a16="http://schemas.microsoft.com/office/drawing/2014/main" id="{91D7095D-9CB4-F883-02AB-51C1A6F4B9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2378805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odboard">
    <p:spTree>
      <p:nvGrpSpPr>
        <p:cNvPr id="1" name=""/>
        <p:cNvGrpSpPr/>
        <p:nvPr/>
      </p:nvGrpSpPr>
      <p:grpSpPr>
        <a:xfrm>
          <a:off x="0" y="0"/>
          <a:ext cx="0" cy="0"/>
          <a:chOff x="0" y="0"/>
          <a:chExt cx="0" cy="0"/>
        </a:xfrm>
      </p:grpSpPr>
      <p:cxnSp>
        <p:nvCxnSpPr>
          <p:cNvPr id="8" name="Straight Connector 6">
            <a:extLst>
              <a:ext uri="{FF2B5EF4-FFF2-40B4-BE49-F238E27FC236}">
                <a16:creationId xmlns:a16="http://schemas.microsoft.com/office/drawing/2014/main" id="{B8C47CFD-D2C1-817F-7DDD-D2CFDB59F29F}"/>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9">
            <a:extLst>
              <a:ext uri="{FF2B5EF4-FFF2-40B4-BE49-F238E27FC236}">
                <a16:creationId xmlns:a16="http://schemas.microsoft.com/office/drawing/2014/main" id="{7CBFE2A6-F567-3365-409F-A5DEB592348B}"/>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4" name="Picture Placeholder 12">
            <a:extLst>
              <a:ext uri="{FF2B5EF4-FFF2-40B4-BE49-F238E27FC236}">
                <a16:creationId xmlns:a16="http://schemas.microsoft.com/office/drawing/2014/main" id="{EAAB9462-BE99-35F6-8617-B32BD0CCCE1A}"/>
              </a:ext>
            </a:extLst>
          </p:cNvPr>
          <p:cNvSpPr>
            <a:spLocks noGrp="1"/>
          </p:cNvSpPr>
          <p:nvPr>
            <p:ph type="pic" sz="quarter" idx="13"/>
          </p:nvPr>
        </p:nvSpPr>
        <p:spPr>
          <a:xfrm>
            <a:off x="7590792" y="1523829"/>
            <a:ext cx="2964247" cy="1967455"/>
          </a:xfrm>
          <a:prstGeom prst="rect">
            <a:avLst/>
          </a:prstGeom>
        </p:spPr>
        <p:txBody>
          <a:bodyPr anchor="ctr"/>
          <a:lstStyle>
            <a:lvl1pPr marL="0" indent="0" algn="ctr">
              <a:buNone/>
              <a:defRPr>
                <a:solidFill>
                  <a:schemeClr val="bg1"/>
                </a:solidFill>
              </a:defRPr>
            </a:lvl1pPr>
          </a:lstStyle>
          <a:p>
            <a:endParaRPr lang="ru-RU"/>
          </a:p>
        </p:txBody>
      </p:sp>
      <p:sp>
        <p:nvSpPr>
          <p:cNvPr id="15" name="Picture Placeholder 12">
            <a:extLst>
              <a:ext uri="{FF2B5EF4-FFF2-40B4-BE49-F238E27FC236}">
                <a16:creationId xmlns:a16="http://schemas.microsoft.com/office/drawing/2014/main" id="{0A41168B-4582-CDA6-5C19-D10F268B90B8}"/>
              </a:ext>
            </a:extLst>
          </p:cNvPr>
          <p:cNvSpPr>
            <a:spLocks noGrp="1"/>
          </p:cNvSpPr>
          <p:nvPr>
            <p:ph type="pic" sz="quarter" idx="14"/>
          </p:nvPr>
        </p:nvSpPr>
        <p:spPr>
          <a:xfrm>
            <a:off x="3941276" y="1523829"/>
            <a:ext cx="2826269" cy="1905171"/>
          </a:xfrm>
          <a:prstGeom prst="rect">
            <a:avLst/>
          </a:prstGeom>
        </p:spPr>
        <p:txBody>
          <a:bodyPr anchor="ctr"/>
          <a:lstStyle>
            <a:lvl1pPr marL="0" indent="0" algn="ctr">
              <a:buNone/>
              <a:defRPr>
                <a:solidFill>
                  <a:schemeClr val="bg1"/>
                </a:solidFill>
              </a:defRPr>
            </a:lvl1pPr>
          </a:lstStyle>
          <a:p>
            <a:endParaRPr lang="ru-RU"/>
          </a:p>
        </p:txBody>
      </p:sp>
      <p:sp>
        <p:nvSpPr>
          <p:cNvPr id="16" name="Picture Placeholder 12">
            <a:extLst>
              <a:ext uri="{FF2B5EF4-FFF2-40B4-BE49-F238E27FC236}">
                <a16:creationId xmlns:a16="http://schemas.microsoft.com/office/drawing/2014/main" id="{91173338-27C6-A359-B5DA-28F0699EB7C3}"/>
              </a:ext>
            </a:extLst>
          </p:cNvPr>
          <p:cNvSpPr>
            <a:spLocks noGrp="1"/>
          </p:cNvSpPr>
          <p:nvPr>
            <p:ph type="pic" sz="quarter" idx="15"/>
          </p:nvPr>
        </p:nvSpPr>
        <p:spPr>
          <a:xfrm>
            <a:off x="9112302" y="3573194"/>
            <a:ext cx="2076918" cy="2071119"/>
          </a:xfrm>
          <a:prstGeom prst="rect">
            <a:avLst/>
          </a:prstGeom>
        </p:spPr>
        <p:txBody>
          <a:bodyPr anchor="ctr"/>
          <a:lstStyle>
            <a:lvl1pPr marL="0" indent="0" algn="ctr">
              <a:buNone/>
              <a:defRPr>
                <a:solidFill>
                  <a:schemeClr val="bg1"/>
                </a:solidFill>
              </a:defRPr>
            </a:lvl1pPr>
          </a:lstStyle>
          <a:p>
            <a:endParaRPr lang="ru-RU"/>
          </a:p>
        </p:txBody>
      </p:sp>
      <p:sp>
        <p:nvSpPr>
          <p:cNvPr id="18" name="Picture Placeholder 12">
            <a:extLst>
              <a:ext uri="{FF2B5EF4-FFF2-40B4-BE49-F238E27FC236}">
                <a16:creationId xmlns:a16="http://schemas.microsoft.com/office/drawing/2014/main" id="{CEDB32AD-F432-164D-E6CE-F383629A1E07}"/>
              </a:ext>
            </a:extLst>
          </p:cNvPr>
          <p:cNvSpPr>
            <a:spLocks noGrp="1"/>
          </p:cNvSpPr>
          <p:nvPr>
            <p:ph type="pic" sz="quarter" idx="17"/>
          </p:nvPr>
        </p:nvSpPr>
        <p:spPr>
          <a:xfrm>
            <a:off x="748894" y="2541482"/>
            <a:ext cx="2345783" cy="2345784"/>
          </a:xfrm>
          <a:prstGeom prst="rect">
            <a:avLst/>
          </a:prstGeom>
        </p:spPr>
        <p:txBody>
          <a:bodyPr anchor="ctr"/>
          <a:lstStyle>
            <a:lvl1pPr marL="0" indent="0" algn="ctr">
              <a:buNone/>
              <a:defRPr>
                <a:solidFill>
                  <a:schemeClr val="bg1"/>
                </a:solidFill>
              </a:defRPr>
            </a:lvl1pPr>
          </a:lstStyle>
          <a:p>
            <a:endParaRPr lang="ru-RU"/>
          </a:p>
        </p:txBody>
      </p:sp>
      <p:sp>
        <p:nvSpPr>
          <p:cNvPr id="13" name="Picture Placeholder 12">
            <a:extLst>
              <a:ext uri="{FF2B5EF4-FFF2-40B4-BE49-F238E27FC236}">
                <a16:creationId xmlns:a16="http://schemas.microsoft.com/office/drawing/2014/main" id="{DE499668-53FB-BBC0-0C3C-60024C7B3AF2}"/>
              </a:ext>
            </a:extLst>
          </p:cNvPr>
          <p:cNvSpPr>
            <a:spLocks noGrp="1"/>
          </p:cNvSpPr>
          <p:nvPr>
            <p:ph type="pic" sz="quarter" idx="12"/>
          </p:nvPr>
        </p:nvSpPr>
        <p:spPr>
          <a:xfrm>
            <a:off x="6451600" y="3071813"/>
            <a:ext cx="2057400" cy="2843212"/>
          </a:xfrm>
          <a:prstGeom prst="rect">
            <a:avLst/>
          </a:prstGeom>
        </p:spPr>
        <p:txBody>
          <a:bodyPr anchor="ctr"/>
          <a:lstStyle>
            <a:lvl1pPr marL="0" indent="0" algn="ctr">
              <a:buNone/>
              <a:defRPr>
                <a:solidFill>
                  <a:schemeClr val="bg1"/>
                </a:solidFill>
              </a:defRPr>
            </a:lvl1pPr>
          </a:lstStyle>
          <a:p>
            <a:endParaRPr lang="ru-RU"/>
          </a:p>
        </p:txBody>
      </p:sp>
      <p:sp>
        <p:nvSpPr>
          <p:cNvPr id="17" name="Picture Placeholder 12">
            <a:extLst>
              <a:ext uri="{FF2B5EF4-FFF2-40B4-BE49-F238E27FC236}">
                <a16:creationId xmlns:a16="http://schemas.microsoft.com/office/drawing/2014/main" id="{1C013185-5E98-F5C2-8860-9F4262CFA6EE}"/>
              </a:ext>
            </a:extLst>
          </p:cNvPr>
          <p:cNvSpPr>
            <a:spLocks noGrp="1"/>
          </p:cNvSpPr>
          <p:nvPr>
            <p:ph type="pic" sz="quarter" idx="16"/>
          </p:nvPr>
        </p:nvSpPr>
        <p:spPr>
          <a:xfrm>
            <a:off x="3007416" y="3535256"/>
            <a:ext cx="3152061" cy="2109058"/>
          </a:xfrm>
          <a:prstGeom prst="rect">
            <a:avLst/>
          </a:prstGeom>
        </p:spPr>
        <p:txBody>
          <a:bodyPr anchor="ctr"/>
          <a:lstStyle>
            <a:lvl1pPr marL="0" indent="0" algn="ctr">
              <a:buNone/>
              <a:defRPr>
                <a:solidFill>
                  <a:schemeClr val="bg1"/>
                </a:solidFill>
              </a:defRPr>
            </a:lvl1pPr>
          </a:lstStyle>
          <a:p>
            <a:endParaRPr lang="ru-RU"/>
          </a:p>
        </p:txBody>
      </p:sp>
      <p:sp>
        <p:nvSpPr>
          <p:cNvPr id="3" name="Text Placeholder 9">
            <a:extLst>
              <a:ext uri="{FF2B5EF4-FFF2-40B4-BE49-F238E27FC236}">
                <a16:creationId xmlns:a16="http://schemas.microsoft.com/office/drawing/2014/main" id="{9B5FF081-5A4C-3094-1504-7E616CF6556C}"/>
              </a:ext>
            </a:extLst>
          </p:cNvPr>
          <p:cNvSpPr>
            <a:spLocks noGrp="1"/>
          </p:cNvSpPr>
          <p:nvPr>
            <p:ph type="body" sz="quarter" idx="18" hasCustomPrompt="1"/>
          </p:nvPr>
        </p:nvSpPr>
        <p:spPr>
          <a:xfrm>
            <a:off x="765717" y="2041706"/>
            <a:ext cx="2345784" cy="341632"/>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a:t>
            </a:r>
          </a:p>
        </p:txBody>
      </p:sp>
      <p:pic>
        <p:nvPicPr>
          <p:cNvPr id="4" name="Picture 3">
            <a:extLst>
              <a:ext uri="{FF2B5EF4-FFF2-40B4-BE49-F238E27FC236}">
                <a16:creationId xmlns:a16="http://schemas.microsoft.com/office/drawing/2014/main" id="{99C8076B-64C9-2AE6-313F-D2A71664524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71721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12090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ortheastern University’s global system">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D74DF6-BBD9-1E56-4139-A94AA469332A}"/>
              </a:ext>
            </a:extLst>
          </p:cNvPr>
          <p:cNvSpPr txBox="1"/>
          <p:nvPr userDrawn="1"/>
        </p:nvSpPr>
        <p:spPr>
          <a:xfrm>
            <a:off x="765716" y="1432107"/>
            <a:ext cx="6873949" cy="415498"/>
          </a:xfrm>
          <a:prstGeom prst="rect">
            <a:avLst/>
          </a:prstGeom>
          <a:noFill/>
        </p:spPr>
        <p:txBody>
          <a:bodyPr wrap="square" lIns="0" tIns="0" rIns="0" bIns="0" rtlCol="0" anchor="b" anchorCtr="0">
            <a:spAutoFit/>
          </a:bodyPr>
          <a:lstStyle/>
          <a:p>
            <a:pPr marL="0" marR="0" lvl="0" indent="0" defTabSz="914400" eaLnBrk="1" fontAlgn="auto" latinLnBrk="0" hangingPunct="1">
              <a:lnSpc>
                <a:spcPct val="100000"/>
              </a:lnSpc>
              <a:spcBef>
                <a:spcPts val="0"/>
              </a:spcBef>
              <a:spcAft>
                <a:spcPts val="600"/>
              </a:spcAft>
              <a:buClrTx/>
              <a:buSzTx/>
              <a:buFontTx/>
              <a:buNone/>
              <a:tabLst/>
              <a:defRPr/>
            </a:pPr>
            <a:r>
              <a:rPr kumimoji="0" lang="en-GB" sz="2700" b="1" i="0" u="none" strike="noStrike" kern="0" cap="none" spc="0" normalizeH="0" baseline="0" noProof="0">
                <a:ln>
                  <a:noFill/>
                </a:ln>
                <a:solidFill>
                  <a:schemeClr val="bg1"/>
                </a:solidFill>
                <a:effectLst/>
                <a:uLnTx/>
                <a:uFillTx/>
                <a:ea typeface="Lato"/>
                <a:cs typeface="Lato"/>
              </a:rPr>
              <a:t>Northeastern University’s global system</a:t>
            </a:r>
            <a:endParaRPr kumimoji="0" lang="en-US" sz="1800" b="0" i="0" u="none" strike="noStrike" kern="0" cap="none" spc="0" normalizeH="0" baseline="0" noProof="0">
              <a:ln>
                <a:noFill/>
              </a:ln>
              <a:solidFill>
                <a:schemeClr val="bg1"/>
              </a:solidFill>
              <a:effectLst/>
              <a:uLnTx/>
              <a:uFillTx/>
            </a:endParaRPr>
          </a:p>
        </p:txBody>
      </p:sp>
      <p:cxnSp>
        <p:nvCxnSpPr>
          <p:cNvPr id="13" name="Straight Connector 6">
            <a:extLst>
              <a:ext uri="{FF2B5EF4-FFF2-40B4-BE49-F238E27FC236}">
                <a16:creationId xmlns:a16="http://schemas.microsoft.com/office/drawing/2014/main" id="{4129F515-A1BB-6F61-848F-69DCCAC5BCDB}"/>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14" name="Straight Connector 6">
            <a:extLst>
              <a:ext uri="{FF2B5EF4-FFF2-40B4-BE49-F238E27FC236}">
                <a16:creationId xmlns:a16="http://schemas.microsoft.com/office/drawing/2014/main" id="{C473F9A4-3024-BEB4-C876-83D5A6B692B4}"/>
              </a:ext>
            </a:extLst>
          </p:cNvPr>
          <p:cNvCxnSpPr>
            <a:cxnSpLocks/>
          </p:cNvCxnSpPr>
          <p:nvPr userDrawn="1"/>
        </p:nvCxnSpPr>
        <p:spPr>
          <a:xfrm>
            <a:off x="762125" y="3926511"/>
            <a:ext cx="0" cy="1836000"/>
          </a:xfrm>
          <a:prstGeom prst="line">
            <a:avLst/>
          </a:prstGeom>
          <a:noFill/>
          <a:ln w="6350" cap="flat" cmpd="sng" algn="ctr">
            <a:solidFill>
              <a:srgbClr val="D31B2C"/>
            </a:solidFill>
            <a:prstDash val="solid"/>
            <a:miter lim="800000"/>
          </a:ln>
          <a:effectLst/>
        </p:spPr>
      </p:cxnSp>
      <p:sp>
        <p:nvSpPr>
          <p:cNvPr id="15" name="TextBox 14">
            <a:extLst>
              <a:ext uri="{FF2B5EF4-FFF2-40B4-BE49-F238E27FC236}">
                <a16:creationId xmlns:a16="http://schemas.microsoft.com/office/drawing/2014/main" id="{34C6B2C8-4D7D-E57B-05FA-47C2E8B7D9E3}"/>
              </a:ext>
            </a:extLst>
          </p:cNvPr>
          <p:cNvSpPr txBox="1"/>
          <p:nvPr userDrawn="1"/>
        </p:nvSpPr>
        <p:spPr>
          <a:xfrm>
            <a:off x="765716" y="2194561"/>
            <a:ext cx="7576426" cy="15081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b="1">
                <a:solidFill>
                  <a:schemeClr val="bg1"/>
                </a:solidFill>
                <a:ea typeface="+mn-lt"/>
                <a:cs typeface="+mn-lt"/>
              </a:rPr>
              <a:t>13 campuses</a:t>
            </a:r>
            <a:r>
              <a:rPr lang="en-US">
                <a:solidFill>
                  <a:schemeClr val="bg1"/>
                </a:solidFill>
                <a:latin typeface="Lato Light"/>
                <a:ea typeface="+mn-lt"/>
                <a:cs typeface="+mn-lt"/>
              </a:rPr>
              <a:t> in the U.S., U.K., and Canada that provide a range of opportunities to learn and do research in new contexts</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3,500+ employer partners</a:t>
            </a:r>
            <a:r>
              <a:rPr lang="en-US">
                <a:solidFill>
                  <a:schemeClr val="bg1"/>
                </a:solidFill>
                <a:latin typeface="Lato Light"/>
                <a:ea typeface="+mn-lt"/>
                <a:cs typeface="+mn-lt"/>
              </a:rPr>
              <a:t> across the U.S. and the world</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300,000+ alumni</a:t>
            </a:r>
            <a:r>
              <a:rPr lang="en-US">
                <a:solidFill>
                  <a:schemeClr val="bg1"/>
                </a:solidFill>
                <a:latin typeface="Lato Light"/>
                <a:ea typeface="+mn-lt"/>
                <a:cs typeface="+mn-lt"/>
              </a:rPr>
              <a:t> living and working in 186 countries</a:t>
            </a:r>
            <a:endParaRPr lang="en-US">
              <a:solidFill>
                <a:schemeClr val="bg1"/>
              </a:solidFill>
              <a:latin typeface="Lato Light"/>
              <a:ea typeface="Lato Light"/>
              <a:cs typeface="Lato Light"/>
            </a:endParaRPr>
          </a:p>
        </p:txBody>
      </p:sp>
      <p:sp>
        <p:nvSpPr>
          <p:cNvPr id="16" name="TextBox 15">
            <a:extLst>
              <a:ext uri="{FF2B5EF4-FFF2-40B4-BE49-F238E27FC236}">
                <a16:creationId xmlns:a16="http://schemas.microsoft.com/office/drawing/2014/main" id="{6936FA23-A15E-62F6-6D21-AC01522D9D40}"/>
              </a:ext>
            </a:extLst>
          </p:cNvPr>
          <p:cNvSpPr txBox="1"/>
          <p:nvPr userDrawn="1"/>
        </p:nvSpPr>
        <p:spPr>
          <a:xfrm>
            <a:off x="778272"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Boston</a:t>
            </a:r>
          </a:p>
          <a:p>
            <a:r>
              <a:rPr lang="en-US" sz="1400">
                <a:solidFill>
                  <a:schemeClr val="bg1"/>
                </a:solidFill>
                <a:latin typeface="Lato Light"/>
                <a:ea typeface="Lato"/>
                <a:cs typeface="Calibri"/>
              </a:rPr>
              <a:t>Massachusetts</a:t>
            </a:r>
          </a:p>
          <a:p>
            <a:endParaRPr lang="en-US" sz="1400">
              <a:solidFill>
                <a:schemeClr val="bg1"/>
              </a:solidFill>
              <a:latin typeface="Lato Light"/>
              <a:ea typeface="Lato"/>
              <a:cs typeface="Calibri"/>
            </a:endParaRPr>
          </a:p>
          <a:p>
            <a:r>
              <a:rPr lang="en-US" sz="1400" b="1">
                <a:solidFill>
                  <a:schemeClr val="bg1"/>
                </a:solidFill>
                <a:ea typeface="Lato"/>
                <a:cs typeface="Lato"/>
              </a:rPr>
              <a:t>Arlington</a:t>
            </a:r>
          </a:p>
          <a:p>
            <a:r>
              <a:rPr lang="en-US" sz="1400">
                <a:solidFill>
                  <a:schemeClr val="bg1"/>
                </a:solidFill>
                <a:latin typeface="Lato Light"/>
                <a:ea typeface="Lato Light"/>
                <a:cs typeface="Lato Light"/>
              </a:rPr>
              <a:t>Virginia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Burlington</a:t>
            </a:r>
          </a:p>
          <a:p>
            <a:r>
              <a:rPr lang="en-US" sz="1400">
                <a:solidFill>
                  <a:schemeClr val="bg1"/>
                </a:solidFill>
                <a:latin typeface="Lato Light"/>
                <a:ea typeface="Lato Light"/>
                <a:cs typeface="Lato Light"/>
              </a:rPr>
              <a:t>Massachusetts</a:t>
            </a:r>
          </a:p>
        </p:txBody>
      </p:sp>
      <p:sp>
        <p:nvSpPr>
          <p:cNvPr id="17" name="TextBox 16">
            <a:extLst>
              <a:ext uri="{FF2B5EF4-FFF2-40B4-BE49-F238E27FC236}">
                <a16:creationId xmlns:a16="http://schemas.microsoft.com/office/drawing/2014/main" id="{CFAF80B3-ED81-E6BA-E99D-FE1A65D355C4}"/>
              </a:ext>
            </a:extLst>
          </p:cNvPr>
          <p:cNvSpPr txBox="1"/>
          <p:nvPr userDrawn="1"/>
        </p:nvSpPr>
        <p:spPr>
          <a:xfrm>
            <a:off x="2246905"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Charlotte</a:t>
            </a:r>
          </a:p>
          <a:p>
            <a:r>
              <a:rPr lang="en-US" sz="1400">
                <a:solidFill>
                  <a:schemeClr val="bg1"/>
                </a:solidFill>
                <a:latin typeface="Lato Light"/>
                <a:ea typeface="Lato Light"/>
                <a:cs typeface="Lato Light"/>
              </a:rPr>
              <a:t>North Carolina</a:t>
            </a:r>
          </a:p>
          <a:p>
            <a:endParaRPr lang="en-US" sz="1400">
              <a:solidFill>
                <a:schemeClr val="bg1"/>
              </a:solidFill>
              <a:latin typeface="Lato Light"/>
              <a:ea typeface="Lato Light"/>
              <a:cs typeface="Lato Light"/>
            </a:endParaRPr>
          </a:p>
          <a:p>
            <a:r>
              <a:rPr lang="en-US" sz="1400" b="1">
                <a:solidFill>
                  <a:schemeClr val="bg1"/>
                </a:solidFill>
                <a:ea typeface="Lato"/>
                <a:cs typeface="Lato"/>
              </a:rPr>
              <a:t>London</a:t>
            </a:r>
          </a:p>
          <a:p>
            <a:r>
              <a:rPr lang="en-US" sz="1400">
                <a:solidFill>
                  <a:schemeClr val="bg1"/>
                </a:solidFill>
                <a:latin typeface="Lato Light"/>
                <a:ea typeface="Lato Light"/>
                <a:cs typeface="Lato Light"/>
              </a:rPr>
              <a:t>England</a:t>
            </a:r>
            <a:endParaRPr lang="en-US" sz="1400">
              <a:solidFill>
                <a:schemeClr val="bg1"/>
              </a:solidFill>
              <a:ea typeface="Lato"/>
              <a:cs typeface="Calibri"/>
            </a:endParaRPr>
          </a:p>
          <a:p>
            <a:endParaRPr lang="en-US" sz="1400">
              <a:solidFill>
                <a:schemeClr val="bg1"/>
              </a:solidFill>
              <a:ea typeface="Lato"/>
              <a:cs typeface="Calibri"/>
            </a:endParaRPr>
          </a:p>
          <a:p>
            <a:r>
              <a:rPr lang="en-US" sz="1400" b="1">
                <a:solidFill>
                  <a:schemeClr val="bg1"/>
                </a:solidFill>
                <a:ea typeface="Lato"/>
                <a:cs typeface="Calibri"/>
              </a:rPr>
              <a:t>Miami</a:t>
            </a:r>
          </a:p>
          <a:p>
            <a:r>
              <a:rPr lang="en-US" sz="1400">
                <a:solidFill>
                  <a:schemeClr val="bg1"/>
                </a:solidFill>
                <a:latin typeface="Lato Light"/>
                <a:ea typeface="Lato"/>
                <a:cs typeface="Calibri"/>
              </a:rPr>
              <a:t>Florida</a:t>
            </a:r>
          </a:p>
        </p:txBody>
      </p:sp>
      <p:sp>
        <p:nvSpPr>
          <p:cNvPr id="18" name="TextBox 17">
            <a:extLst>
              <a:ext uri="{FF2B5EF4-FFF2-40B4-BE49-F238E27FC236}">
                <a16:creationId xmlns:a16="http://schemas.microsoft.com/office/drawing/2014/main" id="{A96ACD1B-D03A-AADD-027E-E43D6878F888}"/>
              </a:ext>
            </a:extLst>
          </p:cNvPr>
          <p:cNvSpPr txBox="1"/>
          <p:nvPr userDrawn="1"/>
        </p:nvSpPr>
        <p:spPr>
          <a:xfrm>
            <a:off x="3715538"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Nahant</a:t>
            </a:r>
          </a:p>
          <a:p>
            <a:r>
              <a:rPr lang="en-US" sz="1400">
                <a:solidFill>
                  <a:schemeClr val="bg1"/>
                </a:solidFill>
                <a:latin typeface="Lato Light"/>
                <a:ea typeface="Lato Light"/>
                <a:cs typeface="Lato Light"/>
              </a:rPr>
              <a:t>Massachusetts</a:t>
            </a:r>
          </a:p>
          <a:p>
            <a:endParaRPr lang="en-US" sz="1400">
              <a:solidFill>
                <a:schemeClr val="bg1"/>
              </a:solidFill>
              <a:latin typeface="Lato Light"/>
              <a:ea typeface="Lato Light"/>
              <a:cs typeface="Lato Light"/>
            </a:endParaRPr>
          </a:p>
          <a:p>
            <a:r>
              <a:rPr lang="en-US" sz="1400" b="1">
                <a:solidFill>
                  <a:schemeClr val="bg1"/>
                </a:solidFill>
                <a:ea typeface="Lato"/>
                <a:cs typeface="Lato"/>
              </a:rPr>
              <a:t>Oakland</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Portland</a:t>
            </a:r>
          </a:p>
          <a:p>
            <a:r>
              <a:rPr lang="en-US" sz="1400">
                <a:solidFill>
                  <a:schemeClr val="bg1"/>
                </a:solidFill>
                <a:latin typeface="Lato Light"/>
                <a:ea typeface="Lato Light"/>
                <a:cs typeface="Lato Light"/>
              </a:rPr>
              <a:t>Maine</a:t>
            </a:r>
          </a:p>
        </p:txBody>
      </p:sp>
      <p:pic>
        <p:nvPicPr>
          <p:cNvPr id="19" name="Picture 18" descr="A glass globe with red dots&#10;&#10;Description automatically generated">
            <a:extLst>
              <a:ext uri="{FF2B5EF4-FFF2-40B4-BE49-F238E27FC236}">
                <a16:creationId xmlns:a16="http://schemas.microsoft.com/office/drawing/2014/main" id="{E58BECEC-3516-46D0-AF39-0F345A7CB1E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034993" y="1921770"/>
            <a:ext cx="3865936" cy="3865936"/>
          </a:xfrm>
          <a:prstGeom prst="rect">
            <a:avLst/>
          </a:prstGeom>
        </p:spPr>
      </p:pic>
      <p:sp>
        <p:nvSpPr>
          <p:cNvPr id="20" name="TextBox 19">
            <a:extLst>
              <a:ext uri="{FF2B5EF4-FFF2-40B4-BE49-F238E27FC236}">
                <a16:creationId xmlns:a16="http://schemas.microsoft.com/office/drawing/2014/main" id="{20F51D9E-825C-62C1-3E8D-F9C2E336303C}"/>
              </a:ext>
            </a:extLst>
          </p:cNvPr>
          <p:cNvSpPr txBox="1"/>
          <p:nvPr userDrawn="1"/>
        </p:nvSpPr>
        <p:spPr>
          <a:xfrm>
            <a:off x="5184171" y="3926512"/>
            <a:ext cx="14400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Seattle</a:t>
            </a:r>
          </a:p>
          <a:p>
            <a:r>
              <a:rPr lang="en-US" sz="1400">
                <a:solidFill>
                  <a:schemeClr val="bg1"/>
                </a:solidFill>
                <a:latin typeface="Lato Light"/>
                <a:ea typeface="Lato"/>
                <a:cs typeface="Calibri"/>
              </a:rPr>
              <a:t>Washington</a:t>
            </a:r>
          </a:p>
          <a:p>
            <a:endParaRPr lang="en-US" sz="1400">
              <a:solidFill>
                <a:schemeClr val="bg1"/>
              </a:solidFill>
              <a:latin typeface="Lato Light"/>
              <a:ea typeface="Lato"/>
              <a:cs typeface="Calibri"/>
            </a:endParaRPr>
          </a:p>
          <a:p>
            <a:r>
              <a:rPr lang="en-US" sz="1400" b="1">
                <a:solidFill>
                  <a:schemeClr val="bg1"/>
                </a:solidFill>
                <a:ea typeface="Lato"/>
                <a:cs typeface="Lato"/>
              </a:rPr>
              <a:t>Silicon Valley</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Toronto</a:t>
            </a:r>
          </a:p>
          <a:p>
            <a:r>
              <a:rPr lang="en-US" sz="1400">
                <a:solidFill>
                  <a:schemeClr val="bg1"/>
                </a:solidFill>
                <a:latin typeface="Lato Light"/>
                <a:ea typeface="Lato Light"/>
                <a:cs typeface="Lato Light"/>
              </a:rPr>
              <a:t>Ontario</a:t>
            </a:r>
          </a:p>
          <a:p>
            <a:endParaRPr lang="en-US" sz="1400">
              <a:solidFill>
                <a:schemeClr val="bg1"/>
              </a:solidFill>
              <a:latin typeface="Lato Light"/>
              <a:ea typeface="Lato Light"/>
              <a:cs typeface="Lato Light"/>
            </a:endParaRPr>
          </a:p>
        </p:txBody>
      </p:sp>
      <p:sp>
        <p:nvSpPr>
          <p:cNvPr id="21" name="TextBox 20">
            <a:extLst>
              <a:ext uri="{FF2B5EF4-FFF2-40B4-BE49-F238E27FC236}">
                <a16:creationId xmlns:a16="http://schemas.microsoft.com/office/drawing/2014/main" id="{2898C8B3-56AC-68DD-4B32-737FB233B043}"/>
              </a:ext>
            </a:extLst>
          </p:cNvPr>
          <p:cNvSpPr txBox="1"/>
          <p:nvPr userDrawn="1"/>
        </p:nvSpPr>
        <p:spPr>
          <a:xfrm>
            <a:off x="6652803" y="3926512"/>
            <a:ext cx="1440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Vancouver</a:t>
            </a:r>
          </a:p>
          <a:p>
            <a:r>
              <a:rPr lang="en-US" sz="1400">
                <a:solidFill>
                  <a:schemeClr val="bg1"/>
                </a:solidFill>
                <a:latin typeface="Lato Light"/>
                <a:ea typeface="Lato Light"/>
                <a:cs typeface="Lato Light"/>
              </a:rPr>
              <a:t>British Columbia</a:t>
            </a:r>
          </a:p>
        </p:txBody>
      </p:sp>
      <p:pic>
        <p:nvPicPr>
          <p:cNvPr id="3" name="Picture 2">
            <a:extLst>
              <a:ext uri="{FF2B5EF4-FFF2-40B4-BE49-F238E27FC236}">
                <a16:creationId xmlns:a16="http://schemas.microsoft.com/office/drawing/2014/main" id="{7C1C7BFD-98E1-BAA8-8E4D-0A49996EA3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4904672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NU chart slide">
    <p:spTree>
      <p:nvGrpSpPr>
        <p:cNvPr id="1" name=""/>
        <p:cNvGrpSpPr/>
        <p:nvPr/>
      </p:nvGrpSpPr>
      <p:grpSpPr>
        <a:xfrm>
          <a:off x="0" y="0"/>
          <a:ext cx="0" cy="0"/>
          <a:chOff x="0" y="0"/>
          <a:chExt cx="0" cy="0"/>
        </a:xfrm>
      </p:grpSpPr>
      <p:cxnSp>
        <p:nvCxnSpPr>
          <p:cNvPr id="2" name="Red dash"/>
          <p:cNvCxnSpPr/>
          <p:nvPr userDrawn="1"/>
        </p:nvCxnSpPr>
        <p:spPr>
          <a:xfrm>
            <a:off x="0" y="461772"/>
            <a:ext cx="512064" cy="0"/>
          </a:xfrm>
          <a:prstGeom prst="line">
            <a:avLst/>
          </a:prstGeom>
          <a:ln w="25400" cap="flat">
            <a:solidFill>
              <a:srgbClr val="C8102E"/>
            </a:solidFill>
            <a:prstDash val="solid"/>
          </a:ln>
        </p:spPr>
      </p:cxnSp>
      <p:cxnSp>
        <p:nvCxnSpPr>
          <p:cNvPr id="3" name="Footer rule"/>
          <p:cNvCxnSpPr/>
          <p:nvPr userDrawn="1"/>
        </p:nvCxnSpPr>
        <p:spPr>
          <a:xfrm>
            <a:off x="768096" y="6309360"/>
            <a:ext cx="10966704" cy="0"/>
          </a:xfrm>
          <a:prstGeom prst="line">
            <a:avLst/>
          </a:prstGeom>
          <a:ln w="9525" cap="flat">
            <a:solidFill>
              <a:srgbClr val="000000"/>
            </a:solidFill>
            <a:prstDash val="solid"/>
          </a:ln>
        </p:spPr>
      </p:cxnSp>
      <p:sp>
        <p:nvSpPr>
          <p:cNvPr id="4" name="Title 1"/>
          <p:cNvSpPr>
            <a:spLocks noGrp="1"/>
          </p:cNvSpPr>
          <p:nvPr>
            <p:ph type="title"/>
          </p:nvPr>
        </p:nvSpPr>
        <p:spPr>
          <a:xfrm>
            <a:off x="768096" y="274320"/>
            <a:ext cx="10972800" cy="768096"/>
          </a:xfrm>
        </p:spPr>
        <p:txBody>
          <a:bodyPr vert="horz" lIns="0" tIns="45720" rIns="0" bIns="0" anchor="t">
            <a:noAutofit/>
          </a:bodyPr>
          <a:lstStyle>
            <a:lvl1pPr algn="l">
              <a:lnSpc>
                <a:spcPct val="92000"/>
              </a:lnSpc>
              <a:defRPr sz="2400" b="1" i="0" kern="1200">
                <a:solidFill>
                  <a:srgbClr val="000000"/>
                </a:solidFill>
                <a:latin typeface="Lato"/>
                <a:ea typeface="Lato"/>
                <a:cs typeface="Lato"/>
              </a:defRPr>
            </a:lvl1pPr>
          </a:lstStyle>
          <a:p>
            <a:r>
              <a:rPr lang="en-US"/>
              <a:t>Click to edit title</a:t>
            </a:r>
          </a:p>
        </p:txBody>
      </p:sp>
      <p:sp>
        <p:nvSpPr>
          <p:cNvPr id="5" name="Subtitle 2"/>
          <p:cNvSpPr>
            <a:spLocks noGrp="1"/>
          </p:cNvSpPr>
          <p:nvPr>
            <p:ph type="body" sz="quarter" idx="13" hasCustomPrompt="1"/>
          </p:nvPr>
        </p:nvSpPr>
        <p:spPr>
          <a:xfrm>
            <a:off x="768096" y="1069848"/>
            <a:ext cx="10972800" cy="310896"/>
          </a:xfrm>
        </p:spPr>
        <p:txBody>
          <a:bodyPr vert="horz" lIns="0" tIns="0" rIns="0" bIns="0" anchor="t">
            <a:noAutofit/>
          </a:bodyPr>
          <a:lstStyle>
            <a:lvl1pPr marL="0" indent="0" algn="l">
              <a:lnSpc>
                <a:spcPct val="100000"/>
              </a:lnSpc>
              <a:spcBef>
                <a:spcPts val="0"/>
              </a:spcBef>
              <a:buNone/>
              <a:defRPr sz="1400" b="0" i="0" kern="1200">
                <a:solidFill>
                  <a:srgbClr val="3A3A3F"/>
                </a:solidFill>
                <a:latin typeface="Lato Light"/>
                <a:ea typeface="Lato Light"/>
                <a:cs typeface="Lato Light"/>
              </a:defRPr>
            </a:lvl1pPr>
          </a:lstStyle>
          <a:p>
            <a:pPr lvl="0"/>
            <a:r>
              <a:rPr lang="en-US"/>
              <a:t>Subtitle</a:t>
            </a:r>
          </a:p>
        </p:txBody>
      </p:sp>
      <p:sp>
        <p:nvSpPr>
          <p:cNvPr id="6" name="Footnotes 3"/>
          <p:cNvSpPr>
            <a:spLocks noGrp="1"/>
          </p:cNvSpPr>
          <p:nvPr>
            <p:ph type="body" sz="quarter" idx="14" hasCustomPrompt="1"/>
          </p:nvPr>
        </p:nvSpPr>
        <p:spPr>
          <a:xfrm>
            <a:off x="768096" y="5486400"/>
            <a:ext cx="10515600" cy="768096"/>
          </a:xfrm>
        </p:spPr>
        <p:txBody>
          <a:bodyPr vert="horz" lIns="0" tIns="0" rIns="0" bIns="0" anchor="b">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Footnotes and notes</a:t>
            </a:r>
          </a:p>
        </p:txBody>
      </p:sp>
      <p:sp>
        <p:nvSpPr>
          <p:cNvPr id="8" name="Source 4"/>
          <p:cNvSpPr>
            <a:spLocks noGrp="1"/>
          </p:cNvSpPr>
          <p:nvPr>
            <p:ph type="body" sz="quarter" idx="15" hasCustomPrompt="1"/>
          </p:nvPr>
        </p:nvSpPr>
        <p:spPr>
          <a:xfrm>
            <a:off x="768096" y="6364224"/>
            <a:ext cx="8778240" cy="310896"/>
          </a:xfrm>
        </p:spPr>
        <p:txBody>
          <a:bodyPr vert="horz" lIns="0" tIns="0" rIns="0" bIns="0" anchor="t">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Source</a:t>
            </a:r>
          </a:p>
        </p:txBody>
      </p:sp>
      <p:sp>
        <p:nvSpPr>
          <p:cNvPr id="7" name="Northeastern University footer"/>
          <p:cNvSpPr txBox="1"/>
          <p:nvPr userDrawn="1"/>
        </p:nvSpPr>
        <p:spPr>
          <a:xfrm>
            <a:off x="9220200" y="6364224"/>
            <a:ext cx="2103120" cy="310896"/>
          </a:xfrm>
          <a:prstGeom prst="rect">
            <a:avLst/>
          </a:prstGeom>
          <a:noFill/>
        </p:spPr>
        <p:txBody>
          <a:bodyPr wrap="square" lIns="0" tIns="0" rIns="0" bIns="0" anchor="t">
            <a:noAutofit/>
          </a:bodyPr>
          <a:lstStyle/>
          <a:p>
            <a:pPr algn="r"/>
            <a:r>
              <a:rPr lang="en-US" sz="900" b="1">
                <a:solidFill>
                  <a:srgbClr val="000000"/>
                </a:solidFill>
                <a:latin typeface="Lato"/>
                <a:ea typeface="Lato"/>
                <a:cs typeface="Lato"/>
              </a:rPr>
              <a:t>Northeastern University</a:t>
            </a:r>
          </a:p>
        </p:txBody>
      </p:sp>
      <p:sp>
        <p:nvSpPr>
          <p:cNvPr id="9" name="Slide Number 5"/>
          <p:cNvSpPr>
            <a:spLocks noGrp="1"/>
          </p:cNvSpPr>
          <p:nvPr>
            <p:ph type="sldNum" sz="quarter" idx="12"/>
          </p:nvPr>
        </p:nvSpPr>
        <p:spPr>
          <a:xfrm>
            <a:off x="11369040" y="6364224"/>
            <a:ext cx="365760" cy="310896"/>
          </a:xfrm>
        </p:spPr>
        <p:txBody>
          <a:bodyPr vert="horz" lIns="0" tIns="0" rIns="0" bIns="0" anchor="t">
            <a:noAutofit/>
          </a:bodyPr>
          <a:lstStyle>
            <a:lvl1pPr algn="r">
              <a:defRPr sz="900" b="0" i="0" kern="1200">
                <a:solidFill>
                  <a:srgbClr val="000000"/>
                </a:solidFill>
                <a:latin typeface="Lato"/>
                <a:ea typeface="Lato"/>
                <a:cs typeface="Lato"/>
              </a:defRPr>
            </a:lvl1p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 Id="rId9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484793"/>
      </p:ext>
    </p:extLst>
  </p:cSld>
  <p:clrMap bg1="dk1" tx1="lt1" bg2="dk2" tx2="lt2" accent1="accent1" accent2="accent2" accent3="accent3" accent4="accent4" accent5="accent5" accent6="accent6" hlink="hlink" folHlink="folHlink"/>
  <p:sldLayoutIdLst>
    <p:sldLayoutId id="2147483695"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7" r:id="rId16"/>
    <p:sldLayoutId id="2147483668" r:id="rId17"/>
    <p:sldLayoutId id="2147483669" r:id="rId18"/>
    <p:sldLayoutId id="2147483670" r:id="rId19"/>
    <p:sldLayoutId id="2147483671" r:id="rId20"/>
    <p:sldLayoutId id="2147483665" r:id="rId21"/>
    <p:sldLayoutId id="2147483666" r:id="rId22"/>
    <p:sldLayoutId id="2147483673" r:id="rId23"/>
    <p:sldLayoutId id="2147483674" r:id="rId24"/>
    <p:sldLayoutId id="2147483675" r:id="rId25"/>
    <p:sldLayoutId id="2147483676" r:id="rId26"/>
    <p:sldLayoutId id="2147483677" r:id="rId27"/>
    <p:sldLayoutId id="2147483678" r:id="rId28"/>
    <p:sldLayoutId id="2147483679" r:id="rId29"/>
    <p:sldLayoutId id="2147483684" r:id="rId30"/>
    <p:sldLayoutId id="2147483685" r:id="rId31"/>
    <p:sldLayoutId id="2147483686" r:id="rId32"/>
    <p:sldLayoutId id="2147483687" r:id="rId33"/>
    <p:sldLayoutId id="2147483689" r:id="rId34"/>
    <p:sldLayoutId id="2147483690" r:id="rId35"/>
    <p:sldLayoutId id="2147483688" r:id="rId36"/>
    <p:sldLayoutId id="2147483664" r:id="rId37"/>
    <p:sldLayoutId id="2147483681" r:id="rId38"/>
    <p:sldLayoutId id="2147483682" r:id="rId39"/>
    <p:sldLayoutId id="2147483683" r:id="rId40"/>
    <p:sldLayoutId id="2147483692" r:id="rId41"/>
    <p:sldLayoutId id="2147483693" r:id="rId42"/>
    <p:sldLayoutId id="2147483694" r:id="rId43"/>
    <p:sldLayoutId id="2147483691" r:id="rId44"/>
    <p:sldLayoutId id="2147483649" r:id="rId45"/>
    <p:sldLayoutId id="2147483680" r:id="rId46"/>
    <p:sldLayoutId id="2147483696" r:id="rId9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userDrawn="1">
          <p15:clr>
            <a:srgbClr val="F26B43"/>
          </p15:clr>
        </p15:guide>
        <p15:guide id="2" pos="738" userDrawn="1">
          <p15:clr>
            <a:srgbClr val="F26B43"/>
          </p15:clr>
        </p15:guide>
        <p15:guide id="3" pos="834" userDrawn="1">
          <p15:clr>
            <a:srgbClr val="F26B43"/>
          </p15:clr>
        </p15:guide>
        <p15:guide id="4" pos="1350" userDrawn="1">
          <p15:clr>
            <a:srgbClr val="F26B43"/>
          </p15:clr>
        </p15:guide>
        <p15:guide id="5" pos="1446" userDrawn="1">
          <p15:clr>
            <a:srgbClr val="F26B43"/>
          </p15:clr>
        </p15:guide>
        <p15:guide id="6" pos="1960" userDrawn="1">
          <p15:clr>
            <a:srgbClr val="F26B43"/>
          </p15:clr>
        </p15:guide>
        <p15:guide id="7" pos="2056" userDrawn="1">
          <p15:clr>
            <a:srgbClr val="F26B43"/>
          </p15:clr>
        </p15:guide>
        <p15:guide id="8" pos="2570" userDrawn="1">
          <p15:clr>
            <a:srgbClr val="F26B43"/>
          </p15:clr>
        </p15:guide>
        <p15:guide id="9" pos="2666" userDrawn="1">
          <p15:clr>
            <a:srgbClr val="F26B43"/>
          </p15:clr>
        </p15:guide>
        <p15:guide id="10" pos="3180" userDrawn="1">
          <p15:clr>
            <a:srgbClr val="F26B43"/>
          </p15:clr>
        </p15:guide>
        <p15:guide id="11" pos="3276" userDrawn="1">
          <p15:clr>
            <a:srgbClr val="F26B43"/>
          </p15:clr>
        </p15:guide>
        <p15:guide id="12" pos="3792" userDrawn="1">
          <p15:clr>
            <a:srgbClr val="F26B43"/>
          </p15:clr>
        </p15:guide>
        <p15:guide id="13" pos="3886" userDrawn="1">
          <p15:clr>
            <a:srgbClr val="F26B43"/>
          </p15:clr>
        </p15:guide>
        <p15:guide id="14" pos="4402" userDrawn="1">
          <p15:clr>
            <a:srgbClr val="F26B43"/>
          </p15:clr>
        </p15:guide>
        <p15:guide id="15" pos="4498" userDrawn="1">
          <p15:clr>
            <a:srgbClr val="F26B43"/>
          </p15:clr>
        </p15:guide>
        <p15:guide id="16" pos="5012" userDrawn="1">
          <p15:clr>
            <a:srgbClr val="F26B43"/>
          </p15:clr>
        </p15:guide>
        <p15:guide id="17" pos="5108" userDrawn="1">
          <p15:clr>
            <a:srgbClr val="F26B43"/>
          </p15:clr>
        </p15:guide>
        <p15:guide id="18" pos="5622" userDrawn="1">
          <p15:clr>
            <a:srgbClr val="F26B43"/>
          </p15:clr>
        </p15:guide>
        <p15:guide id="19" pos="5718" userDrawn="1">
          <p15:clr>
            <a:srgbClr val="F26B43"/>
          </p15:clr>
        </p15:guide>
        <p15:guide id="20" pos="6232" userDrawn="1">
          <p15:clr>
            <a:srgbClr val="F26B43"/>
          </p15:clr>
        </p15:guide>
        <p15:guide id="21" pos="6328" userDrawn="1">
          <p15:clr>
            <a:srgbClr val="F26B43"/>
          </p15:clr>
        </p15:guide>
        <p15:guide id="22" pos="6844" userDrawn="1">
          <p15:clr>
            <a:srgbClr val="F26B43"/>
          </p15:clr>
        </p15:guide>
        <p15:guide id="23" pos="6940" userDrawn="1">
          <p15:clr>
            <a:srgbClr val="F26B43"/>
          </p15:clr>
        </p15:guide>
        <p15:guide id="24" pos="7454" userDrawn="1">
          <p15:clr>
            <a:srgbClr val="F26B43"/>
          </p15:clr>
        </p15:guide>
        <p15:guide id="25" orient="horz" pos="402" userDrawn="1">
          <p15:clr>
            <a:srgbClr val="F26B43"/>
          </p15:clr>
        </p15:guide>
        <p15:guide id="26" orient="horz" pos="3558" userDrawn="1">
          <p15:clr>
            <a:srgbClr val="F26B43"/>
          </p15:clr>
        </p15:guide>
        <p15:guide id="27" pos="480" userDrawn="1">
          <p15:clr>
            <a:srgbClr val="F26B43"/>
          </p15:clr>
        </p15:guide>
        <p15:guide id="28" pos="7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xml"/><Relationship Id="rId3"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Wide variation in ‘return’ on college investment</a:t>
            </a:r>
          </a:p>
        </p:txBody>
      </p:sp>
      <p:sp>
        <p:nvSpPr>
          <p:cNvPr id="3" name="Text Placeholder 2"/>
          <p:cNvSpPr>
            <a:spLocks noGrp="1"/>
          </p:cNvSpPr>
          <p:nvPr>
            <p:ph type="body" idx="13" sz="quarter"/>
          </p:nvPr>
        </p:nvSpPr>
        <p:spPr>
          <a:xfrm>
            <a:off x="768096" y="731520"/>
            <a:ext cx="10972800" cy="310896"/>
          </a:xfrm>
        </p:spPr>
        <p:txBody>
          <a:bodyPr/>
          <a:lstStyle/>
          <a:p>
            <a:r>
              <a:t>Northeastern ranks 38th (of 1,557) in median earnings 10 years after entry: $89K at a $34K average net price</a:t>
            </a:r>
          </a:p>
        </p:txBody>
      </p:sp>
      <p:sp>
        <p:nvSpPr>
          <p:cNvPr id="4" name="Text Placeholder 3"/>
          <p:cNvSpPr>
            <a:spLocks noGrp="1"/>
          </p:cNvSpPr>
          <p:nvPr>
            <p:ph type="body" idx="14" sz="quarter"/>
          </p:nvPr>
        </p:nvSpPr>
        <p:spPr/>
        <p:txBody>
          <a:bodyPr/>
          <a:lstStyle/>
          <a:p>
            <a:r>
              <a:t>(1) Median earnings of federally aided students who enroll each year and are employed but not enrolled, measured in the 10th year after enrollment.</a:t>
            </a:r>
          </a:p>
          <a:p>
            <a:r>
              <a:t>(2) Average net price for undergraduate Title IV-receiving students: full cost of attendance (tuition and fees, books and supplies, living expenses) minus federal, state and institutional aid.</a:t>
            </a:r>
          </a:p>
          <a:p>
            <a:r>
              <a:t>(3) Landmark College is located in Putney, Vermont and is dedicated to students with learning disabilities (ADHD, dyslexia and autism).</a:t>
            </a:r>
          </a:p>
          <a:p>
            <a:r>
              <a:t>Note: Of 6,543 IPEDS-reporting institutions, the analysis includes 1,557 (587 public, 970 private) with CONTROL = public or private not-for-profit; CCBASIC = 15–23; CCUGPROF = 5–15; NPT4 not null; and MD_EARN_WNE_P10 reported.</a:t>
            </a:r>
          </a:p>
        </p:txBody>
      </p:sp>
      <p:sp>
        <p:nvSpPr>
          <p:cNvPr id="5" name="Text Placeholder 4"/>
          <p:cNvSpPr>
            <a:spLocks noGrp="1"/>
          </p:cNvSpPr>
          <p:nvPr>
            <p:ph type="body" idx="15" sz="quarter"/>
          </p:nvPr>
        </p:nvSpPr>
        <p:spPr/>
        <p:txBody>
          <a:bodyPr/>
          <a:lstStyle/>
          <a:p>
            <a:r>
              <a:t>Source: College Scorecard (collegescorecard.ed.gov/data), data last updated October 10, 2023 (includes data from 1996 through 2022 for all undergraduate degree-granting institutions); Northeastern analysis.</a:t>
            </a:r>
          </a:p>
        </p:txBody>
      </p:sp>
      <p:sp>
        <p:nvSpPr>
          <p:cNvPr id="6" name="Draft tag"/>
          <p:cNvSpPr txBox="1"/>
          <p:nvPr/>
        </p:nvSpPr>
        <p:spPr>
          <a:xfrm>
            <a:off x="7498079" y="91440"/>
            <a:ext cx="4233672" cy="201168"/>
          </a:xfrm>
          <a:prstGeom prst="rect">
            <a:avLst/>
          </a:prstGeom>
          <a:noFill/>
        </p:spPr>
        <p:txBody>
          <a:bodyPr wrap="none" lIns="0" rIns="0" tIns="0" bIns="0">
            <a:spAutoFit/>
          </a:bodyPr>
          <a:lstStyle/>
          <a:p>
            <a:pPr algn="r"/>
            <a:r>
              <a:rPr sz="800" b="1">
                <a:solidFill>
                  <a:srgbClr val="C8102E"/>
                </a:solidFill>
                <a:latin typeface="Lato"/>
              </a:rPr>
              <a:t>DRAFT · Oct 2023 Scorecard data; refresh pending</a:t>
            </a:r>
          </a:p>
        </p:txBody>
      </p:sp>
      <p:sp>
        <p:nvSpPr>
          <p:cNvPr id="7" name="Slide Number Placeholder"/>
          <p:cNvSpPr>
            <a:spLocks noGrp="1"/>
          </p:cNvSpPr>
          <p:nvPr>
            <p:ph type="sldNum" sz="quarter" idx="12"/>
          </p:nvPr>
        </p:nvSpPr>
        <p:spPr/>
        <p:txBody>
          <a:bodyPr/>
          <a:lstStyle/>
          <a:p>
            <a:fld id="{B6F15528-21DE-4FAA-801E-634DDDAF4B2B}" type="slidenum">
              <a:rPr lang="en-US"/>
              <a:t>‹#›</a:t>
            </a:fld>
            <a:endParaRPr lang="en-US"/>
          </a:p>
        </p:txBody>
      </p:sp>
      <p:graphicFrame>
        <p:nvGraphicFramePr>
          <p:cNvPr id="8" name="Scorecard scatter" descr="Scatter chart: median earnings ten years after entry versus average annual net cost of attendance for 1,557 institutions (587 public, 970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3"/>
          </a:graphicData>
        </a:graphic>
      </p:graphicFrame>
      <p:cxnSp>
        <p:nvCxnSpPr>
          <p:cNvPr id="9" name="Leader Harvard University"/>
          <p:cNvCxnSpPr/>
          <p:nvPr/>
        </p:nvCxnSpPr>
        <p:spPr>
          <a:xfrm flipH="1" flipV="1">
            <a:off x="3643804" y="2461653"/>
            <a:ext cx="115019" cy="11502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0" name="Leader Georgetown University"/>
          <p:cNvCxnSpPr/>
          <p:nvPr/>
        </p:nvCxnSpPr>
        <p:spPr>
          <a:xfrm flipV="1">
            <a:off x="5919176" y="2240797"/>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1" name="Leader California Polytechnic State University-San Luis Obispo"/>
          <p:cNvCxnSpPr/>
          <p:nvPr/>
        </p:nvCxnSpPr>
        <p:spPr>
          <a:xfrm flipH="1">
            <a:off x="4821933" y="2842961"/>
            <a:ext cx="332647"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2" name="Leader Colorado School of Mines"/>
          <p:cNvCxnSpPr/>
          <p:nvPr/>
        </p:nvCxnSpPr>
        <p:spPr>
          <a:xfrm flipV="1">
            <a:off x="6059902" y="2077925"/>
            <a:ext cx="479865" cy="479865"/>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3" name="Leader Carnegie Mellon University"/>
          <p:cNvCxnSpPr/>
          <p:nvPr/>
        </p:nvCxnSpPr>
        <p:spPr>
          <a:xfrm flipV="1">
            <a:off x="8451465" y="2072034"/>
            <a:ext cx="115020" cy="11502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4" name="Leader Columbia University in the City of New York"/>
          <p:cNvCxnSpPr/>
          <p:nvPr/>
        </p:nvCxnSpPr>
        <p:spPr>
          <a:xfrm flipV="1">
            <a:off x="3698155" y="2198481"/>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5" name="Leader SUNY Maritime College"/>
          <p:cNvCxnSpPr/>
          <p:nvPr/>
        </p:nvCxnSpPr>
        <p:spPr>
          <a:xfrm flipV="1">
            <a:off x="5419565" y="2646814"/>
            <a:ext cx="115020" cy="11502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6" name="Leader University of Chicago"/>
          <p:cNvCxnSpPr/>
          <p:nvPr/>
        </p:nvCxnSpPr>
        <p:spPr>
          <a:xfrm flipH="1">
            <a:off x="5326498" y="3022797"/>
            <a:ext cx="217433"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7" name="Leader Missouri University of Science and Technology"/>
          <p:cNvCxnSpPr/>
          <p:nvPr/>
        </p:nvCxnSpPr>
        <p:spPr>
          <a:xfrm>
            <a:off x="3669006" y="2928651"/>
            <a:ext cx="0" cy="16459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8" name="Leader Landmark College"/>
          <p:cNvCxnSpPr/>
          <p:nvPr/>
        </p:nvCxnSpPr>
        <p:spPr>
          <a:xfrm>
            <a:off x="10876251" y="4219915"/>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9" name="Leader University of the Sciences"/>
          <p:cNvCxnSpPr/>
          <p:nvPr/>
        </p:nvCxnSpPr>
        <p:spPr>
          <a:xfrm flipV="1">
            <a:off x="7869805" y="1870926"/>
            <a:ext cx="479865" cy="479865"/>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0" name="Leader Northwestern University"/>
          <p:cNvCxnSpPr/>
          <p:nvPr/>
        </p:nvCxnSpPr>
        <p:spPr>
          <a:xfrm>
            <a:off x="6631341" y="2843083"/>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1" name="Leader Claremont McKenna College"/>
          <p:cNvCxnSpPr/>
          <p:nvPr/>
        </p:nvCxnSpPr>
        <p:spPr>
          <a:xfrm flipV="1">
            <a:off x="5075741" y="2207421"/>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2" name="Leader Massachusetts Maritime Academy"/>
          <p:cNvCxnSpPr/>
          <p:nvPr/>
        </p:nvCxnSpPr>
        <p:spPr>
          <a:xfrm flipH="1">
            <a:off x="4858507" y="2503125"/>
            <a:ext cx="479865" cy="479865"/>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3" name="Leader Illinois Institute of Technology"/>
          <p:cNvCxnSpPr/>
          <p:nvPr/>
        </p:nvCxnSpPr>
        <p:spPr>
          <a:xfrm flipV="1">
            <a:off x="5464145" y="2394122"/>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4" name="Leader Maine Maritime Academy"/>
          <p:cNvCxnSpPr/>
          <p:nvPr/>
        </p:nvCxnSpPr>
        <p:spPr>
          <a:xfrm>
            <a:off x="5769265" y="2859521"/>
            <a:ext cx="0" cy="475488"/>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5" name="Leader California State University Maritime Academy"/>
          <p:cNvCxnSpPr/>
          <p:nvPr/>
        </p:nvCxnSpPr>
        <p:spPr>
          <a:xfrm flipV="1">
            <a:off x="4700775" y="2484706"/>
            <a:ext cx="0" cy="16459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26" name="Label Harvard University"/>
          <p:cNvSpPr txBox="1"/>
          <p:nvPr/>
        </p:nvSpPr>
        <p:spPr>
          <a:xfrm>
            <a:off x="3218957" y="2324493"/>
            <a:ext cx="4248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Harvard</a:t>
            </a:r>
          </a:p>
        </p:txBody>
      </p:sp>
      <p:sp>
        <p:nvSpPr>
          <p:cNvPr id="27" name="Label Massachusetts Institute of Technology"/>
          <p:cNvSpPr txBox="1"/>
          <p:nvPr/>
        </p:nvSpPr>
        <p:spPr>
          <a:xfrm>
            <a:off x="2304002" y="1816673"/>
            <a:ext cx="25247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MIT</a:t>
            </a:r>
          </a:p>
        </p:txBody>
      </p:sp>
      <p:sp>
        <p:nvSpPr>
          <p:cNvPr id="28" name="Label Stanford University"/>
          <p:cNvSpPr txBox="1"/>
          <p:nvPr/>
        </p:nvSpPr>
        <p:spPr>
          <a:xfrm>
            <a:off x="2704520" y="2237462"/>
            <a:ext cx="44211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Stanford</a:t>
            </a:r>
          </a:p>
        </p:txBody>
      </p:sp>
      <p:sp>
        <p:nvSpPr>
          <p:cNvPr id="29" name="Label Princeton University"/>
          <p:cNvSpPr txBox="1"/>
          <p:nvPr/>
        </p:nvSpPr>
        <p:spPr>
          <a:xfrm>
            <a:off x="2829011" y="2033498"/>
            <a:ext cx="4855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Princeton</a:t>
            </a:r>
          </a:p>
        </p:txBody>
      </p:sp>
      <p:sp>
        <p:nvSpPr>
          <p:cNvPr id="30" name="Label United States Merchant Marine Academy"/>
          <p:cNvSpPr txBox="1"/>
          <p:nvPr/>
        </p:nvSpPr>
        <p:spPr>
          <a:xfrm>
            <a:off x="1938107" y="2811216"/>
            <a:ext cx="5116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U.S. MMA</a:t>
            </a:r>
          </a:p>
        </p:txBody>
      </p:sp>
      <p:sp>
        <p:nvSpPr>
          <p:cNvPr id="31" name="Label Georgia Institute of Technology-Main Campus"/>
          <p:cNvSpPr txBox="1"/>
          <p:nvPr/>
        </p:nvSpPr>
        <p:spPr>
          <a:xfrm>
            <a:off x="3861015" y="2354955"/>
            <a:ext cx="4253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GA Tech</a:t>
            </a:r>
          </a:p>
        </p:txBody>
      </p:sp>
      <p:sp>
        <p:nvSpPr>
          <p:cNvPr id="32" name="Label Yale University"/>
          <p:cNvSpPr txBox="1"/>
          <p:nvPr/>
        </p:nvSpPr>
        <p:spPr>
          <a:xfrm>
            <a:off x="4234759" y="2648532"/>
            <a:ext cx="25365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Yale</a:t>
            </a:r>
          </a:p>
        </p:txBody>
      </p:sp>
      <p:sp>
        <p:nvSpPr>
          <p:cNvPr id="33" name="Label Georgetown University"/>
          <p:cNvSpPr txBox="1"/>
          <p:nvPr/>
        </p:nvSpPr>
        <p:spPr>
          <a:xfrm>
            <a:off x="5620932" y="2103637"/>
            <a:ext cx="59648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Georgetown</a:t>
            </a:r>
          </a:p>
        </p:txBody>
      </p:sp>
      <p:sp>
        <p:nvSpPr>
          <p:cNvPr id="34" name="Label Stevens Institute of Technology"/>
          <p:cNvSpPr txBox="1"/>
          <p:nvPr/>
        </p:nvSpPr>
        <p:spPr>
          <a:xfrm>
            <a:off x="8283383" y="2288003"/>
            <a:ext cx="90616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Stevens Inst of Tech</a:t>
            </a:r>
          </a:p>
        </p:txBody>
      </p:sp>
      <p:sp>
        <p:nvSpPr>
          <p:cNvPr id="35" name="Label Worcester Polytechnic Institute"/>
          <p:cNvSpPr txBox="1"/>
          <p:nvPr/>
        </p:nvSpPr>
        <p:spPr>
          <a:xfrm>
            <a:off x="9860281" y="2403423"/>
            <a:ext cx="71319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Worcester Poly</a:t>
            </a:r>
          </a:p>
        </p:txBody>
      </p:sp>
      <p:sp>
        <p:nvSpPr>
          <p:cNvPr id="36" name="Label University of Pennsylvania"/>
          <p:cNvSpPr txBox="1"/>
          <p:nvPr/>
        </p:nvSpPr>
        <p:spPr>
          <a:xfrm>
            <a:off x="4152708" y="2096417"/>
            <a:ext cx="38658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 Penn</a:t>
            </a:r>
          </a:p>
        </p:txBody>
      </p:sp>
      <p:sp>
        <p:nvSpPr>
          <p:cNvPr id="37" name="Label Berea College"/>
          <p:cNvSpPr txBox="1"/>
          <p:nvPr/>
        </p:nvSpPr>
        <p:spPr>
          <a:xfrm>
            <a:off x="1993203" y="3855762"/>
            <a:ext cx="3247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Berea</a:t>
            </a:r>
          </a:p>
        </p:txBody>
      </p:sp>
      <p:sp>
        <p:nvSpPr>
          <p:cNvPr id="38" name="Label CUNY Bernard M Baruch College"/>
          <p:cNvSpPr txBox="1"/>
          <p:nvPr/>
        </p:nvSpPr>
        <p:spPr>
          <a:xfrm>
            <a:off x="1708146" y="3114631"/>
            <a:ext cx="11392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CUNY Bernard M Baruch</a:t>
            </a:r>
          </a:p>
        </p:txBody>
      </p:sp>
      <p:sp>
        <p:nvSpPr>
          <p:cNvPr id="39" name="Label California Polytechnic State University-San Luis Obispo"/>
          <p:cNvSpPr txBox="1"/>
          <p:nvPr/>
        </p:nvSpPr>
        <p:spPr>
          <a:xfrm>
            <a:off x="4399428" y="3175608"/>
            <a:ext cx="42250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Poly</a:t>
            </a:r>
          </a:p>
        </p:txBody>
      </p:sp>
      <p:sp>
        <p:nvSpPr>
          <p:cNvPr id="40" name="Label University of Virginia-Main Campus"/>
          <p:cNvSpPr txBox="1"/>
          <p:nvPr/>
        </p:nvSpPr>
        <p:spPr>
          <a:xfrm>
            <a:off x="5012789" y="3024154"/>
            <a:ext cx="2746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UVA</a:t>
            </a:r>
          </a:p>
        </p:txBody>
      </p:sp>
      <p:sp>
        <p:nvSpPr>
          <p:cNvPr id="41" name="Label Bryant University"/>
          <p:cNvSpPr txBox="1"/>
          <p:nvPr/>
        </p:nvSpPr>
        <p:spPr>
          <a:xfrm>
            <a:off x="8993564" y="2664871"/>
            <a:ext cx="45863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Bryant U</a:t>
            </a:r>
          </a:p>
        </p:txBody>
      </p:sp>
      <p:sp>
        <p:nvSpPr>
          <p:cNvPr id="42" name="Label California Institute of Technology"/>
          <p:cNvSpPr txBox="1"/>
          <p:nvPr/>
        </p:nvSpPr>
        <p:spPr>
          <a:xfrm>
            <a:off x="6861706" y="2185535"/>
            <a:ext cx="43342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 Tech</a:t>
            </a:r>
          </a:p>
        </p:txBody>
      </p:sp>
      <p:sp>
        <p:nvSpPr>
          <p:cNvPr id="43" name="Label Duke University"/>
          <p:cNvSpPr txBox="1"/>
          <p:nvPr/>
        </p:nvSpPr>
        <p:spPr>
          <a:xfrm>
            <a:off x="6840287" y="2471209"/>
            <a:ext cx="3015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Duke</a:t>
            </a:r>
          </a:p>
        </p:txBody>
      </p:sp>
      <p:sp>
        <p:nvSpPr>
          <p:cNvPr id="44" name="Label Rice University"/>
          <p:cNvSpPr txBox="1"/>
          <p:nvPr/>
        </p:nvSpPr>
        <p:spPr>
          <a:xfrm>
            <a:off x="4711843" y="2719491"/>
            <a:ext cx="2580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Rice</a:t>
            </a:r>
          </a:p>
        </p:txBody>
      </p:sp>
      <p:sp>
        <p:nvSpPr>
          <p:cNvPr id="45" name="Label Colorado School of Mines"/>
          <p:cNvSpPr txBox="1"/>
          <p:nvPr/>
        </p:nvSpPr>
        <p:spPr>
          <a:xfrm>
            <a:off x="6539767" y="1940765"/>
            <a:ext cx="7789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Col Sch of Mines</a:t>
            </a:r>
          </a:p>
        </p:txBody>
      </p:sp>
      <p:sp>
        <p:nvSpPr>
          <p:cNvPr id="46" name="Label Naropa University"/>
          <p:cNvSpPr txBox="1"/>
          <p:nvPr/>
        </p:nvSpPr>
        <p:spPr>
          <a:xfrm>
            <a:off x="7005737" y="4260063"/>
            <a:ext cx="48930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Naropa U</a:t>
            </a:r>
          </a:p>
        </p:txBody>
      </p:sp>
      <p:sp>
        <p:nvSpPr>
          <p:cNvPr id="47" name="Label Sacred Heart University"/>
          <p:cNvSpPr txBox="1"/>
          <p:nvPr/>
        </p:nvSpPr>
        <p:spPr>
          <a:xfrm>
            <a:off x="9645637" y="3027571"/>
            <a:ext cx="632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Sacred Heart</a:t>
            </a:r>
          </a:p>
        </p:txBody>
      </p:sp>
      <p:sp>
        <p:nvSpPr>
          <p:cNvPr id="48" name="Label Bentley University"/>
          <p:cNvSpPr txBox="1"/>
          <p:nvPr/>
        </p:nvSpPr>
        <p:spPr>
          <a:xfrm>
            <a:off x="8806366" y="2117547"/>
            <a:ext cx="4908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Bentley U</a:t>
            </a:r>
          </a:p>
        </p:txBody>
      </p:sp>
      <p:sp>
        <p:nvSpPr>
          <p:cNvPr id="49" name="Label Carnegie Mellon University"/>
          <p:cNvSpPr txBox="1"/>
          <p:nvPr/>
        </p:nvSpPr>
        <p:spPr>
          <a:xfrm>
            <a:off x="8566485" y="1934874"/>
            <a:ext cx="76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Carnegie Mellon</a:t>
            </a:r>
          </a:p>
        </p:txBody>
      </p:sp>
      <p:sp>
        <p:nvSpPr>
          <p:cNvPr id="50" name="Label Columbia University in the City of New York"/>
          <p:cNvSpPr txBox="1"/>
          <p:nvPr/>
        </p:nvSpPr>
        <p:spPr>
          <a:xfrm>
            <a:off x="3456899" y="2061321"/>
            <a:ext cx="48251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Columbia</a:t>
            </a:r>
          </a:p>
        </p:txBody>
      </p:sp>
      <p:sp>
        <p:nvSpPr>
          <p:cNvPr id="51" name="Label SUNY Maritime College"/>
          <p:cNvSpPr txBox="1"/>
          <p:nvPr/>
        </p:nvSpPr>
        <p:spPr>
          <a:xfrm>
            <a:off x="5534585" y="2509654"/>
            <a:ext cx="73797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SUNY Maritime</a:t>
            </a:r>
          </a:p>
        </p:txBody>
      </p:sp>
      <p:sp>
        <p:nvSpPr>
          <p:cNvPr id="52" name="Label University of Southern California"/>
          <p:cNvSpPr txBox="1"/>
          <p:nvPr/>
        </p:nvSpPr>
        <p:spPr>
          <a:xfrm>
            <a:off x="6235754" y="2775033"/>
            <a:ext cx="26695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USC</a:t>
            </a:r>
          </a:p>
        </p:txBody>
      </p:sp>
      <p:sp>
        <p:nvSpPr>
          <p:cNvPr id="53" name="Label Villanova University"/>
          <p:cNvSpPr txBox="1"/>
          <p:nvPr/>
        </p:nvSpPr>
        <p:spPr>
          <a:xfrm>
            <a:off x="7925642" y="2502696"/>
            <a:ext cx="4711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Villanova</a:t>
            </a:r>
          </a:p>
        </p:txBody>
      </p:sp>
      <p:sp>
        <p:nvSpPr>
          <p:cNvPr id="54" name="Label Emerson College"/>
          <p:cNvSpPr txBox="1"/>
          <p:nvPr/>
        </p:nvSpPr>
        <p:spPr>
          <a:xfrm>
            <a:off x="9382628" y="3422100"/>
            <a:ext cx="445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Emerson</a:t>
            </a:r>
          </a:p>
        </p:txBody>
      </p:sp>
      <p:sp>
        <p:nvSpPr>
          <p:cNvPr id="55" name="Label University of Chicago"/>
          <p:cNvSpPr txBox="1"/>
          <p:nvPr/>
        </p:nvSpPr>
        <p:spPr>
          <a:xfrm>
            <a:off x="4835921" y="3240229"/>
            <a:ext cx="4905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UChicago</a:t>
            </a:r>
          </a:p>
        </p:txBody>
      </p:sp>
      <p:sp>
        <p:nvSpPr>
          <p:cNvPr id="56" name="Label Missouri University of Science and Technology"/>
          <p:cNvSpPr txBox="1"/>
          <p:nvPr/>
        </p:nvSpPr>
        <p:spPr>
          <a:xfrm>
            <a:off x="3353129" y="3093243"/>
            <a:ext cx="6317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Missouri S&amp;T</a:t>
            </a:r>
          </a:p>
        </p:txBody>
      </p:sp>
      <p:sp>
        <p:nvSpPr>
          <p:cNvPr id="57" name="Label Harvey Mudd College"/>
          <p:cNvSpPr txBox="1"/>
          <p:nvPr/>
        </p:nvSpPr>
        <p:spPr>
          <a:xfrm>
            <a:off x="7025044" y="1718914"/>
            <a:ext cx="65283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Harvey Mudd</a:t>
            </a:r>
          </a:p>
        </p:txBody>
      </p:sp>
      <p:sp>
        <p:nvSpPr>
          <p:cNvPr id="58" name="Label University of Notre Dame"/>
          <p:cNvSpPr txBox="1"/>
          <p:nvPr/>
        </p:nvSpPr>
        <p:spPr>
          <a:xfrm>
            <a:off x="6746500" y="2693542"/>
            <a:ext cx="5976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Notre Dame</a:t>
            </a:r>
          </a:p>
        </p:txBody>
      </p:sp>
      <p:sp>
        <p:nvSpPr>
          <p:cNvPr id="59" name="Label Johns Hopkins University"/>
          <p:cNvSpPr txBox="1"/>
          <p:nvPr/>
        </p:nvSpPr>
        <p:spPr>
          <a:xfrm>
            <a:off x="3204254" y="2663381"/>
            <a:ext cx="68914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Johns Hopkins</a:t>
            </a:r>
          </a:p>
        </p:txBody>
      </p:sp>
      <p:sp>
        <p:nvSpPr>
          <p:cNvPr id="60" name="Label Dartmouth College"/>
          <p:cNvSpPr txBox="1"/>
          <p:nvPr/>
        </p:nvSpPr>
        <p:spPr>
          <a:xfrm>
            <a:off x="7242934" y="2375352"/>
            <a:ext cx="5524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Dartmouth</a:t>
            </a:r>
          </a:p>
        </p:txBody>
      </p:sp>
      <p:sp>
        <p:nvSpPr>
          <p:cNvPr id="61" name="Label Landmark College"/>
          <p:cNvSpPr txBox="1"/>
          <p:nvPr/>
        </p:nvSpPr>
        <p:spPr>
          <a:xfrm>
            <a:off x="10392456" y="4384507"/>
            <a:ext cx="96758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Landmark College (3)</a:t>
            </a:r>
          </a:p>
        </p:txBody>
      </p:sp>
      <p:sp>
        <p:nvSpPr>
          <p:cNvPr id="62" name="Label Bucknell University"/>
          <p:cNvSpPr txBox="1"/>
          <p:nvPr/>
        </p:nvSpPr>
        <p:spPr>
          <a:xfrm>
            <a:off x="8777984" y="2854495"/>
            <a:ext cx="4388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Bucknell</a:t>
            </a:r>
          </a:p>
        </p:txBody>
      </p:sp>
      <p:sp>
        <p:nvSpPr>
          <p:cNvPr id="63" name="Label Cornell University"/>
          <p:cNvSpPr txBox="1"/>
          <p:nvPr/>
        </p:nvSpPr>
        <p:spPr>
          <a:xfrm>
            <a:off x="6328724" y="2329365"/>
            <a:ext cx="379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Cornell</a:t>
            </a:r>
          </a:p>
        </p:txBody>
      </p:sp>
      <p:sp>
        <p:nvSpPr>
          <p:cNvPr id="64" name="Label Beacon College"/>
          <p:cNvSpPr txBox="1"/>
          <p:nvPr/>
        </p:nvSpPr>
        <p:spPr>
          <a:xfrm>
            <a:off x="8242119" y="4256154"/>
            <a:ext cx="7243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Beacon College</a:t>
            </a:r>
          </a:p>
        </p:txBody>
      </p:sp>
      <p:sp>
        <p:nvSpPr>
          <p:cNvPr id="65" name="Label Berklee College of Music"/>
          <p:cNvSpPr txBox="1"/>
          <p:nvPr/>
        </p:nvSpPr>
        <p:spPr>
          <a:xfrm>
            <a:off x="9322099" y="4185073"/>
            <a:ext cx="110495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Berklee College of Music</a:t>
            </a:r>
          </a:p>
        </p:txBody>
      </p:sp>
      <p:sp>
        <p:nvSpPr>
          <p:cNvPr id="66" name="Label California Institute of the Arts"/>
          <p:cNvSpPr txBox="1"/>
          <p:nvPr/>
        </p:nvSpPr>
        <p:spPr>
          <a:xfrm>
            <a:off x="10064326" y="3846431"/>
            <a:ext cx="1331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California Institute of the Arts</a:t>
            </a:r>
          </a:p>
        </p:txBody>
      </p:sp>
      <p:sp>
        <p:nvSpPr>
          <p:cNvPr id="67" name="Label Savannah College of Art and Design"/>
          <p:cNvSpPr txBox="1"/>
          <p:nvPr/>
        </p:nvSpPr>
        <p:spPr>
          <a:xfrm>
            <a:off x="9241504" y="3735505"/>
            <a:ext cx="3333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SCAD</a:t>
            </a:r>
          </a:p>
        </p:txBody>
      </p:sp>
      <p:sp>
        <p:nvSpPr>
          <p:cNvPr id="68" name="Label Howard University"/>
          <p:cNvSpPr txBox="1"/>
          <p:nvPr/>
        </p:nvSpPr>
        <p:spPr>
          <a:xfrm>
            <a:off x="10017763" y="3398894"/>
            <a:ext cx="8643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Howard University</a:t>
            </a:r>
          </a:p>
        </p:txBody>
      </p:sp>
      <p:sp>
        <p:nvSpPr>
          <p:cNvPr id="69" name="Label Boston College"/>
          <p:cNvSpPr txBox="1"/>
          <p:nvPr/>
        </p:nvSpPr>
        <p:spPr>
          <a:xfrm>
            <a:off x="8612353" y="2497908"/>
            <a:ext cx="70688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College</a:t>
            </a:r>
          </a:p>
        </p:txBody>
      </p:sp>
      <p:sp>
        <p:nvSpPr>
          <p:cNvPr id="70" name="Label University of the Sciences"/>
          <p:cNvSpPr txBox="1"/>
          <p:nvPr/>
        </p:nvSpPr>
        <p:spPr>
          <a:xfrm>
            <a:off x="8349670" y="1733766"/>
            <a:ext cx="115474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the Sciences</a:t>
            </a:r>
          </a:p>
        </p:txBody>
      </p:sp>
      <p:sp>
        <p:nvSpPr>
          <p:cNvPr id="71" name="Label Northwestern University"/>
          <p:cNvSpPr txBox="1"/>
          <p:nvPr/>
        </p:nvSpPr>
        <p:spPr>
          <a:xfrm>
            <a:off x="6963988" y="3175730"/>
            <a:ext cx="6637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Northwestern</a:t>
            </a:r>
          </a:p>
        </p:txBody>
      </p:sp>
      <p:sp>
        <p:nvSpPr>
          <p:cNvPr id="72" name="Label Claremont McKenna College"/>
          <p:cNvSpPr txBox="1"/>
          <p:nvPr/>
        </p:nvSpPr>
        <p:spPr>
          <a:xfrm>
            <a:off x="4602761" y="2070261"/>
            <a:ext cx="94595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Claremont McKenna</a:t>
            </a:r>
          </a:p>
        </p:txBody>
      </p:sp>
      <p:sp>
        <p:nvSpPr>
          <p:cNvPr id="73" name="Label Yeshiva University"/>
          <p:cNvSpPr txBox="1"/>
          <p:nvPr/>
        </p:nvSpPr>
        <p:spPr>
          <a:xfrm>
            <a:off x="10168241" y="3190722"/>
            <a:ext cx="84512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Yeshiva University</a:t>
            </a:r>
          </a:p>
        </p:txBody>
      </p:sp>
      <p:sp>
        <p:nvSpPr>
          <p:cNvPr id="74" name="Label Keiser University-Ft Lauderdale"/>
          <p:cNvSpPr txBox="1"/>
          <p:nvPr/>
        </p:nvSpPr>
        <p:spPr>
          <a:xfrm>
            <a:off x="6695392" y="3938889"/>
            <a:ext cx="13811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Keiser University Ft Lauderdale</a:t>
            </a:r>
          </a:p>
        </p:txBody>
      </p:sp>
      <p:sp>
        <p:nvSpPr>
          <p:cNvPr id="75" name="Label University of Rio Grande"/>
          <p:cNvSpPr txBox="1"/>
          <p:nvPr/>
        </p:nvSpPr>
        <p:spPr>
          <a:xfrm>
            <a:off x="8385037" y="3997387"/>
            <a:ext cx="110225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Rio Grande</a:t>
            </a:r>
          </a:p>
        </p:txBody>
      </p:sp>
      <p:sp>
        <p:nvSpPr>
          <p:cNvPr id="76" name="Label Massachusetts Maritime Academy"/>
          <p:cNvSpPr txBox="1"/>
          <p:nvPr/>
        </p:nvSpPr>
        <p:spPr>
          <a:xfrm>
            <a:off x="4150402" y="2982990"/>
            <a:ext cx="70810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Mass Maritime</a:t>
            </a:r>
          </a:p>
        </p:txBody>
      </p:sp>
      <p:sp>
        <p:nvSpPr>
          <p:cNvPr id="77" name="Label University of California-Berkeley"/>
          <p:cNvSpPr txBox="1"/>
          <p:nvPr/>
        </p:nvSpPr>
        <p:spPr>
          <a:xfrm>
            <a:off x="3855188" y="2841876"/>
            <a:ext cx="59599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 Berkeley</a:t>
            </a:r>
          </a:p>
        </p:txBody>
      </p:sp>
      <p:sp>
        <p:nvSpPr>
          <p:cNvPr id="78" name="Label University of California-Los Angeles"/>
          <p:cNvSpPr txBox="1"/>
          <p:nvPr/>
        </p:nvSpPr>
        <p:spPr>
          <a:xfrm>
            <a:off x="3068399" y="2900938"/>
            <a:ext cx="32776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UCLA</a:t>
            </a:r>
          </a:p>
        </p:txBody>
      </p:sp>
      <p:sp>
        <p:nvSpPr>
          <p:cNvPr id="79" name="Label Florida Gateway College"/>
          <p:cNvSpPr txBox="1"/>
          <p:nvPr/>
        </p:nvSpPr>
        <p:spPr>
          <a:xfrm>
            <a:off x="1624484" y="4010706"/>
            <a:ext cx="7750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Florida Gateway</a:t>
            </a:r>
          </a:p>
        </p:txBody>
      </p:sp>
      <p:sp>
        <p:nvSpPr>
          <p:cNvPr id="80" name="Label Dewey University-Carolina"/>
          <p:cNvSpPr txBox="1"/>
          <p:nvPr/>
        </p:nvSpPr>
        <p:spPr>
          <a:xfrm>
            <a:off x="2148603" y="4391874"/>
            <a:ext cx="81773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Dewey University</a:t>
            </a:r>
          </a:p>
        </p:txBody>
      </p:sp>
      <p:sp>
        <p:nvSpPr>
          <p:cNvPr id="81" name="Label Southern Methodist University"/>
          <p:cNvSpPr txBox="1"/>
          <p:nvPr/>
        </p:nvSpPr>
        <p:spPr>
          <a:xfrm>
            <a:off x="8779768" y="3119715"/>
            <a:ext cx="2911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SMU</a:t>
            </a:r>
          </a:p>
        </p:txBody>
      </p:sp>
      <p:sp>
        <p:nvSpPr>
          <p:cNvPr id="82" name="Label Illinois Institute of Technology"/>
          <p:cNvSpPr txBox="1"/>
          <p:nvPr/>
        </p:nvSpPr>
        <p:spPr>
          <a:xfrm>
            <a:off x="5183145" y="2256962"/>
            <a:ext cx="56199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Illinois Tech</a:t>
            </a:r>
          </a:p>
        </p:txBody>
      </p:sp>
      <p:sp>
        <p:nvSpPr>
          <p:cNvPr id="83" name="Label Fairfield University"/>
          <p:cNvSpPr txBox="1"/>
          <p:nvPr/>
        </p:nvSpPr>
        <p:spPr>
          <a:xfrm>
            <a:off x="9566528" y="2640461"/>
            <a:ext cx="86839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Fairfield University</a:t>
            </a:r>
          </a:p>
        </p:txBody>
      </p:sp>
      <p:sp>
        <p:nvSpPr>
          <p:cNvPr id="84" name="Label Washington University in St Louis"/>
          <p:cNvSpPr txBox="1"/>
          <p:nvPr/>
        </p:nvSpPr>
        <p:spPr>
          <a:xfrm>
            <a:off x="6297619" y="2494900"/>
            <a:ext cx="38826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WashU</a:t>
            </a:r>
          </a:p>
        </p:txBody>
      </p:sp>
      <p:sp>
        <p:nvSpPr>
          <p:cNvPr id="85" name="Label Maine Maritime Academy"/>
          <p:cNvSpPr txBox="1"/>
          <p:nvPr/>
        </p:nvSpPr>
        <p:spPr>
          <a:xfrm>
            <a:off x="5392937" y="3335009"/>
            <a:ext cx="75265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Maine Maritime</a:t>
            </a:r>
          </a:p>
        </p:txBody>
      </p:sp>
      <p:sp>
        <p:nvSpPr>
          <p:cNvPr id="86" name="Label Vanderbilt University"/>
          <p:cNvSpPr txBox="1"/>
          <p:nvPr/>
        </p:nvSpPr>
        <p:spPr>
          <a:xfrm>
            <a:off x="5522544" y="2669054"/>
            <a:ext cx="5180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Vanderbilt</a:t>
            </a:r>
          </a:p>
        </p:txBody>
      </p:sp>
      <p:sp>
        <p:nvSpPr>
          <p:cNvPr id="87" name="Label California State University Maritime Academy"/>
          <p:cNvSpPr txBox="1"/>
          <p:nvPr/>
        </p:nvSpPr>
        <p:spPr>
          <a:xfrm>
            <a:off x="4387566" y="2347546"/>
            <a:ext cx="6264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Maritime</a:t>
            </a:r>
          </a:p>
        </p:txBody>
      </p:sp>
      <p:sp>
        <p:nvSpPr>
          <p:cNvPr id="88" name="Label St. John's College (Santa Fe)"/>
          <p:cNvSpPr txBox="1"/>
          <p:nvPr/>
        </p:nvSpPr>
        <p:spPr>
          <a:xfrm>
            <a:off x="8010616" y="3719634"/>
            <a:ext cx="79802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 John’s College</a:t>
            </a:r>
          </a:p>
        </p:txBody>
      </p:sp>
      <p:sp>
        <p:nvSpPr>
          <p:cNvPr id="89" name="Label Boston University"/>
          <p:cNvSpPr txBox="1"/>
          <p:nvPr/>
        </p:nvSpPr>
        <p:spPr>
          <a:xfrm>
            <a:off x="5808966" y="3024203"/>
            <a:ext cx="82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University</a:t>
            </a:r>
          </a:p>
        </p:txBody>
      </p:sp>
      <p:sp>
        <p:nvSpPr>
          <p:cNvPr id="90" name="Label __focus__"/>
          <p:cNvSpPr txBox="1"/>
          <p:nvPr/>
        </p:nvSpPr>
        <p:spPr>
          <a:xfrm>
            <a:off x="7252602" y="2868152"/>
            <a:ext cx="999517" cy="210312"/>
          </a:xfrm>
          <a:prstGeom prst="rect">
            <a:avLst/>
          </a:prstGeom>
          <a:solidFill>
            <a:srgbClr val="FFFFFF">
              <a:alpha val="82000"/>
            </a:srgbClr>
          </a:solidFill>
        </p:spPr>
        <p:txBody>
          <a:bodyPr wrap="none" lIns="27432" rIns="27432" tIns="0" bIns="0" anchor="ctr">
            <a:spAutoFit/>
          </a:bodyPr>
          <a:lstStyle/>
          <a:p>
            <a:pPr algn="ctr"/>
            <a:r>
              <a:rPr sz="1200" b="1" i="0">
                <a:solidFill>
                  <a:srgbClr val="C8102E"/>
                </a:solidFill>
                <a:latin typeface="Lato"/>
              </a:rPr>
              <a:t>Northeastern</a:t>
            </a:r>
          </a:p>
        </p:txBody>
      </p:sp>
      <p:sp>
        <p:nvSpPr>
          <p:cNvPr id="91" name="Better deal"/>
          <p:cNvSpPr txBox="1"/>
          <p:nvPr/>
        </p:nvSpPr>
        <p:spPr>
          <a:xfrm rot="21143673">
            <a:off x="10786445" y="2592245"/>
            <a:ext cx="914400" cy="219456"/>
          </a:xfrm>
          <a:prstGeom prst="rect">
            <a:avLst/>
          </a:prstGeom>
          <a:noFill/>
        </p:spPr>
        <p:txBody>
          <a:bodyPr wrap="square" lIns="0" rIns="0" tIns="0" bIns="0" anchor="ctr">
            <a:spAutoFit/>
          </a:bodyPr>
          <a:lstStyle/>
          <a:p>
            <a:pPr algn="ctr"/>
            <a:r>
              <a:rPr sz="1000" b="0" i="1">
                <a:solidFill>
                  <a:srgbClr val="8A8D8F"/>
                </a:solidFill>
                <a:latin typeface="Lato"/>
              </a:rPr>
              <a:t>Better deal</a:t>
            </a:r>
          </a:p>
        </p:txBody>
      </p:sp>
      <p:sp>
        <p:nvSpPr>
          <p:cNvPr id="92" name="Worse deal"/>
          <p:cNvSpPr txBox="1"/>
          <p:nvPr/>
        </p:nvSpPr>
        <p:spPr>
          <a:xfrm rot="21143673">
            <a:off x="10786445" y="2909803"/>
            <a:ext cx="914400" cy="219456"/>
          </a:xfrm>
          <a:prstGeom prst="rect">
            <a:avLst/>
          </a:prstGeom>
          <a:noFill/>
        </p:spPr>
        <p:txBody>
          <a:bodyPr wrap="square" lIns="0" rIns="0" tIns="0" bIns="0" anchor="ctr">
            <a:spAutoFit/>
          </a:bodyPr>
          <a:lstStyle/>
          <a:p>
            <a:pPr algn="ctr"/>
            <a:r>
              <a:rPr sz="1000" b="0" i="1">
                <a:solidFill>
                  <a:srgbClr val="8A8D8F"/>
                </a:solidFill>
                <a:latin typeface="Lato"/>
              </a:rPr>
              <a:t>Worse deal</a:t>
            </a:r>
          </a:p>
        </p:txBody>
      </p:sp>
      <p:sp>
        <p:nvSpPr>
          <p:cNvPr id="93" name="Legend"/>
          <p:cNvSpPr/>
          <p:nvPr/>
        </p:nvSpPr>
        <p:spPr>
          <a:xfrm>
            <a:off x="6128725" y="1271016"/>
            <a:ext cx="91440" cy="91440"/>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Legend"/>
          <p:cNvSpPr txBox="1"/>
          <p:nvPr/>
        </p:nvSpPr>
        <p:spPr>
          <a:xfrm>
            <a:off x="6302461" y="1225296"/>
            <a:ext cx="934965" cy="182880"/>
          </a:xfrm>
          <a:prstGeom prst="rect">
            <a:avLst/>
          </a:prstGeom>
          <a:noFill/>
        </p:spPr>
        <p:txBody>
          <a:bodyPr wrap="none" lIns="0" rIns="0" tIns="0" bIns="0" anchor="ctr">
            <a:spAutoFit/>
          </a:bodyPr>
          <a:lstStyle/>
          <a:p>
            <a:pPr algn="l"/>
            <a:r>
              <a:rPr sz="900" b="0" i="0">
                <a:solidFill>
                  <a:srgbClr val="000000"/>
                </a:solidFill>
                <a:latin typeface="Lato"/>
              </a:rPr>
              <a:t>Public institutions</a:t>
            </a:r>
          </a:p>
        </p:txBody>
      </p:sp>
      <p:sp>
        <p:nvSpPr>
          <p:cNvPr id="95" name="Legend"/>
          <p:cNvSpPr/>
          <p:nvPr/>
        </p:nvSpPr>
        <p:spPr>
          <a:xfrm>
            <a:off x="7511747" y="1271016"/>
            <a:ext cx="91440" cy="91440"/>
          </a:xfrm>
          <a:prstGeom prst="ellipse">
            <a:avLst/>
          </a:prstGeom>
          <a:solidFill>
            <a:srgbClr val="0C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Legend"/>
          <p:cNvSpPr txBox="1"/>
          <p:nvPr/>
        </p:nvSpPr>
        <p:spPr>
          <a:xfrm>
            <a:off x="7685483" y="1225296"/>
            <a:ext cx="981542" cy="182880"/>
          </a:xfrm>
          <a:prstGeom prst="rect">
            <a:avLst/>
          </a:prstGeom>
          <a:noFill/>
        </p:spPr>
        <p:txBody>
          <a:bodyPr wrap="none" lIns="0" rIns="0" tIns="0" bIns="0" anchor="ctr">
            <a:spAutoFit/>
          </a:bodyPr>
          <a:lstStyle/>
          <a:p>
            <a:pPr algn="l"/>
            <a:r>
              <a:rPr sz="900" b="0" i="0">
                <a:solidFill>
                  <a:srgbClr val="000000"/>
                </a:solidFill>
                <a:latin typeface="Lato"/>
              </a:rPr>
              <a:t>Private institutions</a:t>
            </a:r>
          </a:p>
        </p:txBody>
      </p:sp>
      <p:cxnSp>
        <p:nvCxnSpPr>
          <p:cNvPr id="97" name="Legend"/>
          <p:cNvCxnSpPr/>
          <p:nvPr/>
        </p:nvCxnSpPr>
        <p:spPr>
          <a:xfrm>
            <a:off x="8923057" y="1316736"/>
            <a:ext cx="29260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8" name="Legend"/>
          <p:cNvSpPr txBox="1"/>
          <p:nvPr/>
        </p:nvSpPr>
        <p:spPr>
          <a:xfrm>
            <a:off x="9279673" y="1225296"/>
            <a:ext cx="1244950" cy="182880"/>
          </a:xfrm>
          <a:prstGeom prst="rect">
            <a:avLst/>
          </a:prstGeom>
          <a:noFill/>
        </p:spPr>
        <p:txBody>
          <a:bodyPr wrap="none" lIns="0" rIns="0" tIns="0" bIns="0" anchor="ctr">
            <a:spAutoFit/>
          </a:bodyPr>
          <a:lstStyle/>
          <a:p>
            <a:pPr algn="l"/>
            <a:r>
              <a:rPr sz="900" b="0" i="0">
                <a:solidFill>
                  <a:srgbClr val="000000"/>
                </a:solidFill>
                <a:latin typeface="Lato"/>
              </a:rPr>
              <a:t>Private college trendline</a:t>
            </a:r>
          </a:p>
        </p:txBody>
      </p:sp>
      <p:sp>
        <p:nvSpPr>
          <p:cNvPr id="99" name="Legend"/>
          <p:cNvSpPr/>
          <p:nvPr/>
        </p:nvSpPr>
        <p:spPr>
          <a:xfrm>
            <a:off x="10785227" y="1257300"/>
            <a:ext cx="118872" cy="118872"/>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egend"/>
          <p:cNvSpPr txBox="1"/>
          <p:nvPr/>
        </p:nvSpPr>
        <p:spPr>
          <a:xfrm>
            <a:off x="10972679" y="1225296"/>
            <a:ext cx="706311" cy="182880"/>
          </a:xfrm>
          <a:prstGeom prst="rect">
            <a:avLst/>
          </a:prstGeom>
          <a:noFill/>
        </p:spPr>
        <p:txBody>
          <a:bodyPr wrap="none" lIns="0" rIns="0" tIns="0" bIns="0" anchor="ctr">
            <a:spAutoFit/>
          </a:bodyPr>
          <a:lstStyle/>
          <a:p>
            <a:pPr algn="l"/>
            <a:r>
              <a:rPr sz="900" b="0" i="0">
                <a:solidFill>
                  <a:srgbClr val="000000"/>
                </a:solidFill>
                <a:latin typeface="Lato"/>
              </a:rPr>
              <a:t>Northeastern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there a dangerous disconnect in perception at our institutions?</a:t>
            </a:r>
          </a:p>
        </p:txBody>
      </p:sp>
      <p:sp>
        <p:nvSpPr>
          <p:cNvPr id="3" name="Text Placeholder 2"/>
          <p:cNvSpPr>
            <a:spLocks noGrp="1"/>
          </p:cNvSpPr>
          <p:nvPr>
            <p:ph type="body" idx="13" sz="quarter"/>
          </p:nvPr>
        </p:nvSpPr>
        <p:spPr>
          <a:xfrm>
            <a:off x="768096" y="731520"/>
            <a:ext cx="10972800" cy="310896"/>
          </a:xfrm>
        </p:spPr>
        <p:txBody>
          <a:bodyPr/>
          <a:lstStyle/>
          <a:p>
            <a:r>
              <a:t>From Inside Higher Ed’s annual survey of college and university business officers</a:t>
            </a:r>
          </a:p>
        </p:txBody>
      </p:sp>
      <p:sp>
        <p:nvSpPr>
          <p:cNvPr id="4" name="Text Placeholder 3"/>
          <p:cNvSpPr>
            <a:spLocks noGrp="1"/>
          </p:cNvSpPr>
          <p:nvPr>
            <p:ph type="body" idx="14" sz="quarter"/>
          </p:nvPr>
        </p:nvSpPr>
        <p:spPr/>
        <p:txBody>
          <a:bodyPr/>
          <a:lstStyle/>
          <a:p>
            <a:r>
              <a:t>Note: Ratings are business officers’ perceptions of each group, not self-reports by faculty or trustees.</a:t>
            </a:r>
          </a:p>
        </p:txBody>
      </p:sp>
      <p:sp>
        <p:nvSpPr>
          <p:cNvPr id="5" name="Text Placeholder 4"/>
          <p:cNvSpPr>
            <a:spLocks noGrp="1"/>
          </p:cNvSpPr>
          <p:nvPr>
            <p:ph type="body" idx="15" sz="quarter"/>
          </p:nvPr>
        </p:nvSpPr>
        <p:spPr/>
        <p:txBody>
          <a:bodyPr/>
          <a:lstStyle/>
          <a:p>
            <a:r>
              <a:t>Source: Inside Higher Ed, Survey of College and University Business Officers, 2015–2024.</a:t>
            </a:r>
          </a:p>
        </p:txBody>
      </p:sp>
      <p:sp>
        <p:nvSpPr>
          <p:cNvPr id="6" name="Draft tag"/>
          <p:cNvSpPr txBox="1"/>
          <p:nvPr/>
        </p:nvSpPr>
        <p:spPr>
          <a:xfrm>
            <a:off x="7498079" y="91440"/>
            <a:ext cx="4233672" cy="201168"/>
          </a:xfrm>
          <a:prstGeom prst="rect">
            <a:avLst/>
          </a:prstGeom>
          <a:noFill/>
        </p:spPr>
        <p:txBody>
          <a:bodyPr wrap="none" lIns="0" rIns="0" tIns="0" bIns="0">
            <a:spAutoFit/>
          </a:bodyPr>
          <a:lstStyle/>
          <a:p>
            <a:pPr algn="r"/>
            <a:r>
              <a:rPr sz="800" b="1">
                <a:solidFill>
                  <a:srgbClr val="C8102E"/>
                </a:solidFill>
                <a:latin typeface="Lato"/>
              </a:rPr>
              <a:t>DRAFT · 2025 survey year pending</a:t>
            </a:r>
          </a:p>
        </p:txBody>
      </p:sp>
      <p:sp>
        <p:nvSpPr>
          <p:cNvPr id="7"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8" name="Statement"/>
          <p:cNvSpPr txBox="1"/>
          <p:nvPr/>
        </p:nvSpPr>
        <p:spPr>
          <a:xfrm>
            <a:off x="768096" y="1207008"/>
            <a:ext cx="10972800" cy="274320"/>
          </a:xfrm>
          <a:prstGeom prst="rect">
            <a:avLst/>
          </a:prstGeom>
          <a:noFill/>
        </p:spPr>
        <p:txBody>
          <a:bodyPr wrap="square" lIns="0" rIns="0" tIns="0" bIns="0" anchor="t">
            <a:spAutoFit/>
          </a:bodyPr>
          <a:lstStyle/>
          <a:p>
            <a:pPr algn="l"/>
            <a:r>
              <a:rPr sz="1600" b="1" i="1">
                <a:solidFill>
                  <a:srgbClr val="000000"/>
                </a:solidFill>
                <a:latin typeface="Lato"/>
              </a:rPr>
              <a:t>_____ </a:t>
            </a:r>
            <a:r>
              <a:rPr sz="1600" b="1" i="1">
                <a:solidFill>
                  <a:srgbClr val="000000"/>
                </a:solidFill>
                <a:latin typeface="Lato"/>
              </a:rPr>
              <a:t>are realistic and aware of the financial challenges confronting my institution</a:t>
            </a:r>
          </a:p>
        </p:txBody>
      </p:sp>
      <p:sp>
        <p:nvSpPr>
          <p:cNvPr id="9" name="Scale note"/>
          <p:cNvSpPr txBox="1"/>
          <p:nvPr/>
        </p:nvSpPr>
        <p:spPr>
          <a:xfrm>
            <a:off x="768096" y="1499616"/>
            <a:ext cx="10972800" cy="201168"/>
          </a:xfrm>
          <a:prstGeom prst="rect">
            <a:avLst/>
          </a:prstGeom>
          <a:noFill/>
        </p:spPr>
        <p:txBody>
          <a:bodyPr wrap="square" lIns="0" rIns="0" t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10" name="Legend Faculty"/>
          <p:cNvSpPr/>
          <p:nvPr/>
        </p:nvSpPr>
        <p:spPr>
          <a:xfrm>
            <a:off x="768096" y="1801368"/>
            <a:ext cx="128016" cy="128016"/>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text Faculty"/>
          <p:cNvSpPr txBox="1"/>
          <p:nvPr/>
        </p:nvSpPr>
        <p:spPr>
          <a:xfrm>
            <a:off x="969264" y="1773936"/>
            <a:ext cx="509690" cy="182880"/>
          </a:xfrm>
          <a:prstGeom prst="rect">
            <a:avLst/>
          </a:prstGeom>
          <a:noFill/>
        </p:spPr>
        <p:txBody>
          <a:bodyPr wrap="none" lIns="0" rIns="0" tIns="0" bIns="0" anchor="ctr">
            <a:spAutoFit/>
          </a:bodyPr>
          <a:lstStyle/>
          <a:p>
            <a:pPr algn="l"/>
            <a:r>
              <a:rPr sz="1050" b="0" i="0">
                <a:solidFill>
                  <a:srgbClr val="000000"/>
                </a:solidFill>
                <a:latin typeface="Lato"/>
              </a:rPr>
              <a:t>Faculty</a:t>
            </a:r>
          </a:p>
        </p:txBody>
      </p:sp>
      <p:sp>
        <p:nvSpPr>
          <p:cNvPr id="12" name="Legend Trustees"/>
          <p:cNvSpPr/>
          <p:nvPr/>
        </p:nvSpPr>
        <p:spPr>
          <a:xfrm>
            <a:off x="1789850" y="1792224"/>
            <a:ext cx="146304" cy="146304"/>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text Trustees"/>
          <p:cNvSpPr txBox="1"/>
          <p:nvPr/>
        </p:nvSpPr>
        <p:spPr>
          <a:xfrm>
            <a:off x="2000162" y="1773936"/>
            <a:ext cx="582147" cy="182880"/>
          </a:xfrm>
          <a:prstGeom prst="rect">
            <a:avLst/>
          </a:prstGeom>
          <a:noFill/>
        </p:spPr>
        <p:txBody>
          <a:bodyPr wrap="none" lIns="0" rIns="0" tIns="0" bIns="0" anchor="ctr">
            <a:spAutoFit/>
          </a:bodyPr>
          <a:lstStyle/>
          <a:p>
            <a:pPr algn="l"/>
            <a:r>
              <a:rPr sz="1050" b="0" i="0">
                <a:solidFill>
                  <a:srgbClr val="000000"/>
                </a:solidFill>
                <a:latin typeface="Lato"/>
              </a:rPr>
              <a:t>Trustees</a:t>
            </a:r>
          </a:p>
        </p:txBody>
      </p:sp>
      <p:sp>
        <p:nvSpPr>
          <p:cNvPr id="14" name="Legend Sr. Administrators"/>
          <p:cNvSpPr/>
          <p:nvPr/>
        </p:nvSpPr>
        <p:spPr>
          <a:xfrm>
            <a:off x="2920637" y="1819656"/>
            <a:ext cx="91440" cy="91440"/>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egend text Sr. Administrators"/>
          <p:cNvSpPr txBox="1"/>
          <p:nvPr/>
        </p:nvSpPr>
        <p:spPr>
          <a:xfrm>
            <a:off x="3103517" y="1773936"/>
            <a:ext cx="1125704" cy="182880"/>
          </a:xfrm>
          <a:prstGeom prst="rect">
            <a:avLst/>
          </a:prstGeom>
          <a:noFill/>
        </p:spPr>
        <p:txBody>
          <a:bodyPr wrap="none" lIns="0" rIns="0" tIns="0" bIns="0" anchor="ctr">
            <a:spAutoFit/>
          </a:bodyPr>
          <a:lstStyle/>
          <a:p>
            <a:pPr algn="l"/>
            <a:r>
              <a:rPr sz="1050" b="0" i="0">
                <a:solidFill>
                  <a:srgbClr val="000000"/>
                </a:solidFill>
                <a:latin typeface="Lato"/>
              </a:rPr>
              <a:t>Sr. Administrators</a:t>
            </a:r>
          </a:p>
        </p:txBody>
      </p:sp>
      <p:graphicFrame>
        <p:nvGraphicFramePr>
          <p:cNvPr id="16" name="Perception dot plot" descr="Dot plot by year, 2015–2024: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nvGraphicFramePr>
        <p:xfrm>
          <a:off x="320040" y="2048255"/>
          <a:ext cx="11567160" cy="3895344"/>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S&amp;W per student ranges from $51K (Rice, Vanderbilt) to $405K (Stanford)</a:t>
            </a:r>
          </a:p>
        </p:txBody>
      </p:sp>
      <p:sp>
        <p:nvSpPr>
          <p:cNvPr id="3" name="Text Placeholder 2"/>
          <p:cNvSpPr>
            <a:spLocks noGrp="1"/>
          </p:cNvSpPr>
          <p:nvPr>
            <p:ph type="body" idx="13" sz="quarter"/>
          </p:nvPr>
        </p:nvSpPr>
        <p:spPr>
          <a:xfrm>
            <a:off x="768096" y="731520"/>
            <a:ext cx="10972800" cy="310896"/>
          </a:xfrm>
        </p:spPr>
        <p:txBody>
          <a:bodyPr/>
          <a:lstStyle/>
          <a:p>
            <a:r>
              <a:t>Core operating expense per student and S&amp;W share of expense; dashed lines mark constant S&amp;W per student</a:t>
            </a:r>
          </a:p>
        </p:txBody>
      </p:sp>
      <p:sp>
        <p:nvSpPr>
          <p:cNvPr id="4" name="Text Placeholder 3"/>
          <p:cNvSpPr>
            <a:spLocks noGrp="1"/>
          </p:cNvSpPr>
          <p:nvPr>
            <p:ph type="body" idx="14" sz="quarter"/>
          </p:nvPr>
        </p:nvSpPr>
        <p:spPr/>
        <p:txBody>
          <a:bodyPr/>
          <a:lstStyle/>
          <a:p>
            <a:r>
              <a:t>(1) Chicago, Emory, Penn, Duke and Stanford include health care systems.</a:t>
            </a:r>
          </a:p>
          <a:p>
            <a:r>
              <a:t>Note: Data from university FY23 reports. S&amp;W = salaries and wages. Core operating expenses exclude depreciation, amortization and interest.</a:t>
            </a:r>
          </a:p>
        </p:txBody>
      </p:sp>
      <p:sp>
        <p:nvSpPr>
          <p:cNvPr id="5" name="Text Placeholder 4"/>
          <p:cNvSpPr>
            <a:spLocks noGrp="1"/>
          </p:cNvSpPr>
          <p:nvPr>
            <p:ph type="body" idx="15" sz="quarter"/>
          </p:nvPr>
        </p:nvSpPr>
        <p:spPr/>
        <p:txBody>
          <a:bodyPr/>
          <a:lstStyle/>
          <a:p>
            <a:r>
              <a:t>Source: University FY23 financial reports; Northeastern analysis.</a:t>
            </a:r>
          </a:p>
        </p:txBody>
      </p:sp>
      <p:sp>
        <p:nvSpPr>
          <p:cNvPr id="6" name="Draft tag"/>
          <p:cNvSpPr txBox="1"/>
          <p:nvPr/>
        </p:nvSpPr>
        <p:spPr>
          <a:xfrm>
            <a:off x="7498079" y="91440"/>
            <a:ext cx="4233672" cy="201168"/>
          </a:xfrm>
          <a:prstGeom prst="rect">
            <a:avLst/>
          </a:prstGeom>
          <a:noFill/>
        </p:spPr>
        <p:txBody>
          <a:bodyPr wrap="none" lIns="0" rIns="0" tIns="0" bIns="0">
            <a:spAutoFit/>
          </a:bodyPr>
          <a:lstStyle/>
          <a:p>
            <a:pPr algn="r"/>
            <a:r>
              <a:rPr sz="800" b="1">
                <a:solidFill>
                  <a:srgbClr val="C8102E"/>
                </a:solidFill>
                <a:latin typeface="Lato"/>
              </a:rPr>
              <a:t>DRAFT · FY23 data; FY25 update and Northeastern, BU, MIT pending</a:t>
            </a:r>
          </a:p>
        </p:txBody>
      </p:sp>
      <p:sp>
        <p:nvSpPr>
          <p:cNvPr id="7"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8" name="Chart heading"/>
          <p:cNvSpPr txBox="1"/>
          <p:nvPr/>
        </p:nvSpPr>
        <p:spPr>
          <a:xfrm>
            <a:off x="768096" y="1207008"/>
            <a:ext cx="7315200" cy="237744"/>
          </a:xfrm>
          <a:prstGeom prst="rect">
            <a:avLst/>
          </a:prstGeom>
          <a:noFill/>
        </p:spPr>
        <p:txBody>
          <a:bodyPr wrap="square" lIns="0" rIns="0" tIns="0" bIns="0" anchor="t">
            <a:spAutoFit/>
          </a:bodyPr>
          <a:lstStyle/>
          <a:p>
            <a:pPr algn="l"/>
            <a:r>
              <a:rPr sz="1300" b="1" i="0">
                <a:solidFill>
                  <a:srgbClr val="000000"/>
                </a:solidFill>
                <a:latin typeface="Lato"/>
              </a:rPr>
              <a:t>FY23 salaries and wages per student</a:t>
            </a:r>
          </a:p>
        </p:txBody>
      </p:sp>
      <p:graphicFrame>
        <p:nvGraphicFramePr>
          <p:cNvPr id="9" name="S&amp;W per student iso-line chart" descr="Scatter chart of FY23 core operating expense per student (x) against salaries and wages as a share of core operating expenses (y) for 11 universities, with dashed iso-lines of constant salaries and wages per student from $40K to $320K."/>
          <p:cNvGraphicFramePr>
            <a:graphicFrameLocks noGrp="1"/>
          </p:cNvGraphicFramePr>
          <p:nvPr/>
        </p:nvGraphicFramePr>
        <p:xfrm>
          <a:off x="320040" y="1499616"/>
          <a:ext cx="11567160" cy="4334256"/>
        </p:xfrm>
        <a:graphic>
          <a:graphicData uri="http://schemas.openxmlformats.org/drawingml/2006/chart">
            <c:chart xmlns:c="http://schemas.openxmlformats.org/drawingml/2006/chart" r:id="rId3"/>
          </a:graphicData>
        </a:graphic>
      </p:graphicFrame>
      <p:cxnSp>
        <p:nvCxnSpPr>
          <p:cNvPr id="10" name="Leader Duke"/>
          <p:cNvCxnSpPr/>
          <p:nvPr/>
        </p:nvCxnSpPr>
        <p:spPr>
          <a:xfrm>
            <a:off x="5780638" y="3237289"/>
            <a:ext cx="607719" cy="607719"/>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Leader Princeton"/>
          <p:cNvCxnSpPr/>
          <p:nvPr/>
        </p:nvCxnSpPr>
        <p:spPr>
          <a:xfrm flipV="1">
            <a:off x="3713009" y="2594147"/>
            <a:ext cx="607719" cy="607719"/>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Leader Rice"/>
          <p:cNvCxnSpPr/>
          <p:nvPr/>
        </p:nvCxnSpPr>
        <p:spPr>
          <a:xfrm flipV="1">
            <a:off x="2316821" y="2881529"/>
            <a:ext cx="268476" cy="268477"/>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Leader Vanderbilt"/>
          <p:cNvCxnSpPr/>
          <p:nvPr/>
        </p:nvCxnSpPr>
        <p:spPr>
          <a:xfrm flipV="1">
            <a:off x="2301535" y="2297859"/>
            <a:ext cx="0" cy="86868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Leader Yale"/>
          <p:cNvCxnSpPr/>
          <p:nvPr/>
        </p:nvCxnSpPr>
        <p:spPr>
          <a:xfrm>
            <a:off x="4468001" y="3076296"/>
            <a:ext cx="268476" cy="26847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Label Chicago"/>
          <p:cNvSpPr txBox="1"/>
          <p:nvPr/>
        </p:nvSpPr>
        <p:spPr>
          <a:xfrm>
            <a:off x="4907087" y="2775163"/>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Chicago (1)</a:t>
            </a:r>
          </a:p>
          <a:p>
            <a:pPr algn="ctr"/>
            <a:r>
              <a:rPr sz="800" b="0" i="0">
                <a:solidFill>
                  <a:srgbClr val="6B6B70"/>
                </a:solidFill>
                <a:latin typeface="Lato"/>
              </a:rPr>
              <a:t>$168K · 18,058 students</a:t>
            </a:r>
          </a:p>
        </p:txBody>
      </p:sp>
      <p:sp>
        <p:nvSpPr>
          <p:cNvPr id="16" name="Label Duke"/>
          <p:cNvSpPr txBox="1"/>
          <p:nvPr/>
        </p:nvSpPr>
        <p:spPr>
          <a:xfrm>
            <a:off x="6388357" y="3845008"/>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Duke (1)</a:t>
            </a:r>
          </a:p>
          <a:p>
            <a:pPr algn="ctr"/>
            <a:r>
              <a:rPr sz="800" b="0" i="0">
                <a:solidFill>
                  <a:srgbClr val="6B6B70"/>
                </a:solidFill>
                <a:latin typeface="Lato"/>
              </a:rPr>
              <a:t>$204K · 18,009 students</a:t>
            </a:r>
          </a:p>
        </p:txBody>
      </p:sp>
      <p:sp>
        <p:nvSpPr>
          <p:cNvPr id="17" name="Label Emory"/>
          <p:cNvSpPr txBox="1"/>
          <p:nvPr/>
        </p:nvSpPr>
        <p:spPr>
          <a:xfrm>
            <a:off x="6513624" y="2746475"/>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Emory (1)</a:t>
            </a:r>
          </a:p>
          <a:p>
            <a:pPr algn="ctr"/>
            <a:r>
              <a:rPr sz="800" b="0" i="0">
                <a:solidFill>
                  <a:srgbClr val="6B6B70"/>
                </a:solidFill>
                <a:latin typeface="Lato"/>
              </a:rPr>
              <a:t>$270K · 16,000 students</a:t>
            </a:r>
          </a:p>
        </p:txBody>
      </p:sp>
      <p:sp>
        <p:nvSpPr>
          <p:cNvPr id="18" name="Label Harvard"/>
          <p:cNvSpPr txBox="1"/>
          <p:nvPr/>
        </p:nvSpPr>
        <p:spPr>
          <a:xfrm>
            <a:off x="3258202" y="3426998"/>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Harvard</a:t>
            </a:r>
          </a:p>
          <a:p>
            <a:pPr algn="ctr"/>
            <a:r>
              <a:rPr sz="800" b="0" i="0">
                <a:solidFill>
                  <a:srgbClr val="6B6B70"/>
                </a:solidFill>
                <a:latin typeface="Lato"/>
              </a:rPr>
              <a:t>$113K · 21,400 students</a:t>
            </a:r>
          </a:p>
        </p:txBody>
      </p:sp>
      <p:sp>
        <p:nvSpPr>
          <p:cNvPr id="19" name="Label Northwestern"/>
          <p:cNvSpPr txBox="1"/>
          <p:nvPr/>
        </p:nvSpPr>
        <p:spPr>
          <a:xfrm>
            <a:off x="1870576" y="3463560"/>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Northwestern</a:t>
            </a:r>
          </a:p>
          <a:p>
            <a:pPr algn="ctr"/>
            <a:r>
              <a:rPr sz="800" b="0" i="0">
                <a:solidFill>
                  <a:srgbClr val="6B6B70"/>
                </a:solidFill>
                <a:latin typeface="Lato"/>
              </a:rPr>
              <a:t>$53K · 23,000 students</a:t>
            </a:r>
          </a:p>
        </p:txBody>
      </p:sp>
      <p:sp>
        <p:nvSpPr>
          <p:cNvPr id="20" name="Label Penn"/>
          <p:cNvSpPr txBox="1"/>
          <p:nvPr/>
        </p:nvSpPr>
        <p:spPr>
          <a:xfrm>
            <a:off x="7075699" y="3183465"/>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Penn (1)</a:t>
            </a:r>
          </a:p>
          <a:p>
            <a:pPr algn="ctr"/>
            <a:r>
              <a:rPr sz="800" b="0" i="0">
                <a:solidFill>
                  <a:srgbClr val="6B6B70"/>
                </a:solidFill>
                <a:latin typeface="Lato"/>
              </a:rPr>
              <a:t>$241K · 23,374 students</a:t>
            </a:r>
          </a:p>
        </p:txBody>
      </p:sp>
      <p:sp>
        <p:nvSpPr>
          <p:cNvPr id="21" name="Label Princeton"/>
          <p:cNvSpPr txBox="1"/>
          <p:nvPr/>
        </p:nvSpPr>
        <p:spPr>
          <a:xfrm>
            <a:off x="4320728" y="2292395"/>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Princeton</a:t>
            </a:r>
          </a:p>
          <a:p>
            <a:pPr algn="ctr"/>
            <a:r>
              <a:rPr sz="800" b="0" i="0">
                <a:solidFill>
                  <a:srgbClr val="6B6B70"/>
                </a:solidFill>
                <a:latin typeface="Lato"/>
              </a:rPr>
              <a:t>$110K · 8,778 students</a:t>
            </a:r>
          </a:p>
        </p:txBody>
      </p:sp>
      <p:sp>
        <p:nvSpPr>
          <p:cNvPr id="22" name="Label Rice"/>
          <p:cNvSpPr txBox="1"/>
          <p:nvPr/>
        </p:nvSpPr>
        <p:spPr>
          <a:xfrm>
            <a:off x="2585297" y="2579777"/>
            <a:ext cx="1082746"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Rice</a:t>
            </a:r>
          </a:p>
          <a:p>
            <a:pPr algn="ctr"/>
            <a:r>
              <a:rPr sz="800" b="0" i="0">
                <a:solidFill>
                  <a:srgbClr val="6B6B70"/>
                </a:solidFill>
                <a:latin typeface="Lato"/>
              </a:rPr>
              <a:t>$51K · 8,285 students</a:t>
            </a:r>
          </a:p>
        </p:txBody>
      </p:sp>
      <p:sp>
        <p:nvSpPr>
          <p:cNvPr id="23" name="Label Stanford"/>
          <p:cNvSpPr txBox="1"/>
          <p:nvPr/>
        </p:nvSpPr>
        <p:spPr>
          <a:xfrm>
            <a:off x="8839542" y="3021056"/>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Stanford (1)</a:t>
            </a:r>
          </a:p>
          <a:p>
            <a:pPr algn="ctr"/>
            <a:r>
              <a:rPr sz="800" b="0" i="0">
                <a:solidFill>
                  <a:srgbClr val="6B6B70"/>
                </a:solidFill>
                <a:latin typeface="Lato"/>
              </a:rPr>
              <a:t>$405K · 17,529 students</a:t>
            </a:r>
          </a:p>
        </p:txBody>
      </p:sp>
      <p:sp>
        <p:nvSpPr>
          <p:cNvPr id="24" name="Label Vanderbilt"/>
          <p:cNvSpPr txBox="1"/>
          <p:nvPr/>
        </p:nvSpPr>
        <p:spPr>
          <a:xfrm>
            <a:off x="1730698" y="199610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Vanderbilt</a:t>
            </a:r>
          </a:p>
          <a:p>
            <a:pPr algn="ctr"/>
            <a:r>
              <a:rPr sz="800" b="0" i="0">
                <a:solidFill>
                  <a:srgbClr val="6B6B70"/>
                </a:solidFill>
                <a:latin typeface="Lato"/>
              </a:rPr>
              <a:t>$51K · 13,710 students</a:t>
            </a:r>
          </a:p>
        </p:txBody>
      </p:sp>
      <p:sp>
        <p:nvSpPr>
          <p:cNvPr id="25" name="Label Yale"/>
          <p:cNvSpPr txBox="1"/>
          <p:nvPr/>
        </p:nvSpPr>
        <p:spPr>
          <a:xfrm>
            <a:off x="4736477" y="3344772"/>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Yale</a:t>
            </a:r>
          </a:p>
          <a:p>
            <a:pPr algn="ctr"/>
            <a:r>
              <a:rPr sz="800" b="0" i="0">
                <a:solidFill>
                  <a:srgbClr val="6B6B70"/>
                </a:solidFill>
                <a:latin typeface="Lato"/>
              </a:rPr>
              <a:t>$158K · 14,751 students</a:t>
            </a:r>
          </a:p>
        </p:txBody>
      </p:sp>
      <p:sp>
        <p:nvSpPr>
          <p:cNvPr id="26" name="Iso-line caption"/>
          <p:cNvSpPr txBox="1"/>
          <p:nvPr/>
        </p:nvSpPr>
        <p:spPr>
          <a:xfrm>
            <a:off x="11036808" y="1554480"/>
            <a:ext cx="1097280" cy="310896"/>
          </a:xfrm>
          <a:prstGeom prst="rect">
            <a:avLst/>
          </a:prstGeom>
          <a:noFill/>
        </p:spPr>
        <p:txBody>
          <a:bodyPr wrap="square" lIns="0" rIns="0" tIns="0" bIns="0" anchor="t">
            <a:spAutoFit/>
          </a:bodyPr>
          <a:lstStyle/>
          <a:p>
            <a:pPr algn="l"/>
            <a:r>
              <a:rPr sz="850" b="1" i="0">
                <a:solidFill>
                  <a:srgbClr val="6B6B70"/>
                </a:solidFill>
                <a:latin typeface="Lato"/>
              </a:rPr>
              <a:t>S&amp;W per student</a:t>
            </a:r>
          </a:p>
          <a:p>
            <a:pPr algn="l"/>
            <a:r>
              <a:rPr sz="850" b="0" i="0">
                <a:solidFill>
                  <a:srgbClr val="6B6B70"/>
                </a:solidFill>
                <a:latin typeface="Lato"/>
              </a:rPr>
              <a:t>iso-lines</a:t>
            </a:r>
          </a:p>
        </p:txBody>
      </p:sp>
    </p:spTree>
  </p:cSld>
  <p:clrMapOvr>
    <a:masterClrMapping/>
  </p:clrMapOvr>
</p:sld>
</file>

<file path=ppt/theme/theme1.xml><?xml version="1.0" encoding="utf-8"?>
<a:theme xmlns:a="http://schemas.openxmlformats.org/drawingml/2006/main" name="Office Theme">
  <a:themeElements>
    <a:clrScheme name="Northeastern">
      <a:dk1>
        <a:srgbClr val="000000"/>
      </a:dk1>
      <a:lt1>
        <a:srgbClr val="FFFFFF"/>
      </a:lt1>
      <a:dk2>
        <a:srgbClr val="3A3A3F"/>
      </a:dk2>
      <a:lt2>
        <a:srgbClr val="F4F4F5"/>
      </a:lt2>
      <a:accent1>
        <a:srgbClr val="C8102E"/>
      </a:accent1>
      <a:accent2>
        <a:srgbClr val="000000"/>
      </a:accent2>
      <a:accent3>
        <a:srgbClr val="8A8D8F"/>
      </a:accent3>
      <a:accent4>
        <a:srgbClr val="3A3A3F"/>
      </a:accent4>
      <a:accent5>
        <a:srgbClr val="A4804A"/>
      </a:accent5>
      <a:accent6>
        <a:srgbClr val="F4F4F5"/>
      </a:accent6>
      <a:hlink>
        <a:srgbClr val="0C3354"/>
      </a:hlink>
      <a:folHlink>
        <a:srgbClr val="6B6B70"/>
      </a:folHlink>
    </a:clrScheme>
    <a:fontScheme name="Custom 1">
      <a:majorFont>
        <a:latin typeface="Lato"/>
        <a:ea typeface=""/>
        <a:cs typeface=""/>
      </a:majorFont>
      <a:minorFont>
        <a:latin typeface="La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53DA0FE5B7403498889074FBA6C6F31" ma:contentTypeVersion="18" ma:contentTypeDescription="Create a new document." ma:contentTypeScope="" ma:versionID="5906518524b469aac52fd9117448a799">
  <xsd:schema xmlns:xsd="http://www.w3.org/2001/XMLSchema" xmlns:xs="http://www.w3.org/2001/XMLSchema" xmlns:p="http://schemas.microsoft.com/office/2006/metadata/properties" xmlns:ns2="574f7681-16bc-479c-bf3b-02bcf3c14331" xmlns:ns3="5440841a-9bdf-4b43-8cf3-204ecaedf527" xmlns:ns4="e9952153-5aa5-42e8-8300-ccc6398e6c31" targetNamespace="http://schemas.microsoft.com/office/2006/metadata/properties" ma:root="true" ma:fieldsID="765bd0cb89e3a349f472ddfc8c5f5fc2" ns2:_="" ns3:_="" ns4:_="">
    <xsd:import namespace="574f7681-16bc-479c-bf3b-02bcf3c14331"/>
    <xsd:import namespace="5440841a-9bdf-4b43-8cf3-204ecaedf527"/>
    <xsd:import namespace="e9952153-5aa5-42e8-8300-ccc6398e6c3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f7681-16bc-479c-bf3b-02bcf3c143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Location" ma:index="24"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40841a-9bdf-4b43-8cf3-204ecaedf527"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a61dac97-85de-4f35-afb1-65ea9b1e43f0}" ma:internalName="TaxCatchAll" ma:showField="CatchAllData" ma:web="5440841a-9bdf-4b43-8cf3-204ecaedf5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5440841a-9bdf-4b43-8cf3-204ecaedf527">
      <UserInfo>
        <DisplayName>Lucas, Eliza</DisplayName>
        <AccountId>6326</AccountId>
        <AccountType/>
      </UserInfo>
      <UserInfo>
        <DisplayName>Skarep, Denis</DisplayName>
        <AccountId>333</AccountId>
        <AccountType/>
      </UserInfo>
      <UserInfo>
        <DisplayName>Workman, Michael</DisplayName>
        <AccountId>7596</AccountId>
        <AccountType/>
      </UserInfo>
      <UserInfo>
        <DisplayName>Horn, Clare</DisplayName>
        <AccountId>29</AccountId>
        <AccountType/>
      </UserInfo>
      <UserInfo>
        <DisplayName>Anzuoni, Rebecca</DisplayName>
        <AccountId>32</AccountId>
        <AccountType/>
      </UserInfo>
      <UserInfo>
        <DisplayName>Borchardt, Melody</DisplayName>
        <AccountId>7822</AccountId>
        <AccountType/>
      </UserInfo>
    </SharedWithUsers>
    <TaxCatchAll xmlns="e9952153-5aa5-42e8-8300-ccc6398e6c31" xsi:nil="true"/>
    <lcf76f155ced4ddcb4097134ff3c332f xmlns="574f7681-16bc-479c-bf3b-02bcf3c143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B017AB2-AB12-4B0F-BA1F-EBEC12CAA940}">
  <ds:schemaRefs>
    <ds:schemaRef ds:uri="http://schemas.microsoft.com/sharepoint/v3/contenttype/forms"/>
  </ds:schemaRefs>
</ds:datastoreItem>
</file>

<file path=customXml/itemProps2.xml><?xml version="1.0" encoding="utf-8"?>
<ds:datastoreItem xmlns:ds="http://schemas.openxmlformats.org/officeDocument/2006/customXml" ds:itemID="{2D1C160D-87C7-4193-8AC2-7AFEA0640E88}">
  <ds:schemaRefs>
    <ds:schemaRef ds:uri="5440841a-9bdf-4b43-8cf3-204ecaedf527"/>
    <ds:schemaRef ds:uri="574f7681-16bc-479c-bf3b-02bcf3c14331"/>
    <ds:schemaRef ds:uri="e9952153-5aa5-42e8-8300-ccc6398e6c3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4E6B35C-799D-4F79-8476-A0E275E394C0}">
  <ds:schemaRefs>
    <ds:schemaRef ds:uri="5440841a-9bdf-4b43-8cf3-204ecaedf527"/>
    <ds:schemaRef ds:uri="574f7681-16bc-479c-bf3b-02bcf3c14331"/>
    <ds:schemaRef ds:uri="d6d2383b-45a0-4ddb-a407-c494fb1d4267"/>
    <ds:schemaRef ds:uri="e9952153-5aa5-42e8-8300-ccc6398e6c31"/>
    <ds:schemaRef ds:uri="f8b34fd3-af78-4807-b886-7e6a01a185d3"/>
    <ds:schemaRef ds:uri="fb9ca303-d760-4e0a-88f1-ba207c332aa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a8eec281-aaa3-4dae-ac9b-9a398b9215e7}" enabled="0" method="" siteId="{a8eec281-aaa3-4dae-ac9b-9a398b9215e7}" removed="1"/>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Company>Northeastern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 comparison: return on investment, perceptions and salaries per student</dc:title>
  <dc:creator>Northeastern University</dc:creator>
  <cp:lastModifiedBy>Northeastern University</cp:lastModifiedBy>
  <cp:revision>1</cp:revision>
  <dcterms:created xsi:type="dcterms:W3CDTF">2026-09-29T12:00:00Z</dcterms:created>
  <dcterms:modified xsi:type="dcterms:W3CDTF">2026-09-29T12:00:00Z</dcterms:modified>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0x010100353DA0FE5B7403498889074FBA6C6F31</vt:lpwstr>
  </property>
  <property fmtid="{D5CDD505-2E9C-101B-9397-08002B2CF9AE}" pid="3" name="MediaServiceImageTags">
    <vt:lpwstr/>
  </property>
</Properties>
</file>