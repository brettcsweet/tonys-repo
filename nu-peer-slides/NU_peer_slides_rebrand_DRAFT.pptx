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4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59"/>
  </p:notesMasterIdLst>
  <p:sldIdLst>
    <p:sldId id="256" r:id="rId22"/>
    <p:sldId id="257" r:id="rId23"/>
    <p:sldId id="258" r:id="rId24"/>
  </p:sldIdLst>
  <p:sldSz cx="12192000" cy="6858000"/>
  <p:notesSz cx="6858000" cy="9144000"/>
  <p:embeddedFontLst>
    <p:embeddedFont>
      <p:font typeface="Lato" panose="020F0502020204030203" pitchFamily="34" charset="0"/>
      <p:regular r:id="rId60"/>
      <p:bold r:id="rId61"/>
      <p:italic r:id="rId62"/>
      <p:boldItalic r:id="rId63"/>
    </p:embeddedFont>
    <p:embeddedFont>
      <p:font typeface="Lato Light" panose="020F0502020204030203" pitchFamily="34" charset="0"/>
      <p:regular r:id="rId64"/>
      <p:italic r:id="rId65"/>
    </p:embeddedFont>
    <p:embeddedFont>
      <p:font typeface="Museo Sans 300" panose="020F0502020204030204" pitchFamily="34" charset="0"/>
      <p:regular r:id="rId66"/>
      <p:bold r:id="rId67"/>
      <p:italic r:id="rId68"/>
      <p:boldItalic r:id="rId69"/>
    </p:embeddedFont>
  </p:embeddedFontLst>
  <p:defaultTextStyle>
    <a:defPPr>
      <a:defRPr lang="en-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roved" id="{F4F3A066-D2B3-514D-8973-7B108D546CE6}">
          <p14:sldIdLst>
            <p14:sldId id="2147473667"/>
            <p14:sldId id="2147473665"/>
            <p14:sldId id="2147473609"/>
            <p14:sldId id="2147473610"/>
            <p14:sldId id="2147473611"/>
            <p14:sldId id="2147473612"/>
            <p14:sldId id="2147473613"/>
            <p14:sldId id="2147473614"/>
            <p14:sldId id="2147473615"/>
            <p14:sldId id="2147473616"/>
            <p14:sldId id="2147473617"/>
            <p14:sldId id="2147473618"/>
            <p14:sldId id="2147473619"/>
            <p14:sldId id="2147473620"/>
            <p14:sldId id="2147473621"/>
            <p14:sldId id="2147473622"/>
            <p14:sldId id="2147473623"/>
            <p14:sldId id="2147473624"/>
            <p14:sldId id="2147473625"/>
            <p14:sldId id="2147473626"/>
            <p14:sldId id="2147473627"/>
            <p14:sldId id="2147473629"/>
            <p14:sldId id="2147473644"/>
            <p14:sldId id="2147473643"/>
            <p14:sldId id="2147473642"/>
            <p14:sldId id="2147473634"/>
            <p14:sldId id="2147473635"/>
            <p14:sldId id="2147473636"/>
            <p14:sldId id="2147473637"/>
            <p14:sldId id="2147473640"/>
            <p14:sldId id="2147473641"/>
            <p14:sldId id="2147473630"/>
            <p14:sldId id="2147473631"/>
            <p14:sldId id="2147473632"/>
            <p14:sldId id="2147473633"/>
            <p14:sldId id="2147473646"/>
            <p14:sldId id="2147473647"/>
            <p14:sldId id="2147473648"/>
            <p14:sldId id="2147473651"/>
            <p14:sldId id="2147473652"/>
            <p14:sldId id="2147473666"/>
            <p14:sldId id="2147473664"/>
            <p14:sldId id="2147473653"/>
            <p14:sldId id="2147473654"/>
            <p14:sldId id="2147473655"/>
            <p14:sldId id="2147473656"/>
            <p14:sldId id="2147473657"/>
            <p14:sldId id="2147473658"/>
            <p14:sldId id="2147473668"/>
            <p14:sldId id="2147473659"/>
            <p14:sldId id="2147473661"/>
            <p14:sldId id="2147473662"/>
            <p14:sldId id="2147473645"/>
            <p14:sldId id="3908"/>
          </p14:sldIdLst>
        </p14:section>
      </p14:sectionLst>
    </p:ext>
    <p:ext uri="{EFAFB233-063F-42B5-8137-9DF3F51BA10A}">
      <p15:sldGuideLst xmlns:p15="http://schemas.microsoft.com/office/powerpoint/2012/main">
        <p15:guide id="1" orient="horz" pos="958" userDrawn="1">
          <p15:clr>
            <a:srgbClr val="A4A3A4"/>
          </p15:clr>
        </p15:guide>
        <p15:guide id="3" orient="horz" pos="1661" userDrawn="1">
          <p15:clr>
            <a:srgbClr val="A4A3A4"/>
          </p15:clr>
        </p15:guide>
        <p15:guide id="4"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CDC512-FE29-6066-1945-C0815F6DA5D3}" name="Simone Vieweg" initials="SV" userId="S::simone@lgrpresentations.com::2183864e-6c96-4d6f-ad7c-c2e6bb0eca66" providerId="AD"/>
  <p188:author id="{6B0B672B-7D38-4DB6-AA33-CF29F1527AA0}" name="Nathan Cox" initials="NC" userId="S::nathan@lgrpresentations.com::5b4d55a0-977a-4cf7-9505-6515453f33b4" providerId="AD"/>
  <p188:author id="{F85DA02C-100B-D4ED-0C7A-9A50118CD5CC}" name="Griffin, Renee" initials="GR" userId="S::re.griffin@northeastern.edu::55e1efb9-cf3d-4aff-8a51-807599f22c13" providerId="AD"/>
  <p188:author id="{F3703B4B-B98B-586C-DFC6-B6D638413E07}" name="Horn, Clare" initials="HC" userId="S::cl.horn@northeastern.edu::b2f163e9-9d3b-4450-b6b7-1d04ff003cbf" providerId="AD"/>
  <p188:author id="{E32A64BE-C383-53DC-4436-A711F72FA727}" name="Borchardt, Melody" initials="" userId="S::m.borchardt@northeastern.edu::18879ecb-bda2-41f5-b232-7ca8348d4e0e" providerId="AD"/>
  <p188:author id="{EC550EC7-FD8A-5A2F-5467-E45D0F5D8D91}" name="Taya Lagutenkova" initials="TL" userId="S::taya@lgrpresentations.com::5be10c67-b4dc-471c-8fc9-e1feb1222159" providerId="AD"/>
  <p188:author id="{C128D5DC-EA7F-5605-1C61-839F866A28BF}" name="Sterritt, Sarah" initials="SS" userId="S::s.sterritt@northeastern.edu::565a3016-29ed-43f0-b73b-6e011fcc01dd" providerId="AD"/>
  <p188:author id="{E19075E4-0D2D-4313-64C2-B18882029842}" name="Workman, Michael" initials="MW" userId="S::mworkman@northeastern.edu::36940ac3-2621-4331-af3e-2f30d4b6784d" providerId="AD"/>
  <p188:author id="{EE6FF7FC-FBB0-5B61-3656-8F52DD2F09B3}" name="Lucas, Eliza" initials="EL" userId="S::e.lucas@northeastern.edu::fb4ab920-d7bf-46c6-b917-56bb9fd0de12" providerId="AD"/>
  <p188:author id="{58C2DEFE-DE6E-C55A-3D2F-0A5BE8C90F34}" name="Borchardt, Melody" initials="MPB" userId="Borchardt, Melody"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9CCC7"/>
    <a:srgbClr val="C6BAB5"/>
    <a:srgbClr val="827878"/>
    <a:srgbClr val="ECE65D"/>
    <a:srgbClr val="D31B2C"/>
    <a:srgbClr val="ECE6D5"/>
    <a:srgbClr val="E2A855"/>
    <a:srgbClr val="A4804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6"/>
    <p:restoredTop sz="94658"/>
  </p:normalViewPr>
  <p:slideViewPr>
    <p:cSldViewPr snapToGrid="0">
      <p:cViewPr varScale="1">
        <p:scale>
          <a:sx n="120" d="100"/>
          <a:sy n="120" d="100"/>
        </p:scale>
        <p:origin x="320" y="184"/>
      </p:cViewPr>
      <p:guideLst>
        <p:guide orient="horz" pos="958"/>
        <p:guide orient="horz" pos="1661"/>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2" Type="http://schemas.openxmlformats.org/officeDocument/2006/relationships/slide" Target="slides/slide1.xml"/><Relationship Id="rId23" Type="http://schemas.openxmlformats.org/officeDocument/2006/relationships/slide" Target="slides/slide2.xml"/><Relationship Id="rId24" Type="http://schemas.openxmlformats.org/officeDocument/2006/relationships/slide" Target="slides/slide3.xml"/><Relationship Id="rId59" Type="http://schemas.openxmlformats.org/officeDocument/2006/relationships/notesMaster" Target="notesMasters/notesMaster1.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 Id="rId64" Type="http://schemas.openxmlformats.org/officeDocument/2006/relationships/font" Target="fonts/font5.fntdata"/><Relationship Id="rId65" Type="http://schemas.openxmlformats.org/officeDocument/2006/relationships/font" Target="fonts/font6.fntdata"/><Relationship Id="rId66" Type="http://schemas.openxmlformats.org/officeDocument/2006/relationships/font" Target="fonts/font7.fntdata"/><Relationship Id="rId67" Type="http://schemas.openxmlformats.org/officeDocument/2006/relationships/font" Target="fonts/font8.fntdata"/><Relationship Id="rId68" Type="http://schemas.openxmlformats.org/officeDocument/2006/relationships/font" Target="fonts/font9.fntdata"/><Relationship Id="rId69" Type="http://schemas.openxmlformats.org/officeDocument/2006/relationships/font" Target="fonts/font10.fntdata"/><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 Id="rId74" Type="http://schemas.microsoft.com/office/2016/11/relationships/changesInfo" Target="changesInfos/changesInfo1.xml"/><Relationship Id="rId75"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iffin, Renee" userId="S::re.griffin@northeastern.edu::55e1efb9-cf3d-4aff-8a51-807599f22c13" providerId="AD" clId="Web-{31C9A5FE-54BF-C352-7D66-1B1B3454E952}"/>
    <pc:docChg chg="modSld">
      <pc:chgData name="Griffin, Renee" userId="S::re.griffin@northeastern.edu::55e1efb9-cf3d-4aff-8a51-807599f22c13" providerId="AD" clId="Web-{31C9A5FE-54BF-C352-7D66-1B1B3454E952}" dt="2024-09-16T15:40:26.475" v="12" actId="20577"/>
      <pc:docMkLst>
        <pc:docMk/>
      </pc:docMkLst>
      <pc:sldChg chg="modSp">
        <pc:chgData name="Griffin, Renee" userId="S::re.griffin@northeastern.edu::55e1efb9-cf3d-4aff-8a51-807599f22c13" providerId="AD" clId="Web-{31C9A5FE-54BF-C352-7D66-1B1B3454E952}" dt="2024-09-16T15:40:26.475" v="12" actId="20577"/>
        <pc:sldMkLst>
          <pc:docMk/>
          <pc:sldMk cId="4081615581" sldId="2147473667"/>
        </pc:sldMkLst>
        <pc:spChg chg="mod">
          <ac:chgData name="Griffin, Renee" userId="S::re.griffin@northeastern.edu::55e1efb9-cf3d-4aff-8a51-807599f22c13" providerId="AD" clId="Web-{31C9A5FE-54BF-C352-7D66-1B1B3454E952}" dt="2024-09-16T15:40:26.475" v="12" actId="20577"/>
          <ac:spMkLst>
            <pc:docMk/>
            <pc:sldMk cId="4081615581" sldId="2147473667"/>
            <ac:spMk id="2" creationId="{2100C4EC-44B2-8A54-4C44-5C38C6238142}"/>
          </ac:spMkLst>
        </pc:spChg>
      </pc:sldChg>
    </pc:docChg>
  </pc:docChgLst>
  <pc:docChgLst>
    <pc:chgData name="Horn, Clare" userId="b2f163e9-9d3b-4450-b6b7-1d04ff003cbf" providerId="ADAL" clId="{7A44F7C0-4DF0-DE47-920E-94C8FF7A717F}"/>
    <pc:docChg chg="addSld modSection">
      <pc:chgData name="Horn, Clare" userId="b2f163e9-9d3b-4450-b6b7-1d04ff003cbf" providerId="ADAL" clId="{7A44F7C0-4DF0-DE47-920E-94C8FF7A717F}" dt="2024-09-25T14:25:02.140" v="0" actId="680"/>
      <pc:docMkLst>
        <pc:docMk/>
      </pc:docMkLst>
      <pc:sldChg chg="new">
        <pc:chgData name="Horn, Clare" userId="b2f163e9-9d3b-4450-b6b7-1d04ff003cbf" providerId="ADAL" clId="{7A44F7C0-4DF0-DE47-920E-94C8FF7A717F}" dt="2024-09-25T14:25:02.140" v="0" actId="680"/>
        <pc:sldMkLst>
          <pc:docMk/>
          <pc:sldMk cId="2205147451" sldId="2147473668"/>
        </pc:sldMkLst>
      </pc:sldChg>
    </pc:docChg>
  </pc:docChgLst>
  <pc:docChgLst>
    <pc:chgData name="Griffin, Renee" userId="55e1efb9-cf3d-4aff-8a51-807599f22c13" providerId="ADAL" clId="{03748FE1-9073-3648-A1E3-548057022F27}"/>
    <pc:docChg chg="addSld modSld sldOrd modSection">
      <pc:chgData name="Griffin, Renee" userId="55e1efb9-cf3d-4aff-8a51-807599f22c13" providerId="ADAL" clId="{03748FE1-9073-3648-A1E3-548057022F27}" dt="2024-06-04T20:36:50.932" v="17" actId="20577"/>
      <pc:docMkLst>
        <pc:docMk/>
      </pc:docMkLst>
      <pc:sldChg chg="addSp delSp modSp new mod ord">
        <pc:chgData name="Griffin, Renee" userId="55e1efb9-cf3d-4aff-8a51-807599f22c13" providerId="ADAL" clId="{03748FE1-9073-3648-A1E3-548057022F27}" dt="2024-06-04T20:36:50.932" v="17" actId="20577"/>
        <pc:sldMkLst>
          <pc:docMk/>
          <pc:sldMk cId="4081615581" sldId="2147473667"/>
        </pc:sldMkLst>
        <pc:spChg chg="add mod">
          <ac:chgData name="Griffin, Renee" userId="55e1efb9-cf3d-4aff-8a51-807599f22c13" providerId="ADAL" clId="{03748FE1-9073-3648-A1E3-548057022F27}" dt="2024-06-04T20:36:50.932" v="17" actId="20577"/>
          <ac:spMkLst>
            <pc:docMk/>
            <pc:sldMk cId="4081615581" sldId="2147473667"/>
            <ac:spMk id="2" creationId="{2100C4EC-44B2-8A54-4C44-5C38C6238142}"/>
          </ac:spMkLst>
        </pc:spChg>
        <pc:spChg chg="add del mod">
          <ac:chgData name="Griffin, Renee" userId="55e1efb9-cf3d-4aff-8a51-807599f22c13" providerId="ADAL" clId="{03748FE1-9073-3648-A1E3-548057022F27}" dt="2024-06-04T20:28:03.390" v="9"/>
          <ac:spMkLst>
            <pc:docMk/>
            <pc:sldMk cId="4081615581" sldId="2147473667"/>
            <ac:spMk id="3" creationId="{DC29EB1A-A6D4-ADEA-DFF6-F8A55362D7A1}"/>
          </ac:spMkLst>
        </pc:spChg>
        <pc:spChg chg="add mod">
          <ac:chgData name="Griffin, Renee" userId="55e1efb9-cf3d-4aff-8a51-807599f22c13" providerId="ADAL" clId="{03748FE1-9073-3648-A1E3-548057022F27}" dt="2024-06-04T20:28:02.479" v="7" actId="207"/>
          <ac:spMkLst>
            <pc:docMk/>
            <pc:sldMk cId="4081615581" sldId="2147473667"/>
            <ac:spMk id="4" creationId="{509285EF-3081-808A-B3ED-F12BB9F234AA}"/>
          </ac:spMkLst>
        </pc:spChg>
      </pc:sldChg>
    </pc:docChg>
  </pc:docChgLst>
  <pc:docChgLst>
    <pc:chgData name="Griffin, Renee" userId="S::re.griffin@northeastern.edu::55e1efb9-cf3d-4aff-8a51-807599f22c13" providerId="AD" clId="Web-{849CAB6C-4B86-805E-ABF3-0631AF285E3A}"/>
    <pc:docChg chg="modSld">
      <pc:chgData name="Griffin, Renee" userId="S::re.griffin@northeastern.edu::55e1efb9-cf3d-4aff-8a51-807599f22c13" providerId="AD" clId="Web-{849CAB6C-4B86-805E-ABF3-0631AF285E3A}" dt="2024-09-16T16:05:25.299" v="3" actId="20577"/>
      <pc:docMkLst>
        <pc:docMk/>
      </pc:docMkLst>
      <pc:sldChg chg="modSp">
        <pc:chgData name="Griffin, Renee" userId="S::re.griffin@northeastern.edu::55e1efb9-cf3d-4aff-8a51-807599f22c13" providerId="AD" clId="Web-{849CAB6C-4B86-805E-ABF3-0631AF285E3A}" dt="2024-09-16T16:05:25.299" v="3" actId="20577"/>
        <pc:sldMkLst>
          <pc:docMk/>
          <pc:sldMk cId="4081615581" sldId="2147473667"/>
        </pc:sldMkLst>
        <pc:spChg chg="mod">
          <ac:chgData name="Griffin, Renee" userId="S::re.griffin@northeastern.edu::55e1efb9-cf3d-4aff-8a51-807599f22c13" providerId="AD" clId="Web-{849CAB6C-4B86-805E-ABF3-0631AF285E3A}" dt="2024-09-16T16:05:25.299" v="3" actId="20577"/>
          <ac:spMkLst>
            <pc:docMk/>
            <pc:sldMk cId="4081615581" sldId="2147473667"/>
            <ac:spMk id="2" creationId="{2100C4EC-44B2-8A54-4C44-5C38C6238142}"/>
          </ac:spMkLst>
        </pc:spChg>
      </pc:sldChg>
    </pc:docChg>
  </pc:docChgLst>
  <pc:docChgLst>
    <pc:chgData name="Griffin, Renee" userId="S::re.griffin@northeastern.edu::55e1efb9-cf3d-4aff-8a51-807599f22c13" providerId="AD" clId="Web-{44D5BE70-A1DB-20D9-6084-79E42F653BF7}"/>
    <pc:docChg chg="modSld">
      <pc:chgData name="Griffin, Renee" userId="S::re.griffin@northeastern.edu::55e1efb9-cf3d-4aff-8a51-807599f22c13" providerId="AD" clId="Web-{44D5BE70-A1DB-20D9-6084-79E42F653BF7}" dt="2024-09-16T15:58:02.737" v="32" actId="20577"/>
      <pc:docMkLst>
        <pc:docMk/>
      </pc:docMkLst>
      <pc:sldChg chg="modSp">
        <pc:chgData name="Griffin, Renee" userId="S::re.griffin@northeastern.edu::55e1efb9-cf3d-4aff-8a51-807599f22c13" providerId="AD" clId="Web-{44D5BE70-A1DB-20D9-6084-79E42F653BF7}" dt="2024-09-16T15:58:02.737" v="32" actId="20577"/>
        <pc:sldMkLst>
          <pc:docMk/>
          <pc:sldMk cId="4081615581" sldId="2147473667"/>
        </pc:sldMkLst>
        <pc:spChg chg="mod">
          <ac:chgData name="Griffin, Renee" userId="S::re.griffin@northeastern.edu::55e1efb9-cf3d-4aff-8a51-807599f22c13" providerId="AD" clId="Web-{44D5BE70-A1DB-20D9-6084-79E42F653BF7}" dt="2024-09-16T15:58:02.737" v="32" actId="20577"/>
          <ac:spMkLst>
            <pc:docMk/>
            <pc:sldMk cId="4081615581" sldId="2147473667"/>
            <ac:spMk id="2" creationId="{2100C4EC-44B2-8A54-4C44-5C38C6238142}"/>
          </ac:spMkLst>
        </pc:spChg>
      </pc:sldChg>
    </pc:docChg>
  </pc:docChgLst>
  <pc:docChgLst>
    <pc:chgData name="Griffin, Renee" userId="S::re.griffin@northeastern.edu::55e1efb9-cf3d-4aff-8a51-807599f22c13" providerId="AD" clId="Web-{ABD7DFD9-7C92-4A44-4845-B6682F584CF7}"/>
    <pc:docChg chg="modSld">
      <pc:chgData name="Griffin, Renee" userId="S::re.griffin@northeastern.edu::55e1efb9-cf3d-4aff-8a51-807599f22c13" providerId="AD" clId="Web-{ABD7DFD9-7C92-4A44-4845-B6682F584CF7}" dt="2024-09-16T16:07:20.096" v="2" actId="20577"/>
      <pc:docMkLst>
        <pc:docMk/>
      </pc:docMkLst>
      <pc:sldChg chg="modSp">
        <pc:chgData name="Griffin, Renee" userId="S::re.griffin@northeastern.edu::55e1efb9-cf3d-4aff-8a51-807599f22c13" providerId="AD" clId="Web-{ABD7DFD9-7C92-4A44-4845-B6682F584CF7}" dt="2024-09-16T16:07:20.096" v="2" actId="20577"/>
        <pc:sldMkLst>
          <pc:docMk/>
          <pc:sldMk cId="4081615581" sldId="2147473667"/>
        </pc:sldMkLst>
        <pc:spChg chg="mod">
          <ac:chgData name="Griffin, Renee" userId="S::re.griffin@northeastern.edu::55e1efb9-cf3d-4aff-8a51-807599f22c13" providerId="AD" clId="Web-{ABD7DFD9-7C92-4A44-4845-B6682F584CF7}" dt="2024-09-16T16:07:20.096" v="2" actId="20577"/>
          <ac:spMkLst>
            <pc:docMk/>
            <pc:sldMk cId="4081615581" sldId="2147473667"/>
            <ac:spMk id="2" creationId="{2100C4EC-44B2-8A54-4C44-5C38C6238142}"/>
          </ac:spMkLst>
        </pc:spChg>
      </pc:sldChg>
    </pc:docChg>
  </pc:docChgLst>
  <pc:docChgLst>
    <pc:chgData name="Griffin, Renee" userId="S::re.griffin@northeastern.edu::55e1efb9-cf3d-4aff-8a51-807599f22c13" providerId="AD" clId="Web-{FBC7E96E-FBE9-659D-63B6-C58BDF998886}"/>
    <pc:docChg chg="modSld">
      <pc:chgData name="Griffin, Renee" userId="S::re.griffin@northeastern.edu::55e1efb9-cf3d-4aff-8a51-807599f22c13" providerId="AD" clId="Web-{FBC7E96E-FBE9-659D-63B6-C58BDF998886}" dt="2024-06-04T20:48:37.378" v="3" actId="20577"/>
      <pc:docMkLst>
        <pc:docMk/>
      </pc:docMkLst>
      <pc:sldChg chg="modSp">
        <pc:chgData name="Griffin, Renee" userId="S::re.griffin@northeastern.edu::55e1efb9-cf3d-4aff-8a51-807599f22c13" providerId="AD" clId="Web-{FBC7E96E-FBE9-659D-63B6-C58BDF998886}" dt="2024-06-04T20:48:37.378" v="3" actId="20577"/>
        <pc:sldMkLst>
          <pc:docMk/>
          <pc:sldMk cId="4081615581" sldId="2147473667"/>
        </pc:sldMkLst>
        <pc:spChg chg="mod">
          <ac:chgData name="Griffin, Renee" userId="S::re.griffin@northeastern.edu::55e1efb9-cf3d-4aff-8a51-807599f22c13" providerId="AD" clId="Web-{FBC7E96E-FBE9-659D-63B6-C58BDF998886}" dt="2024-06-04T20:48:15.205" v="1" actId="20577"/>
          <ac:spMkLst>
            <pc:docMk/>
            <pc:sldMk cId="4081615581" sldId="2147473667"/>
            <ac:spMk id="2" creationId="{2100C4EC-44B2-8A54-4C44-5C38C6238142}"/>
          </ac:spMkLst>
        </pc:spChg>
        <pc:spChg chg="mod">
          <ac:chgData name="Griffin, Renee" userId="S::re.griffin@northeastern.edu::55e1efb9-cf3d-4aff-8a51-807599f22c13" providerId="AD" clId="Web-{FBC7E96E-FBE9-659D-63B6-C58BDF998886}" dt="2024-06-04T20:48:37.378" v="3" actId="20577"/>
          <ac:spMkLst>
            <pc:docMk/>
            <pc:sldMk cId="4081615581" sldId="2147473667"/>
            <ac:spMk id="4" creationId="{509285EF-3081-808A-B3ED-F12BB9F234AA}"/>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manualLayout>
          <c:layoutTarget val="inner"/>
          <c:xMode val="edge"/>
          <c:yMode val="edge"/>
          <c:x val="0.082"/>
          <c:y val="0.0683760683760684"/>
          <c:w val="0.8999999999999999"/>
          <c:h val="0.7991452991452992"/>
        </c:manualLayout>
      </c:layout>
      <c:scatterChart>
        <c:scatterStyle val="lineMarker"/>
        <c:varyColors val="0"/>
        <c:ser>
          <c:idx val="0"/>
          <c:order val="0"/>
          <c:tx>
            <c:strRef>
              <c:f>Sheet1!$B$1</c:f>
              <c:strCache>
                <c:ptCount val="1"/>
                <c:pt idx="0">
                  <c:v>Private institutions</c:v>
                </c:pt>
              </c:strCache>
            </c:strRef>
          </c:tx>
          <c:spPr>
            <a:ln w="47625">
              <a:noFill/>
            </a:ln>
          </c:spPr>
          <c:marker>
            <c:symbol val="circle"/>
            <c:size val="4"/>
            <c:spPr>
              <a:solidFill>
                <a:srgbClr val="0C3354">
                  <a:alpha val="80000"/>
                </a:srgbClr>
              </a:solidFill>
              <a:ln>
                <a:noFill/>
              </a:ln>
            </c:spPr>
          </c:marker>
          <c:trendline>
            <c:name>Private college trendline</c:name>
            <c:spPr>
              <a:ln w="15875" cap="rnd">
                <a:solidFill>
                  <a:srgbClr val="000000"/>
                </a:solidFill>
                <a:prstDash val="solid"/>
              </a:ln>
            </c:spPr>
            <c:trendlineType val="linear"/>
            <c:dispRSqr val="0"/>
            <c:dispEq val="0"/>
          </c:trendline>
          <c:xVal>
            <c:numRef>
              <c:f>Sheet1!$A$2:$A$944</c:f>
              <c:numCache>
                <c:formatCode>General</c:formatCode>
                <c:ptCount val="943"/>
                <c:pt idx="0">
                  <c:v>4041.0</c:v>
                </c:pt>
                <c:pt idx="1">
                  <c:v>2508.0</c:v>
                </c:pt>
                <c:pt idx="2">
                  <c:v>9334.0</c:v>
                </c:pt>
                <c:pt idx="3">
                  <c:v>6353.0</c:v>
                </c:pt>
                <c:pt idx="4">
                  <c:v>9337.0</c:v>
                </c:pt>
                <c:pt idx="5">
                  <c:v>4665.0</c:v>
                </c:pt>
                <c:pt idx="6">
                  <c:v>4964.0</c:v>
                </c:pt>
                <c:pt idx="7">
                  <c:v>5235.0</c:v>
                </c:pt>
                <c:pt idx="8">
                  <c:v>5791.0</c:v>
                </c:pt>
                <c:pt idx="9">
                  <c:v>8387.0</c:v>
                </c:pt>
                <c:pt idx="10">
                  <c:v>9230.0</c:v>
                </c:pt>
                <c:pt idx="11">
                  <c:v>8726.0</c:v>
                </c:pt>
                <c:pt idx="12">
                  <c:v>7761.0</c:v>
                </c:pt>
                <c:pt idx="13">
                  <c:v>7646.0</c:v>
                </c:pt>
                <c:pt idx="14">
                  <c:v>9217.0</c:v>
                </c:pt>
                <c:pt idx="15">
                  <c:v>8742.0</c:v>
                </c:pt>
                <c:pt idx="16">
                  <c:v>25751.0</c:v>
                </c:pt>
                <c:pt idx="17">
                  <c:v>11117.0</c:v>
                </c:pt>
                <c:pt idx="18">
                  <c:v>11502.0</c:v>
                </c:pt>
                <c:pt idx="19">
                  <c:v>13192.0</c:v>
                </c:pt>
                <c:pt idx="20">
                  <c:v>4827.0</c:v>
                </c:pt>
                <c:pt idx="21">
                  <c:v>6425.0</c:v>
                </c:pt>
                <c:pt idx="22">
                  <c:v>9148.0</c:v>
                </c:pt>
                <c:pt idx="23">
                  <c:v>9316.0</c:v>
                </c:pt>
                <c:pt idx="24">
                  <c:v>7051.0</c:v>
                </c:pt>
                <c:pt idx="25">
                  <c:v>9026.0</c:v>
                </c:pt>
                <c:pt idx="26">
                  <c:v>8138.0</c:v>
                </c:pt>
                <c:pt idx="27">
                  <c:v>14956.0</c:v>
                </c:pt>
                <c:pt idx="28">
                  <c:v>21253.0</c:v>
                </c:pt>
                <c:pt idx="29">
                  <c:v>10627.0</c:v>
                </c:pt>
                <c:pt idx="30">
                  <c:v>9919.0</c:v>
                </c:pt>
                <c:pt idx="31">
                  <c:v>29179.0</c:v>
                </c:pt>
                <c:pt idx="32">
                  <c:v>12709.0</c:v>
                </c:pt>
                <c:pt idx="33">
                  <c:v>53517.0</c:v>
                </c:pt>
                <c:pt idx="34">
                  <c:v>56954.0</c:v>
                </c:pt>
                <c:pt idx="35">
                  <c:v>9284.0</c:v>
                </c:pt>
                <c:pt idx="36">
                  <c:v>21697.0</c:v>
                </c:pt>
                <c:pt idx="37">
                  <c:v>11458.0</c:v>
                </c:pt>
                <c:pt idx="38">
                  <c:v>10972.0</c:v>
                </c:pt>
                <c:pt idx="39">
                  <c:v>21854.0</c:v>
                </c:pt>
                <c:pt idx="40">
                  <c:v>20555.0</c:v>
                </c:pt>
                <c:pt idx="41">
                  <c:v>9788.0</c:v>
                </c:pt>
                <c:pt idx="42">
                  <c:v>15524.0</c:v>
                </c:pt>
                <c:pt idx="43">
                  <c:v>10904.0</c:v>
                </c:pt>
                <c:pt idx="44">
                  <c:v>12924.0</c:v>
                </c:pt>
                <c:pt idx="45">
                  <c:v>18250.0</c:v>
                </c:pt>
                <c:pt idx="46">
                  <c:v>15560.0</c:v>
                </c:pt>
                <c:pt idx="47">
                  <c:v>12587.0</c:v>
                </c:pt>
                <c:pt idx="48">
                  <c:v>20297.0</c:v>
                </c:pt>
                <c:pt idx="49">
                  <c:v>14135.0</c:v>
                </c:pt>
                <c:pt idx="50">
                  <c:v>14858.0</c:v>
                </c:pt>
                <c:pt idx="51">
                  <c:v>15187.0</c:v>
                </c:pt>
                <c:pt idx="52">
                  <c:v>13479.0</c:v>
                </c:pt>
                <c:pt idx="53">
                  <c:v>14271.0</c:v>
                </c:pt>
                <c:pt idx="54">
                  <c:v>20828.0</c:v>
                </c:pt>
                <c:pt idx="55">
                  <c:v>9825.0</c:v>
                </c:pt>
                <c:pt idx="56">
                  <c:v>33216.0</c:v>
                </c:pt>
                <c:pt idx="57">
                  <c:v>7092.0</c:v>
                </c:pt>
                <c:pt idx="58">
                  <c:v>26861.0</c:v>
                </c:pt>
                <c:pt idx="59">
                  <c:v>16670.0</c:v>
                </c:pt>
                <c:pt idx="60">
                  <c:v>49465.0</c:v>
                </c:pt>
                <c:pt idx="61">
                  <c:v>10958.0</c:v>
                </c:pt>
                <c:pt idx="62">
                  <c:v>16512.0</c:v>
                </c:pt>
                <c:pt idx="63">
                  <c:v>17043.0</c:v>
                </c:pt>
                <c:pt idx="64">
                  <c:v>13649.0</c:v>
                </c:pt>
                <c:pt idx="65">
                  <c:v>13335.0</c:v>
                </c:pt>
                <c:pt idx="66">
                  <c:v>15245.0</c:v>
                </c:pt>
                <c:pt idx="67">
                  <c:v>15258.0</c:v>
                </c:pt>
                <c:pt idx="68">
                  <c:v>13805.0</c:v>
                </c:pt>
                <c:pt idx="69">
                  <c:v>7099.0</c:v>
                </c:pt>
                <c:pt idx="70">
                  <c:v>11476.0</c:v>
                </c:pt>
                <c:pt idx="71">
                  <c:v>24313.0</c:v>
                </c:pt>
                <c:pt idx="72">
                  <c:v>13157.0</c:v>
                </c:pt>
                <c:pt idx="73">
                  <c:v>26500.0</c:v>
                </c:pt>
                <c:pt idx="74">
                  <c:v>20227.0</c:v>
                </c:pt>
                <c:pt idx="75">
                  <c:v>21249.0</c:v>
                </c:pt>
                <c:pt idx="76">
                  <c:v>29290.0</c:v>
                </c:pt>
                <c:pt idx="77">
                  <c:v>23238.0</c:v>
                </c:pt>
                <c:pt idx="78">
                  <c:v>21642.0</c:v>
                </c:pt>
                <c:pt idx="79">
                  <c:v>28299.0</c:v>
                </c:pt>
                <c:pt idx="80">
                  <c:v>18934.0</c:v>
                </c:pt>
                <c:pt idx="81">
                  <c:v>21269.0</c:v>
                </c:pt>
                <c:pt idx="82">
                  <c:v>21679.0</c:v>
                </c:pt>
                <c:pt idx="83">
                  <c:v>22327.0</c:v>
                </c:pt>
                <c:pt idx="84">
                  <c:v>20011.0</c:v>
                </c:pt>
                <c:pt idx="85">
                  <c:v>10964.0</c:v>
                </c:pt>
                <c:pt idx="86">
                  <c:v>9329.0</c:v>
                </c:pt>
                <c:pt idx="87">
                  <c:v>19104.0</c:v>
                </c:pt>
                <c:pt idx="88">
                  <c:v>30684.0</c:v>
                </c:pt>
                <c:pt idx="89">
                  <c:v>20925.0</c:v>
                </c:pt>
                <c:pt idx="90">
                  <c:v>13235.0</c:v>
                </c:pt>
                <c:pt idx="91">
                  <c:v>30947.0</c:v>
                </c:pt>
                <c:pt idx="92">
                  <c:v>5567.0</c:v>
                </c:pt>
                <c:pt idx="93">
                  <c:v>18328.0</c:v>
                </c:pt>
                <c:pt idx="94">
                  <c:v>14086.0</c:v>
                </c:pt>
                <c:pt idx="95">
                  <c:v>14224.0</c:v>
                </c:pt>
                <c:pt idx="96">
                  <c:v>15745.0</c:v>
                </c:pt>
                <c:pt idx="97">
                  <c:v>12030.0</c:v>
                </c:pt>
                <c:pt idx="98">
                  <c:v>25335.0</c:v>
                </c:pt>
                <c:pt idx="99">
                  <c:v>13494.0</c:v>
                </c:pt>
                <c:pt idx="100">
                  <c:v>26036.0</c:v>
                </c:pt>
                <c:pt idx="101">
                  <c:v>32265.0</c:v>
                </c:pt>
                <c:pt idx="102">
                  <c:v>30260.0</c:v>
                </c:pt>
                <c:pt idx="103">
                  <c:v>22094.0</c:v>
                </c:pt>
                <c:pt idx="104">
                  <c:v>5524.0</c:v>
                </c:pt>
                <c:pt idx="105">
                  <c:v>16315.0</c:v>
                </c:pt>
                <c:pt idx="106">
                  <c:v>30498.0</c:v>
                </c:pt>
                <c:pt idx="107">
                  <c:v>20607.0</c:v>
                </c:pt>
                <c:pt idx="108">
                  <c:v>12074.0</c:v>
                </c:pt>
                <c:pt idx="109">
                  <c:v>20896.0</c:v>
                </c:pt>
                <c:pt idx="110">
                  <c:v>20286.0</c:v>
                </c:pt>
                <c:pt idx="111">
                  <c:v>12513.0</c:v>
                </c:pt>
                <c:pt idx="112">
                  <c:v>25184.0</c:v>
                </c:pt>
                <c:pt idx="113">
                  <c:v>17800.0</c:v>
                </c:pt>
                <c:pt idx="114">
                  <c:v>20146.0</c:v>
                </c:pt>
                <c:pt idx="115">
                  <c:v>24016.0</c:v>
                </c:pt>
                <c:pt idx="116">
                  <c:v>20586.0</c:v>
                </c:pt>
                <c:pt idx="117">
                  <c:v>23151.0</c:v>
                </c:pt>
                <c:pt idx="118">
                  <c:v>18600.0</c:v>
                </c:pt>
                <c:pt idx="119">
                  <c:v>22063.0</c:v>
                </c:pt>
                <c:pt idx="120">
                  <c:v>16282.0</c:v>
                </c:pt>
                <c:pt idx="121">
                  <c:v>22075.0</c:v>
                </c:pt>
                <c:pt idx="122">
                  <c:v>10566.0</c:v>
                </c:pt>
                <c:pt idx="123">
                  <c:v>20831.0</c:v>
                </c:pt>
                <c:pt idx="124">
                  <c:v>19058.0</c:v>
                </c:pt>
                <c:pt idx="125">
                  <c:v>23283.0</c:v>
                </c:pt>
                <c:pt idx="126">
                  <c:v>19951.0</c:v>
                </c:pt>
                <c:pt idx="127">
                  <c:v>15644.0</c:v>
                </c:pt>
                <c:pt idx="128">
                  <c:v>15070.0</c:v>
                </c:pt>
                <c:pt idx="129">
                  <c:v>46080.0</c:v>
                </c:pt>
                <c:pt idx="130">
                  <c:v>9216.0</c:v>
                </c:pt>
                <c:pt idx="131">
                  <c:v>18408.0</c:v>
                </c:pt>
                <c:pt idx="132">
                  <c:v>23686.0</c:v>
                </c:pt>
                <c:pt idx="133">
                  <c:v>19849.0</c:v>
                </c:pt>
                <c:pt idx="134">
                  <c:v>19341.0</c:v>
                </c:pt>
                <c:pt idx="135">
                  <c:v>6100.0</c:v>
                </c:pt>
                <c:pt idx="136">
                  <c:v>12404.0</c:v>
                </c:pt>
                <c:pt idx="137">
                  <c:v>21311.0</c:v>
                </c:pt>
                <c:pt idx="138">
                  <c:v>26054.0</c:v>
                </c:pt>
                <c:pt idx="139">
                  <c:v>16383.0</c:v>
                </c:pt>
                <c:pt idx="140">
                  <c:v>29135.0</c:v>
                </c:pt>
                <c:pt idx="141">
                  <c:v>26972.0</c:v>
                </c:pt>
                <c:pt idx="142">
                  <c:v>23544.0</c:v>
                </c:pt>
                <c:pt idx="143">
                  <c:v>22472.0</c:v>
                </c:pt>
                <c:pt idx="144">
                  <c:v>26598.0</c:v>
                </c:pt>
                <c:pt idx="145">
                  <c:v>25263.0</c:v>
                </c:pt>
                <c:pt idx="146">
                  <c:v>22583.0</c:v>
                </c:pt>
                <c:pt idx="147">
                  <c:v>21401.0</c:v>
                </c:pt>
                <c:pt idx="148">
                  <c:v>24038.0</c:v>
                </c:pt>
                <c:pt idx="149">
                  <c:v>26569.0</c:v>
                </c:pt>
                <c:pt idx="150">
                  <c:v>25669.0</c:v>
                </c:pt>
                <c:pt idx="151">
                  <c:v>13186.0</c:v>
                </c:pt>
                <c:pt idx="152">
                  <c:v>22814.0</c:v>
                </c:pt>
                <c:pt idx="153">
                  <c:v>20894.0</c:v>
                </c:pt>
                <c:pt idx="154">
                  <c:v>37702.0</c:v>
                </c:pt>
                <c:pt idx="155">
                  <c:v>10372.0</c:v>
                </c:pt>
                <c:pt idx="156">
                  <c:v>19719.0</c:v>
                </c:pt>
                <c:pt idx="157">
                  <c:v>21063.0</c:v>
                </c:pt>
                <c:pt idx="158">
                  <c:v>23459.0</c:v>
                </c:pt>
                <c:pt idx="159">
                  <c:v>14258.0</c:v>
                </c:pt>
                <c:pt idx="160">
                  <c:v>15845.0</c:v>
                </c:pt>
                <c:pt idx="161">
                  <c:v>21677.0</c:v>
                </c:pt>
                <c:pt idx="162">
                  <c:v>35639.0</c:v>
                </c:pt>
                <c:pt idx="163">
                  <c:v>6106.0</c:v>
                </c:pt>
                <c:pt idx="164">
                  <c:v>21630.0</c:v>
                </c:pt>
                <c:pt idx="165">
                  <c:v>18086.0</c:v>
                </c:pt>
                <c:pt idx="166">
                  <c:v>18878.0</c:v>
                </c:pt>
                <c:pt idx="167">
                  <c:v>15210.0</c:v>
                </c:pt>
                <c:pt idx="168">
                  <c:v>20898.0</c:v>
                </c:pt>
                <c:pt idx="169">
                  <c:v>21741.0</c:v>
                </c:pt>
                <c:pt idx="170">
                  <c:v>18273.0</c:v>
                </c:pt>
                <c:pt idx="171">
                  <c:v>28340.0</c:v>
                </c:pt>
                <c:pt idx="172">
                  <c:v>20252.0</c:v>
                </c:pt>
                <c:pt idx="173">
                  <c:v>27426.0</c:v>
                </c:pt>
                <c:pt idx="174">
                  <c:v>31027.0</c:v>
                </c:pt>
                <c:pt idx="175">
                  <c:v>23931.0</c:v>
                </c:pt>
                <c:pt idx="176">
                  <c:v>22085.0</c:v>
                </c:pt>
                <c:pt idx="177">
                  <c:v>22960.0</c:v>
                </c:pt>
                <c:pt idx="178">
                  <c:v>23509.0</c:v>
                </c:pt>
                <c:pt idx="179">
                  <c:v>29249.0</c:v>
                </c:pt>
                <c:pt idx="180">
                  <c:v>22382.0</c:v>
                </c:pt>
                <c:pt idx="181">
                  <c:v>31872.0</c:v>
                </c:pt>
                <c:pt idx="182">
                  <c:v>25480.0</c:v>
                </c:pt>
                <c:pt idx="183">
                  <c:v>20951.0</c:v>
                </c:pt>
                <c:pt idx="184">
                  <c:v>27642.0</c:v>
                </c:pt>
                <c:pt idx="185">
                  <c:v>19616.0</c:v>
                </c:pt>
                <c:pt idx="186">
                  <c:v>29579.0</c:v>
                </c:pt>
                <c:pt idx="187">
                  <c:v>20082.0</c:v>
                </c:pt>
                <c:pt idx="188">
                  <c:v>12724.0</c:v>
                </c:pt>
                <c:pt idx="189">
                  <c:v>16641.0</c:v>
                </c:pt>
                <c:pt idx="190">
                  <c:v>21131.0</c:v>
                </c:pt>
                <c:pt idx="191">
                  <c:v>17360.0</c:v>
                </c:pt>
                <c:pt idx="192">
                  <c:v>12756.0</c:v>
                </c:pt>
                <c:pt idx="193">
                  <c:v>11404.0</c:v>
                </c:pt>
                <c:pt idx="194">
                  <c:v>19923.0</c:v>
                </c:pt>
                <c:pt idx="195">
                  <c:v>18605.0</c:v>
                </c:pt>
                <c:pt idx="196">
                  <c:v>16646.0</c:v>
                </c:pt>
                <c:pt idx="197">
                  <c:v>18277.0</c:v>
                </c:pt>
                <c:pt idx="198">
                  <c:v>24906.0</c:v>
                </c:pt>
                <c:pt idx="199">
                  <c:v>19910.0</c:v>
                </c:pt>
                <c:pt idx="200">
                  <c:v>29357.0</c:v>
                </c:pt>
                <c:pt idx="201">
                  <c:v>22051.0</c:v>
                </c:pt>
                <c:pt idx="202">
                  <c:v>26674.0</c:v>
                </c:pt>
                <c:pt idx="203">
                  <c:v>18885.0</c:v>
                </c:pt>
                <c:pt idx="204">
                  <c:v>21005.0</c:v>
                </c:pt>
                <c:pt idx="205">
                  <c:v>14107.0</c:v>
                </c:pt>
                <c:pt idx="206">
                  <c:v>25817.0</c:v>
                </c:pt>
                <c:pt idx="207">
                  <c:v>17707.0</c:v>
                </c:pt>
                <c:pt idx="208">
                  <c:v>27061.0</c:v>
                </c:pt>
                <c:pt idx="209">
                  <c:v>21751.0</c:v>
                </c:pt>
                <c:pt idx="210">
                  <c:v>22715.0</c:v>
                </c:pt>
                <c:pt idx="211">
                  <c:v>16927.0</c:v>
                </c:pt>
                <c:pt idx="212">
                  <c:v>19932.0</c:v>
                </c:pt>
                <c:pt idx="213">
                  <c:v>16334.0</c:v>
                </c:pt>
                <c:pt idx="214">
                  <c:v>32020.0</c:v>
                </c:pt>
                <c:pt idx="215">
                  <c:v>8709.0</c:v>
                </c:pt>
                <c:pt idx="216">
                  <c:v>20689.0</c:v>
                </c:pt>
                <c:pt idx="217">
                  <c:v>8470.0</c:v>
                </c:pt>
                <c:pt idx="218">
                  <c:v>26005.0</c:v>
                </c:pt>
                <c:pt idx="219">
                  <c:v>29529.0</c:v>
                </c:pt>
                <c:pt idx="220">
                  <c:v>12641.0</c:v>
                </c:pt>
                <c:pt idx="221">
                  <c:v>22371.0</c:v>
                </c:pt>
                <c:pt idx="222">
                  <c:v>25942.0</c:v>
                </c:pt>
                <c:pt idx="223">
                  <c:v>17432.0</c:v>
                </c:pt>
                <c:pt idx="224">
                  <c:v>21666.0</c:v>
                </c:pt>
                <c:pt idx="225">
                  <c:v>49430.0</c:v>
                </c:pt>
                <c:pt idx="226">
                  <c:v>14836.0</c:v>
                </c:pt>
                <c:pt idx="227">
                  <c:v>31072.0</c:v>
                </c:pt>
                <c:pt idx="228">
                  <c:v>19748.0</c:v>
                </c:pt>
                <c:pt idx="229">
                  <c:v>21983.0</c:v>
                </c:pt>
                <c:pt idx="230">
                  <c:v>20148.0</c:v>
                </c:pt>
                <c:pt idx="231">
                  <c:v>16692.0</c:v>
                </c:pt>
                <c:pt idx="232">
                  <c:v>26683.0</c:v>
                </c:pt>
                <c:pt idx="233">
                  <c:v>22344.0</c:v>
                </c:pt>
                <c:pt idx="234">
                  <c:v>28882.0</c:v>
                </c:pt>
                <c:pt idx="235">
                  <c:v>21662.0</c:v>
                </c:pt>
                <c:pt idx="236">
                  <c:v>25163.0</c:v>
                </c:pt>
                <c:pt idx="237">
                  <c:v>15676.0</c:v>
                </c:pt>
                <c:pt idx="238">
                  <c:v>27431.0</c:v>
                </c:pt>
                <c:pt idx="239">
                  <c:v>24425.0</c:v>
                </c:pt>
                <c:pt idx="240">
                  <c:v>31625.0</c:v>
                </c:pt>
                <c:pt idx="241">
                  <c:v>34649.0</c:v>
                </c:pt>
                <c:pt idx="242">
                  <c:v>17882.0</c:v>
                </c:pt>
                <c:pt idx="243">
                  <c:v>18669.0</c:v>
                </c:pt>
                <c:pt idx="244">
                  <c:v>21365.0</c:v>
                </c:pt>
                <c:pt idx="245">
                  <c:v>21649.0</c:v>
                </c:pt>
                <c:pt idx="246">
                  <c:v>28333.0</c:v>
                </c:pt>
                <c:pt idx="247">
                  <c:v>27006.0</c:v>
                </c:pt>
                <c:pt idx="248">
                  <c:v>19310.0</c:v>
                </c:pt>
                <c:pt idx="249">
                  <c:v>22227.0</c:v>
                </c:pt>
                <c:pt idx="250">
                  <c:v>20519.0</c:v>
                </c:pt>
                <c:pt idx="251">
                  <c:v>31942.0</c:v>
                </c:pt>
                <c:pt idx="252">
                  <c:v>17131.0</c:v>
                </c:pt>
                <c:pt idx="253">
                  <c:v>12287.0</c:v>
                </c:pt>
                <c:pt idx="254">
                  <c:v>18460.0</c:v>
                </c:pt>
                <c:pt idx="255">
                  <c:v>19533.0</c:v>
                </c:pt>
                <c:pt idx="256">
                  <c:v>25365.0</c:v>
                </c:pt>
                <c:pt idx="257">
                  <c:v>24034.0</c:v>
                </c:pt>
                <c:pt idx="258">
                  <c:v>22451.0</c:v>
                </c:pt>
                <c:pt idx="259">
                  <c:v>2835.0</c:v>
                </c:pt>
                <c:pt idx="260">
                  <c:v>18853.0</c:v>
                </c:pt>
                <c:pt idx="261">
                  <c:v>22034.0</c:v>
                </c:pt>
                <c:pt idx="262">
                  <c:v>20301.0</c:v>
                </c:pt>
                <c:pt idx="263">
                  <c:v>20473.0</c:v>
                </c:pt>
                <c:pt idx="264">
                  <c:v>23206.0</c:v>
                </c:pt>
                <c:pt idx="265">
                  <c:v>18504.0</c:v>
                </c:pt>
                <c:pt idx="266">
                  <c:v>19061.0</c:v>
                </c:pt>
                <c:pt idx="267">
                  <c:v>29791.0</c:v>
                </c:pt>
                <c:pt idx="268">
                  <c:v>19444.0</c:v>
                </c:pt>
                <c:pt idx="269">
                  <c:v>12595.0</c:v>
                </c:pt>
                <c:pt idx="270">
                  <c:v>21574.0</c:v>
                </c:pt>
                <c:pt idx="271">
                  <c:v>27712.0</c:v>
                </c:pt>
                <c:pt idx="272">
                  <c:v>26299.0</c:v>
                </c:pt>
                <c:pt idx="273">
                  <c:v>16577.0</c:v>
                </c:pt>
                <c:pt idx="274">
                  <c:v>17540.0</c:v>
                </c:pt>
                <c:pt idx="275">
                  <c:v>22270.0</c:v>
                </c:pt>
                <c:pt idx="276">
                  <c:v>27371.0</c:v>
                </c:pt>
                <c:pt idx="277">
                  <c:v>15464.0</c:v>
                </c:pt>
                <c:pt idx="278">
                  <c:v>21393.0</c:v>
                </c:pt>
                <c:pt idx="279">
                  <c:v>23626.0</c:v>
                </c:pt>
                <c:pt idx="280">
                  <c:v>24639.0</c:v>
                </c:pt>
                <c:pt idx="281">
                  <c:v>30587.0</c:v>
                </c:pt>
                <c:pt idx="282">
                  <c:v>17674.0</c:v>
                </c:pt>
                <c:pt idx="283">
                  <c:v>21656.0</c:v>
                </c:pt>
                <c:pt idx="284">
                  <c:v>24704.0</c:v>
                </c:pt>
                <c:pt idx="285">
                  <c:v>26672.0</c:v>
                </c:pt>
                <c:pt idx="286">
                  <c:v>23206.0</c:v>
                </c:pt>
                <c:pt idx="287">
                  <c:v>22227.0</c:v>
                </c:pt>
                <c:pt idx="288">
                  <c:v>20311.0</c:v>
                </c:pt>
                <c:pt idx="289">
                  <c:v>17649.0</c:v>
                </c:pt>
                <c:pt idx="290">
                  <c:v>22723.0</c:v>
                </c:pt>
                <c:pt idx="291">
                  <c:v>21293.0</c:v>
                </c:pt>
                <c:pt idx="292">
                  <c:v>23627.0</c:v>
                </c:pt>
                <c:pt idx="293">
                  <c:v>20251.0</c:v>
                </c:pt>
                <c:pt idx="294">
                  <c:v>20958.0</c:v>
                </c:pt>
                <c:pt idx="295">
                  <c:v>19532.0</c:v>
                </c:pt>
                <c:pt idx="296">
                  <c:v>20556.0</c:v>
                </c:pt>
                <c:pt idx="297">
                  <c:v>19481.0</c:v>
                </c:pt>
                <c:pt idx="298">
                  <c:v>24153.0</c:v>
                </c:pt>
                <c:pt idx="299">
                  <c:v>20150.0</c:v>
                </c:pt>
                <c:pt idx="300">
                  <c:v>16442.0</c:v>
                </c:pt>
                <c:pt idx="301">
                  <c:v>36483.0</c:v>
                </c:pt>
                <c:pt idx="302">
                  <c:v>21456.0</c:v>
                </c:pt>
                <c:pt idx="303">
                  <c:v>20194.0</c:v>
                </c:pt>
                <c:pt idx="304">
                  <c:v>20144.0</c:v>
                </c:pt>
                <c:pt idx="305">
                  <c:v>19581.0</c:v>
                </c:pt>
                <c:pt idx="306">
                  <c:v>17879.0</c:v>
                </c:pt>
                <c:pt idx="307">
                  <c:v>18610.0</c:v>
                </c:pt>
                <c:pt idx="308">
                  <c:v>25573.0</c:v>
                </c:pt>
                <c:pt idx="309">
                  <c:v>25021.0</c:v>
                </c:pt>
                <c:pt idx="310">
                  <c:v>20948.0</c:v>
                </c:pt>
                <c:pt idx="311">
                  <c:v>28035.0</c:v>
                </c:pt>
                <c:pt idx="312">
                  <c:v>22601.0</c:v>
                </c:pt>
                <c:pt idx="313">
                  <c:v>14601.0</c:v>
                </c:pt>
                <c:pt idx="314">
                  <c:v>22766.0</c:v>
                </c:pt>
                <c:pt idx="315">
                  <c:v>44089.0</c:v>
                </c:pt>
                <c:pt idx="316">
                  <c:v>19751.0</c:v>
                </c:pt>
                <c:pt idx="317">
                  <c:v>20599.0</c:v>
                </c:pt>
                <c:pt idx="318">
                  <c:v>36861.0</c:v>
                </c:pt>
                <c:pt idx="319">
                  <c:v>18846.0</c:v>
                </c:pt>
                <c:pt idx="320">
                  <c:v>21872.0</c:v>
                </c:pt>
                <c:pt idx="321">
                  <c:v>28354.0</c:v>
                </c:pt>
                <c:pt idx="322">
                  <c:v>19360.0</c:v>
                </c:pt>
                <c:pt idx="323">
                  <c:v>11916.0</c:v>
                </c:pt>
                <c:pt idx="324">
                  <c:v>15635.0</c:v>
                </c:pt>
                <c:pt idx="325">
                  <c:v>26337.0</c:v>
                </c:pt>
                <c:pt idx="326">
                  <c:v>16813.0</c:v>
                </c:pt>
                <c:pt idx="327">
                  <c:v>14598.0</c:v>
                </c:pt>
                <c:pt idx="328">
                  <c:v>25491.0</c:v>
                </c:pt>
                <c:pt idx="329">
                  <c:v>30525.0</c:v>
                </c:pt>
                <c:pt idx="330">
                  <c:v>24860.0</c:v>
                </c:pt>
                <c:pt idx="331">
                  <c:v>19943.0</c:v>
                </c:pt>
                <c:pt idx="332">
                  <c:v>22421.0</c:v>
                </c:pt>
                <c:pt idx="333">
                  <c:v>16626.0</c:v>
                </c:pt>
                <c:pt idx="334">
                  <c:v>22566.0</c:v>
                </c:pt>
                <c:pt idx="335">
                  <c:v>35013.0</c:v>
                </c:pt>
                <c:pt idx="336">
                  <c:v>26649.0</c:v>
                </c:pt>
                <c:pt idx="337">
                  <c:v>27686.0</c:v>
                </c:pt>
                <c:pt idx="338">
                  <c:v>29310.0</c:v>
                </c:pt>
                <c:pt idx="339">
                  <c:v>27511.0</c:v>
                </c:pt>
                <c:pt idx="340">
                  <c:v>22347.0</c:v>
                </c:pt>
                <c:pt idx="341">
                  <c:v>18499.0</c:v>
                </c:pt>
                <c:pt idx="342">
                  <c:v>992.0</c:v>
                </c:pt>
                <c:pt idx="343">
                  <c:v>25907.0</c:v>
                </c:pt>
                <c:pt idx="344">
                  <c:v>32917.0</c:v>
                </c:pt>
                <c:pt idx="345">
                  <c:v>20406.0</c:v>
                </c:pt>
                <c:pt idx="346">
                  <c:v>22213.0</c:v>
                </c:pt>
                <c:pt idx="347">
                  <c:v>25890.0</c:v>
                </c:pt>
                <c:pt idx="348">
                  <c:v>23589.0</c:v>
                </c:pt>
                <c:pt idx="349">
                  <c:v>19676.0</c:v>
                </c:pt>
                <c:pt idx="350">
                  <c:v>36708.0</c:v>
                </c:pt>
                <c:pt idx="351">
                  <c:v>27807.0</c:v>
                </c:pt>
                <c:pt idx="352">
                  <c:v>23624.0</c:v>
                </c:pt>
                <c:pt idx="353">
                  <c:v>20359.0</c:v>
                </c:pt>
                <c:pt idx="354">
                  <c:v>26265.0</c:v>
                </c:pt>
                <c:pt idx="355">
                  <c:v>26728.0</c:v>
                </c:pt>
                <c:pt idx="356">
                  <c:v>29500.0</c:v>
                </c:pt>
                <c:pt idx="357">
                  <c:v>20961.0</c:v>
                </c:pt>
                <c:pt idx="358">
                  <c:v>12148.0</c:v>
                </c:pt>
                <c:pt idx="359">
                  <c:v>27705.0</c:v>
                </c:pt>
                <c:pt idx="360">
                  <c:v>24714.0</c:v>
                </c:pt>
                <c:pt idx="361">
                  <c:v>27047.0</c:v>
                </c:pt>
                <c:pt idx="362">
                  <c:v>21807.0</c:v>
                </c:pt>
                <c:pt idx="363">
                  <c:v>22662.0</c:v>
                </c:pt>
                <c:pt idx="364">
                  <c:v>20786.0</c:v>
                </c:pt>
                <c:pt idx="365">
                  <c:v>17133.0</c:v>
                </c:pt>
                <c:pt idx="366">
                  <c:v>22671.0</c:v>
                </c:pt>
                <c:pt idx="367">
                  <c:v>19693.0</c:v>
                </c:pt>
                <c:pt idx="368">
                  <c:v>31152.0</c:v>
                </c:pt>
                <c:pt idx="369">
                  <c:v>23386.0</c:v>
                </c:pt>
                <c:pt idx="370">
                  <c:v>21989.0</c:v>
                </c:pt>
                <c:pt idx="371">
                  <c:v>24452.0</c:v>
                </c:pt>
                <c:pt idx="372">
                  <c:v>20449.0</c:v>
                </c:pt>
                <c:pt idx="373">
                  <c:v>18805.0</c:v>
                </c:pt>
                <c:pt idx="374">
                  <c:v>16530.0</c:v>
                </c:pt>
                <c:pt idx="375">
                  <c:v>22925.0</c:v>
                </c:pt>
                <c:pt idx="376">
                  <c:v>22488.0</c:v>
                </c:pt>
                <c:pt idx="377">
                  <c:v>17545.0</c:v>
                </c:pt>
                <c:pt idx="378">
                  <c:v>19076.0</c:v>
                </c:pt>
                <c:pt idx="379">
                  <c:v>45597.0</c:v>
                </c:pt>
                <c:pt idx="380">
                  <c:v>18083.0</c:v>
                </c:pt>
                <c:pt idx="381">
                  <c:v>32839.0</c:v>
                </c:pt>
                <c:pt idx="382">
                  <c:v>17349.0</c:v>
                </c:pt>
                <c:pt idx="383">
                  <c:v>19372.0</c:v>
                </c:pt>
                <c:pt idx="384">
                  <c:v>26662.0</c:v>
                </c:pt>
                <c:pt idx="385">
                  <c:v>22409.0</c:v>
                </c:pt>
                <c:pt idx="386">
                  <c:v>13113.0</c:v>
                </c:pt>
                <c:pt idx="387">
                  <c:v>29580.0</c:v>
                </c:pt>
                <c:pt idx="388">
                  <c:v>25203.0</c:v>
                </c:pt>
                <c:pt idx="389">
                  <c:v>19353.0</c:v>
                </c:pt>
                <c:pt idx="390">
                  <c:v>20875.0</c:v>
                </c:pt>
                <c:pt idx="391">
                  <c:v>20079.0</c:v>
                </c:pt>
                <c:pt idx="392">
                  <c:v>22204.0</c:v>
                </c:pt>
                <c:pt idx="393">
                  <c:v>38071.0</c:v>
                </c:pt>
                <c:pt idx="394">
                  <c:v>20590.0</c:v>
                </c:pt>
                <c:pt idx="395">
                  <c:v>25243.0</c:v>
                </c:pt>
                <c:pt idx="396">
                  <c:v>14493.0</c:v>
                </c:pt>
                <c:pt idx="397">
                  <c:v>17758.0</c:v>
                </c:pt>
                <c:pt idx="398">
                  <c:v>27970.0</c:v>
                </c:pt>
                <c:pt idx="399">
                  <c:v>14072.0</c:v>
                </c:pt>
                <c:pt idx="400">
                  <c:v>16774.0</c:v>
                </c:pt>
                <c:pt idx="401">
                  <c:v>14095.0</c:v>
                </c:pt>
                <c:pt idx="402">
                  <c:v>26441.0</c:v>
                </c:pt>
                <c:pt idx="403">
                  <c:v>27715.0</c:v>
                </c:pt>
                <c:pt idx="404">
                  <c:v>24883.0</c:v>
                </c:pt>
                <c:pt idx="405">
                  <c:v>26267.0</c:v>
                </c:pt>
                <c:pt idx="406">
                  <c:v>17127.0</c:v>
                </c:pt>
                <c:pt idx="407">
                  <c:v>24865.0</c:v>
                </c:pt>
                <c:pt idx="408">
                  <c:v>24314.0</c:v>
                </c:pt>
                <c:pt idx="409">
                  <c:v>21507.0</c:v>
                </c:pt>
                <c:pt idx="410">
                  <c:v>28082.0</c:v>
                </c:pt>
                <c:pt idx="411">
                  <c:v>20794.0</c:v>
                </c:pt>
                <c:pt idx="412">
                  <c:v>28856.0</c:v>
                </c:pt>
                <c:pt idx="413">
                  <c:v>15376.0</c:v>
                </c:pt>
                <c:pt idx="414">
                  <c:v>29954.0</c:v>
                </c:pt>
                <c:pt idx="415">
                  <c:v>23965.0</c:v>
                </c:pt>
                <c:pt idx="416">
                  <c:v>25807.0</c:v>
                </c:pt>
                <c:pt idx="417">
                  <c:v>18298.0</c:v>
                </c:pt>
                <c:pt idx="418">
                  <c:v>20748.0</c:v>
                </c:pt>
                <c:pt idx="419">
                  <c:v>20942.0</c:v>
                </c:pt>
                <c:pt idx="420">
                  <c:v>16053.0</c:v>
                </c:pt>
                <c:pt idx="421">
                  <c:v>23911.0</c:v>
                </c:pt>
                <c:pt idx="422">
                  <c:v>21774.0</c:v>
                </c:pt>
                <c:pt idx="423">
                  <c:v>27477.0</c:v>
                </c:pt>
                <c:pt idx="424">
                  <c:v>22130.0</c:v>
                </c:pt>
                <c:pt idx="425">
                  <c:v>39013.0</c:v>
                </c:pt>
                <c:pt idx="426">
                  <c:v>58741.0</c:v>
                </c:pt>
                <c:pt idx="427">
                  <c:v>23696.0</c:v>
                </c:pt>
                <c:pt idx="428">
                  <c:v>21988.0</c:v>
                </c:pt>
                <c:pt idx="429">
                  <c:v>22778.0</c:v>
                </c:pt>
                <c:pt idx="430">
                  <c:v>22470.0</c:v>
                </c:pt>
                <c:pt idx="431">
                  <c:v>23125.0</c:v>
                </c:pt>
                <c:pt idx="432">
                  <c:v>19285.0</c:v>
                </c:pt>
                <c:pt idx="433">
                  <c:v>23274.0</c:v>
                </c:pt>
                <c:pt idx="434">
                  <c:v>22540.0</c:v>
                </c:pt>
                <c:pt idx="435">
                  <c:v>27891.0</c:v>
                </c:pt>
                <c:pt idx="436">
                  <c:v>12547.0</c:v>
                </c:pt>
                <c:pt idx="437">
                  <c:v>20729.0</c:v>
                </c:pt>
                <c:pt idx="438">
                  <c:v>23280.0</c:v>
                </c:pt>
                <c:pt idx="439">
                  <c:v>21526.0</c:v>
                </c:pt>
                <c:pt idx="440">
                  <c:v>19638.0</c:v>
                </c:pt>
                <c:pt idx="441">
                  <c:v>19237.0</c:v>
                </c:pt>
                <c:pt idx="442">
                  <c:v>26364.0</c:v>
                </c:pt>
                <c:pt idx="443">
                  <c:v>27154.0</c:v>
                </c:pt>
                <c:pt idx="444">
                  <c:v>8221.0</c:v>
                </c:pt>
                <c:pt idx="445">
                  <c:v>15921.0</c:v>
                </c:pt>
                <c:pt idx="446">
                  <c:v>29627.0</c:v>
                </c:pt>
                <c:pt idx="447">
                  <c:v>17800.0</c:v>
                </c:pt>
                <c:pt idx="448">
                  <c:v>16525.0</c:v>
                </c:pt>
                <c:pt idx="449">
                  <c:v>23634.0</c:v>
                </c:pt>
                <c:pt idx="450">
                  <c:v>21937.0</c:v>
                </c:pt>
                <c:pt idx="451">
                  <c:v>18489.0</c:v>
                </c:pt>
                <c:pt idx="452">
                  <c:v>41437.0</c:v>
                </c:pt>
                <c:pt idx="453">
                  <c:v>21602.0</c:v>
                </c:pt>
                <c:pt idx="454">
                  <c:v>20789.0</c:v>
                </c:pt>
                <c:pt idx="455">
                  <c:v>24345.0</c:v>
                </c:pt>
                <c:pt idx="456">
                  <c:v>20503.0</c:v>
                </c:pt>
                <c:pt idx="457">
                  <c:v>19735.0</c:v>
                </c:pt>
                <c:pt idx="458">
                  <c:v>18499.0</c:v>
                </c:pt>
                <c:pt idx="459">
                  <c:v>24456.0</c:v>
                </c:pt>
                <c:pt idx="460">
                  <c:v>22320.0</c:v>
                </c:pt>
                <c:pt idx="461">
                  <c:v>9302.0</c:v>
                </c:pt>
                <c:pt idx="462">
                  <c:v>24691.0</c:v>
                </c:pt>
                <c:pt idx="463">
                  <c:v>15644.0</c:v>
                </c:pt>
                <c:pt idx="464">
                  <c:v>26034.0</c:v>
                </c:pt>
                <c:pt idx="465">
                  <c:v>19859.0</c:v>
                </c:pt>
                <c:pt idx="466">
                  <c:v>24654.0</c:v>
                </c:pt>
                <c:pt idx="467">
                  <c:v>20397.0</c:v>
                </c:pt>
                <c:pt idx="468">
                  <c:v>21829.0</c:v>
                </c:pt>
                <c:pt idx="469">
                  <c:v>27171.0</c:v>
                </c:pt>
                <c:pt idx="470">
                  <c:v>18924.0</c:v>
                </c:pt>
                <c:pt idx="471">
                  <c:v>24066.0</c:v>
                </c:pt>
                <c:pt idx="472">
                  <c:v>20205.0</c:v>
                </c:pt>
                <c:pt idx="473">
                  <c:v>26502.0</c:v>
                </c:pt>
                <c:pt idx="474">
                  <c:v>18436.0</c:v>
                </c:pt>
                <c:pt idx="475">
                  <c:v>27603.0</c:v>
                </c:pt>
                <c:pt idx="476">
                  <c:v>22576.0</c:v>
                </c:pt>
                <c:pt idx="477">
                  <c:v>21616.0</c:v>
                </c:pt>
                <c:pt idx="478">
                  <c:v>26312.0</c:v>
                </c:pt>
                <c:pt idx="479">
                  <c:v>21058.0</c:v>
                </c:pt>
                <c:pt idx="480">
                  <c:v>23377.0</c:v>
                </c:pt>
                <c:pt idx="481">
                  <c:v>16590.0</c:v>
                </c:pt>
                <c:pt idx="482">
                  <c:v>27817.0</c:v>
                </c:pt>
                <c:pt idx="483">
                  <c:v>29207.0</c:v>
                </c:pt>
                <c:pt idx="484">
                  <c:v>20614.0</c:v>
                </c:pt>
                <c:pt idx="485">
                  <c:v>23907.0</c:v>
                </c:pt>
                <c:pt idx="486">
                  <c:v>21383.0</c:v>
                </c:pt>
                <c:pt idx="487">
                  <c:v>22857.0</c:v>
                </c:pt>
                <c:pt idx="488">
                  <c:v>23245.0</c:v>
                </c:pt>
                <c:pt idx="489">
                  <c:v>21913.0</c:v>
                </c:pt>
                <c:pt idx="490">
                  <c:v>20694.0</c:v>
                </c:pt>
                <c:pt idx="491">
                  <c:v>19555.0</c:v>
                </c:pt>
                <c:pt idx="492">
                  <c:v>22436.0</c:v>
                </c:pt>
                <c:pt idx="493">
                  <c:v>24595.0</c:v>
                </c:pt>
                <c:pt idx="494">
                  <c:v>24588.0</c:v>
                </c:pt>
                <c:pt idx="495">
                  <c:v>24516.0</c:v>
                </c:pt>
                <c:pt idx="496">
                  <c:v>25620.0</c:v>
                </c:pt>
                <c:pt idx="497">
                  <c:v>20216.0</c:v>
                </c:pt>
                <c:pt idx="498">
                  <c:v>22288.0</c:v>
                </c:pt>
                <c:pt idx="499">
                  <c:v>35671.0</c:v>
                </c:pt>
                <c:pt idx="500">
                  <c:v>18649.0</c:v>
                </c:pt>
                <c:pt idx="501">
                  <c:v>22084.0</c:v>
                </c:pt>
                <c:pt idx="502">
                  <c:v>18260.0</c:v>
                </c:pt>
                <c:pt idx="503">
                  <c:v>23130.0</c:v>
                </c:pt>
                <c:pt idx="504">
                  <c:v>19971.0</c:v>
                </c:pt>
                <c:pt idx="505">
                  <c:v>23716.0</c:v>
                </c:pt>
                <c:pt idx="506">
                  <c:v>28138.0</c:v>
                </c:pt>
                <c:pt idx="507">
                  <c:v>25629.0</c:v>
                </c:pt>
                <c:pt idx="508">
                  <c:v>19509.0</c:v>
                </c:pt>
                <c:pt idx="509">
                  <c:v>28551.0</c:v>
                </c:pt>
                <c:pt idx="510">
                  <c:v>18196.0</c:v>
                </c:pt>
                <c:pt idx="511">
                  <c:v>22855.0</c:v>
                </c:pt>
                <c:pt idx="512">
                  <c:v>14271.0</c:v>
                </c:pt>
                <c:pt idx="513">
                  <c:v>24479.0</c:v>
                </c:pt>
                <c:pt idx="514">
                  <c:v>24468.0</c:v>
                </c:pt>
                <c:pt idx="515">
                  <c:v>31320.0</c:v>
                </c:pt>
                <c:pt idx="516">
                  <c:v>25368.0</c:v>
                </c:pt>
                <c:pt idx="517">
                  <c:v>24739.0</c:v>
                </c:pt>
                <c:pt idx="518">
                  <c:v>27963.0</c:v>
                </c:pt>
                <c:pt idx="519">
                  <c:v>33393.0</c:v>
                </c:pt>
                <c:pt idx="520">
                  <c:v>26196.0</c:v>
                </c:pt>
                <c:pt idx="521">
                  <c:v>20897.0</c:v>
                </c:pt>
                <c:pt idx="522">
                  <c:v>29824.0</c:v>
                </c:pt>
                <c:pt idx="523">
                  <c:v>21260.0</c:v>
                </c:pt>
                <c:pt idx="524">
                  <c:v>19125.0</c:v>
                </c:pt>
                <c:pt idx="525">
                  <c:v>26182.0</c:v>
                </c:pt>
                <c:pt idx="526">
                  <c:v>22107.0</c:v>
                </c:pt>
                <c:pt idx="527">
                  <c:v>23401.0</c:v>
                </c:pt>
                <c:pt idx="528">
                  <c:v>23388.0</c:v>
                </c:pt>
                <c:pt idx="529">
                  <c:v>28278.0</c:v>
                </c:pt>
                <c:pt idx="530">
                  <c:v>38107.0</c:v>
                </c:pt>
                <c:pt idx="531">
                  <c:v>33147.0</c:v>
                </c:pt>
                <c:pt idx="532">
                  <c:v>20629.0</c:v>
                </c:pt>
                <c:pt idx="533">
                  <c:v>24212.0</c:v>
                </c:pt>
                <c:pt idx="534">
                  <c:v>22613.0</c:v>
                </c:pt>
                <c:pt idx="535">
                  <c:v>32811.0</c:v>
                </c:pt>
                <c:pt idx="536">
                  <c:v>36201.0</c:v>
                </c:pt>
                <c:pt idx="537">
                  <c:v>26106.0</c:v>
                </c:pt>
                <c:pt idx="538">
                  <c:v>17248.0</c:v>
                </c:pt>
                <c:pt idx="539">
                  <c:v>32908.0</c:v>
                </c:pt>
                <c:pt idx="540">
                  <c:v>19140.0</c:v>
                </c:pt>
                <c:pt idx="541">
                  <c:v>28062.0</c:v>
                </c:pt>
                <c:pt idx="542">
                  <c:v>24754.0</c:v>
                </c:pt>
                <c:pt idx="543">
                  <c:v>21032.0</c:v>
                </c:pt>
                <c:pt idx="544">
                  <c:v>18558.0</c:v>
                </c:pt>
                <c:pt idx="545">
                  <c:v>22235.0</c:v>
                </c:pt>
                <c:pt idx="546">
                  <c:v>18327.0</c:v>
                </c:pt>
                <c:pt idx="547">
                  <c:v>29357.0</c:v>
                </c:pt>
                <c:pt idx="548">
                  <c:v>19567.0</c:v>
                </c:pt>
                <c:pt idx="549">
                  <c:v>22775.0</c:v>
                </c:pt>
                <c:pt idx="550">
                  <c:v>31495.0</c:v>
                </c:pt>
                <c:pt idx="551">
                  <c:v>28516.0</c:v>
                </c:pt>
                <c:pt idx="552">
                  <c:v>16164.0</c:v>
                </c:pt>
                <c:pt idx="553">
                  <c:v>29224.0</c:v>
                </c:pt>
                <c:pt idx="554">
                  <c:v>25121.0</c:v>
                </c:pt>
                <c:pt idx="555">
                  <c:v>23988.0</c:v>
                </c:pt>
                <c:pt idx="556">
                  <c:v>34666.0</c:v>
                </c:pt>
                <c:pt idx="557">
                  <c:v>26565.0</c:v>
                </c:pt>
                <c:pt idx="558">
                  <c:v>21145.0</c:v>
                </c:pt>
                <c:pt idx="559">
                  <c:v>27221.0</c:v>
                </c:pt>
                <c:pt idx="560">
                  <c:v>20873.0</c:v>
                </c:pt>
                <c:pt idx="561">
                  <c:v>28185.0</c:v>
                </c:pt>
                <c:pt idx="562">
                  <c:v>32647.0</c:v>
                </c:pt>
                <c:pt idx="563">
                  <c:v>18745.0</c:v>
                </c:pt>
                <c:pt idx="564">
                  <c:v>15788.0</c:v>
                </c:pt>
                <c:pt idx="565">
                  <c:v>25355.0</c:v>
                </c:pt>
                <c:pt idx="566">
                  <c:v>21083.0</c:v>
                </c:pt>
                <c:pt idx="567">
                  <c:v>27074.0</c:v>
                </c:pt>
                <c:pt idx="568">
                  <c:v>15404.0</c:v>
                </c:pt>
                <c:pt idx="569">
                  <c:v>22829.0</c:v>
                </c:pt>
                <c:pt idx="570">
                  <c:v>9854.0</c:v>
                </c:pt>
                <c:pt idx="571">
                  <c:v>17124.0</c:v>
                </c:pt>
                <c:pt idx="572">
                  <c:v>22386.0</c:v>
                </c:pt>
                <c:pt idx="573">
                  <c:v>15488.0</c:v>
                </c:pt>
                <c:pt idx="574">
                  <c:v>40045.0</c:v>
                </c:pt>
                <c:pt idx="575">
                  <c:v>30857.0</c:v>
                </c:pt>
                <c:pt idx="576">
                  <c:v>18759.0</c:v>
                </c:pt>
                <c:pt idx="577">
                  <c:v>12199.0</c:v>
                </c:pt>
                <c:pt idx="578">
                  <c:v>27804.0</c:v>
                </c:pt>
                <c:pt idx="579">
                  <c:v>20503.0</c:v>
                </c:pt>
                <c:pt idx="580">
                  <c:v>15193.0</c:v>
                </c:pt>
                <c:pt idx="581">
                  <c:v>24503.0</c:v>
                </c:pt>
                <c:pt idx="582">
                  <c:v>33036.0</c:v>
                </c:pt>
                <c:pt idx="583">
                  <c:v>18129.0</c:v>
                </c:pt>
                <c:pt idx="584">
                  <c:v>11704.0</c:v>
                </c:pt>
                <c:pt idx="585">
                  <c:v>22610.0</c:v>
                </c:pt>
                <c:pt idx="586">
                  <c:v>20716.0</c:v>
                </c:pt>
                <c:pt idx="587">
                  <c:v>24338.0</c:v>
                </c:pt>
                <c:pt idx="588">
                  <c:v>34732.0</c:v>
                </c:pt>
                <c:pt idx="589">
                  <c:v>22917.0</c:v>
                </c:pt>
                <c:pt idx="590">
                  <c:v>29466.0</c:v>
                </c:pt>
                <c:pt idx="591">
                  <c:v>40654.0</c:v>
                </c:pt>
                <c:pt idx="592">
                  <c:v>38645.0</c:v>
                </c:pt>
                <c:pt idx="593">
                  <c:v>23847.0</c:v>
                </c:pt>
                <c:pt idx="594">
                  <c:v>26172.0</c:v>
                </c:pt>
                <c:pt idx="595">
                  <c:v>22992.0</c:v>
                </c:pt>
                <c:pt idx="596">
                  <c:v>35860.0</c:v>
                </c:pt>
                <c:pt idx="597">
                  <c:v>26441.0</c:v>
                </c:pt>
                <c:pt idx="598">
                  <c:v>27182.0</c:v>
                </c:pt>
                <c:pt idx="599">
                  <c:v>30298.0</c:v>
                </c:pt>
                <c:pt idx="600">
                  <c:v>27866.0</c:v>
                </c:pt>
                <c:pt idx="601">
                  <c:v>32622.0</c:v>
                </c:pt>
                <c:pt idx="602">
                  <c:v>18235.0</c:v>
                </c:pt>
                <c:pt idx="603">
                  <c:v>26534.0</c:v>
                </c:pt>
                <c:pt idx="604">
                  <c:v>24717.0</c:v>
                </c:pt>
                <c:pt idx="605">
                  <c:v>10970.0</c:v>
                </c:pt>
                <c:pt idx="606">
                  <c:v>20024.0</c:v>
                </c:pt>
                <c:pt idx="607">
                  <c:v>18838.0</c:v>
                </c:pt>
                <c:pt idx="608">
                  <c:v>24018.0</c:v>
                </c:pt>
                <c:pt idx="609">
                  <c:v>14301.0</c:v>
                </c:pt>
                <c:pt idx="610">
                  <c:v>25578.0</c:v>
                </c:pt>
                <c:pt idx="611">
                  <c:v>23873.0</c:v>
                </c:pt>
                <c:pt idx="612">
                  <c:v>20991.0</c:v>
                </c:pt>
                <c:pt idx="613">
                  <c:v>22553.0</c:v>
                </c:pt>
                <c:pt idx="614">
                  <c:v>13630.0</c:v>
                </c:pt>
                <c:pt idx="615">
                  <c:v>27555.0</c:v>
                </c:pt>
                <c:pt idx="616">
                  <c:v>17755.0</c:v>
                </c:pt>
                <c:pt idx="617">
                  <c:v>25319.0</c:v>
                </c:pt>
                <c:pt idx="618">
                  <c:v>30371.0</c:v>
                </c:pt>
                <c:pt idx="619">
                  <c:v>23894.0</c:v>
                </c:pt>
                <c:pt idx="620">
                  <c:v>19359.0</c:v>
                </c:pt>
                <c:pt idx="621">
                  <c:v>17562.0</c:v>
                </c:pt>
                <c:pt idx="622">
                  <c:v>21936.0</c:v>
                </c:pt>
                <c:pt idx="623">
                  <c:v>19764.0</c:v>
                </c:pt>
                <c:pt idx="624">
                  <c:v>24902.0</c:v>
                </c:pt>
                <c:pt idx="625">
                  <c:v>25292.0</c:v>
                </c:pt>
                <c:pt idx="626">
                  <c:v>21835.0</c:v>
                </c:pt>
                <c:pt idx="627">
                  <c:v>36211.0</c:v>
                </c:pt>
                <c:pt idx="628">
                  <c:v>18659.0</c:v>
                </c:pt>
                <c:pt idx="629">
                  <c:v>22519.0</c:v>
                </c:pt>
                <c:pt idx="630">
                  <c:v>25757.0</c:v>
                </c:pt>
                <c:pt idx="631">
                  <c:v>23093.0</c:v>
                </c:pt>
                <c:pt idx="632">
                  <c:v>24691.0</c:v>
                </c:pt>
                <c:pt idx="633">
                  <c:v>21241.0</c:v>
                </c:pt>
                <c:pt idx="634">
                  <c:v>16948.0</c:v>
                </c:pt>
                <c:pt idx="635">
                  <c:v>29657.0</c:v>
                </c:pt>
                <c:pt idx="636">
                  <c:v>23458.0</c:v>
                </c:pt>
                <c:pt idx="637">
                  <c:v>26113.0</c:v>
                </c:pt>
                <c:pt idx="638">
                  <c:v>31679.0</c:v>
                </c:pt>
                <c:pt idx="639">
                  <c:v>20493.0</c:v>
                </c:pt>
                <c:pt idx="640">
                  <c:v>22347.0</c:v>
                </c:pt>
                <c:pt idx="641">
                  <c:v>28358.0</c:v>
                </c:pt>
                <c:pt idx="642">
                  <c:v>23097.0</c:v>
                </c:pt>
                <c:pt idx="643">
                  <c:v>18462.0</c:v>
                </c:pt>
                <c:pt idx="644">
                  <c:v>15554.0</c:v>
                </c:pt>
                <c:pt idx="645">
                  <c:v>27989.0</c:v>
                </c:pt>
                <c:pt idx="646">
                  <c:v>33062.0</c:v>
                </c:pt>
                <c:pt idx="647">
                  <c:v>23510.0</c:v>
                </c:pt>
                <c:pt idx="648">
                  <c:v>16898.0</c:v>
                </c:pt>
                <c:pt idx="649">
                  <c:v>22866.0</c:v>
                </c:pt>
                <c:pt idx="650">
                  <c:v>38967.0</c:v>
                </c:pt>
                <c:pt idx="651">
                  <c:v>21044.0</c:v>
                </c:pt>
                <c:pt idx="652">
                  <c:v>34192.0</c:v>
                </c:pt>
                <c:pt idx="653">
                  <c:v>34028.0</c:v>
                </c:pt>
                <c:pt idx="654">
                  <c:v>20528.0</c:v>
                </c:pt>
                <c:pt idx="655">
                  <c:v>11745.0</c:v>
                </c:pt>
                <c:pt idx="656">
                  <c:v>24149.0</c:v>
                </c:pt>
                <c:pt idx="657">
                  <c:v>35273.0</c:v>
                </c:pt>
                <c:pt idx="658">
                  <c:v>12548.0</c:v>
                </c:pt>
                <c:pt idx="659">
                  <c:v>21916.0</c:v>
                </c:pt>
                <c:pt idx="660">
                  <c:v>17940.0</c:v>
                </c:pt>
                <c:pt idx="661">
                  <c:v>20168.0</c:v>
                </c:pt>
                <c:pt idx="662">
                  <c:v>30282.0</c:v>
                </c:pt>
                <c:pt idx="663">
                  <c:v>23131.0</c:v>
                </c:pt>
                <c:pt idx="664">
                  <c:v>17770.0</c:v>
                </c:pt>
                <c:pt idx="665">
                  <c:v>18556.0</c:v>
                </c:pt>
                <c:pt idx="666">
                  <c:v>20744.0</c:v>
                </c:pt>
                <c:pt idx="667">
                  <c:v>31320.0</c:v>
                </c:pt>
                <c:pt idx="668">
                  <c:v>41832.0</c:v>
                </c:pt>
                <c:pt idx="669">
                  <c:v>17550.0</c:v>
                </c:pt>
                <c:pt idx="670">
                  <c:v>31643.0</c:v>
                </c:pt>
                <c:pt idx="671">
                  <c:v>21107.0</c:v>
                </c:pt>
                <c:pt idx="672">
                  <c:v>25239.0</c:v>
                </c:pt>
                <c:pt idx="673">
                  <c:v>38707.0</c:v>
                </c:pt>
                <c:pt idx="674">
                  <c:v>15000.0</c:v>
                </c:pt>
                <c:pt idx="675">
                  <c:v>24185.0</c:v>
                </c:pt>
                <c:pt idx="676">
                  <c:v>26285.0</c:v>
                </c:pt>
                <c:pt idx="677">
                  <c:v>26939.0</c:v>
                </c:pt>
                <c:pt idx="678">
                  <c:v>28819.0</c:v>
                </c:pt>
                <c:pt idx="679">
                  <c:v>23960.0</c:v>
                </c:pt>
                <c:pt idx="680">
                  <c:v>18693.0</c:v>
                </c:pt>
                <c:pt idx="681">
                  <c:v>45566.0</c:v>
                </c:pt>
                <c:pt idx="682">
                  <c:v>28673.0</c:v>
                </c:pt>
                <c:pt idx="683">
                  <c:v>30670.0</c:v>
                </c:pt>
                <c:pt idx="684">
                  <c:v>23329.0</c:v>
                </c:pt>
                <c:pt idx="685">
                  <c:v>21499.0</c:v>
                </c:pt>
                <c:pt idx="686">
                  <c:v>22940.0</c:v>
                </c:pt>
                <c:pt idx="687">
                  <c:v>26505.0</c:v>
                </c:pt>
                <c:pt idx="688">
                  <c:v>28119.0</c:v>
                </c:pt>
                <c:pt idx="689">
                  <c:v>23526.0</c:v>
                </c:pt>
                <c:pt idx="690">
                  <c:v>22066.0</c:v>
                </c:pt>
                <c:pt idx="691">
                  <c:v>23003.0</c:v>
                </c:pt>
                <c:pt idx="692">
                  <c:v>36013.0</c:v>
                </c:pt>
                <c:pt idx="693">
                  <c:v>24792.0</c:v>
                </c:pt>
                <c:pt idx="694">
                  <c:v>13143.0</c:v>
                </c:pt>
                <c:pt idx="695">
                  <c:v>28714.0</c:v>
                </c:pt>
                <c:pt idx="696">
                  <c:v>26598.0</c:v>
                </c:pt>
                <c:pt idx="697">
                  <c:v>26979.0</c:v>
                </c:pt>
                <c:pt idx="698">
                  <c:v>22277.0</c:v>
                </c:pt>
                <c:pt idx="699">
                  <c:v>17648.0</c:v>
                </c:pt>
                <c:pt idx="700">
                  <c:v>49180.0</c:v>
                </c:pt>
                <c:pt idx="701">
                  <c:v>28746.0</c:v>
                </c:pt>
                <c:pt idx="702">
                  <c:v>19994.0</c:v>
                </c:pt>
                <c:pt idx="703">
                  <c:v>33013.0</c:v>
                </c:pt>
                <c:pt idx="704">
                  <c:v>22736.0</c:v>
                </c:pt>
                <c:pt idx="705">
                  <c:v>32165.0</c:v>
                </c:pt>
                <c:pt idx="706">
                  <c:v>50539.0</c:v>
                </c:pt>
                <c:pt idx="707">
                  <c:v>18578.0</c:v>
                </c:pt>
                <c:pt idx="708">
                  <c:v>26640.0</c:v>
                </c:pt>
                <c:pt idx="709">
                  <c:v>39949.0</c:v>
                </c:pt>
                <c:pt idx="710">
                  <c:v>19108.0</c:v>
                </c:pt>
                <c:pt idx="711">
                  <c:v>22313.0</c:v>
                </c:pt>
                <c:pt idx="712">
                  <c:v>27743.0</c:v>
                </c:pt>
                <c:pt idx="713">
                  <c:v>25265.0</c:v>
                </c:pt>
                <c:pt idx="714">
                  <c:v>33926.0</c:v>
                </c:pt>
                <c:pt idx="715">
                  <c:v>24280.0</c:v>
                </c:pt>
                <c:pt idx="716">
                  <c:v>26975.0</c:v>
                </c:pt>
                <c:pt idx="717">
                  <c:v>28556.0</c:v>
                </c:pt>
                <c:pt idx="718">
                  <c:v>25301.0</c:v>
                </c:pt>
                <c:pt idx="719">
                  <c:v>32149.0</c:v>
                </c:pt>
                <c:pt idx="720">
                  <c:v>19035.0</c:v>
                </c:pt>
                <c:pt idx="721">
                  <c:v>13006.0</c:v>
                </c:pt>
                <c:pt idx="722">
                  <c:v>38729.0</c:v>
                </c:pt>
                <c:pt idx="723">
                  <c:v>27579.0</c:v>
                </c:pt>
                <c:pt idx="724">
                  <c:v>22655.0</c:v>
                </c:pt>
                <c:pt idx="725">
                  <c:v>18526.0</c:v>
                </c:pt>
                <c:pt idx="726">
                  <c:v>37485.0</c:v>
                </c:pt>
                <c:pt idx="727">
                  <c:v>24488.0</c:v>
                </c:pt>
                <c:pt idx="728">
                  <c:v>29053.0</c:v>
                </c:pt>
                <c:pt idx="729">
                  <c:v>32997.0</c:v>
                </c:pt>
                <c:pt idx="730">
                  <c:v>27872.0</c:v>
                </c:pt>
                <c:pt idx="731">
                  <c:v>39986.0</c:v>
                </c:pt>
                <c:pt idx="732">
                  <c:v>28115.0</c:v>
                </c:pt>
                <c:pt idx="733">
                  <c:v>33375.0</c:v>
                </c:pt>
                <c:pt idx="734">
                  <c:v>19169.0</c:v>
                </c:pt>
                <c:pt idx="735">
                  <c:v>20161.0</c:v>
                </c:pt>
                <c:pt idx="736">
                  <c:v>27898.0</c:v>
                </c:pt>
                <c:pt idx="737">
                  <c:v>23874.0</c:v>
                </c:pt>
                <c:pt idx="738">
                  <c:v>22257.0</c:v>
                </c:pt>
                <c:pt idx="739">
                  <c:v>19072.0</c:v>
                </c:pt>
                <c:pt idx="740">
                  <c:v>22900.0</c:v>
                </c:pt>
                <c:pt idx="741">
                  <c:v>33692.0</c:v>
                </c:pt>
                <c:pt idx="742">
                  <c:v>21696.0</c:v>
                </c:pt>
                <c:pt idx="743">
                  <c:v>41104.0</c:v>
                </c:pt>
                <c:pt idx="744">
                  <c:v>27846.0</c:v>
                </c:pt>
                <c:pt idx="745">
                  <c:v>17028.0</c:v>
                </c:pt>
                <c:pt idx="746">
                  <c:v>27094.0</c:v>
                </c:pt>
                <c:pt idx="747">
                  <c:v>20781.0</c:v>
                </c:pt>
                <c:pt idx="748">
                  <c:v>28585.0</c:v>
                </c:pt>
                <c:pt idx="749">
                  <c:v>22212.0</c:v>
                </c:pt>
                <c:pt idx="750">
                  <c:v>22719.0</c:v>
                </c:pt>
                <c:pt idx="751">
                  <c:v>20433.0</c:v>
                </c:pt>
                <c:pt idx="752">
                  <c:v>28945.0</c:v>
                </c:pt>
                <c:pt idx="753">
                  <c:v>19589.0</c:v>
                </c:pt>
                <c:pt idx="754">
                  <c:v>25884.0</c:v>
                </c:pt>
                <c:pt idx="755">
                  <c:v>27483.0</c:v>
                </c:pt>
                <c:pt idx="756">
                  <c:v>28651.0</c:v>
                </c:pt>
                <c:pt idx="757">
                  <c:v>19409.0</c:v>
                </c:pt>
                <c:pt idx="758">
                  <c:v>29618.0</c:v>
                </c:pt>
                <c:pt idx="759">
                  <c:v>29137.0</c:v>
                </c:pt>
                <c:pt idx="760">
                  <c:v>22878.0</c:v>
                </c:pt>
                <c:pt idx="761">
                  <c:v>33313.0</c:v>
                </c:pt>
                <c:pt idx="762">
                  <c:v>22400.0</c:v>
                </c:pt>
                <c:pt idx="763">
                  <c:v>25522.0</c:v>
                </c:pt>
                <c:pt idx="764">
                  <c:v>29822.0</c:v>
                </c:pt>
                <c:pt idx="765">
                  <c:v>40007.0</c:v>
                </c:pt>
                <c:pt idx="766">
                  <c:v>25002.0</c:v>
                </c:pt>
                <c:pt idx="767">
                  <c:v>30988.0</c:v>
                </c:pt>
                <c:pt idx="768">
                  <c:v>25180.0</c:v>
                </c:pt>
                <c:pt idx="769">
                  <c:v>50507.0</c:v>
                </c:pt>
                <c:pt idx="770">
                  <c:v>26706.0</c:v>
                </c:pt>
                <c:pt idx="771">
                  <c:v>36660.0</c:v>
                </c:pt>
                <c:pt idx="772">
                  <c:v>30308.0</c:v>
                </c:pt>
                <c:pt idx="773">
                  <c:v>30109.0</c:v>
                </c:pt>
                <c:pt idx="774">
                  <c:v>30902.0</c:v>
                </c:pt>
                <c:pt idx="775">
                  <c:v>31563.0</c:v>
                </c:pt>
                <c:pt idx="776">
                  <c:v>18732.0</c:v>
                </c:pt>
                <c:pt idx="777">
                  <c:v>34176.0</c:v>
                </c:pt>
                <c:pt idx="778">
                  <c:v>28905.0</c:v>
                </c:pt>
                <c:pt idx="779">
                  <c:v>32918.0</c:v>
                </c:pt>
                <c:pt idx="780">
                  <c:v>32297.0</c:v>
                </c:pt>
                <c:pt idx="781">
                  <c:v>29351.0</c:v>
                </c:pt>
                <c:pt idx="782">
                  <c:v>34191.0</c:v>
                </c:pt>
                <c:pt idx="783">
                  <c:v>29999.0</c:v>
                </c:pt>
                <c:pt idx="784">
                  <c:v>38394.0</c:v>
                </c:pt>
                <c:pt idx="785">
                  <c:v>24336.0</c:v>
                </c:pt>
                <c:pt idx="786">
                  <c:v>46555.0</c:v>
                </c:pt>
                <c:pt idx="787">
                  <c:v>22443.0</c:v>
                </c:pt>
                <c:pt idx="788">
                  <c:v>31446.0</c:v>
                </c:pt>
                <c:pt idx="789">
                  <c:v>37607.0</c:v>
                </c:pt>
                <c:pt idx="790">
                  <c:v>37999.0</c:v>
                </c:pt>
                <c:pt idx="791">
                  <c:v>30892.0</c:v>
                </c:pt>
                <c:pt idx="792">
                  <c:v>41008.0</c:v>
                </c:pt>
                <c:pt idx="793">
                  <c:v>22264.0</c:v>
                </c:pt>
                <c:pt idx="794">
                  <c:v>24398.0</c:v>
                </c:pt>
                <c:pt idx="795">
                  <c:v>28199.0</c:v>
                </c:pt>
                <c:pt idx="796">
                  <c:v>25759.0</c:v>
                </c:pt>
                <c:pt idx="797">
                  <c:v>15232.0</c:v>
                </c:pt>
                <c:pt idx="798">
                  <c:v>36131.0</c:v>
                </c:pt>
                <c:pt idx="799">
                  <c:v>49965.0</c:v>
                </c:pt>
                <c:pt idx="800">
                  <c:v>39343.0</c:v>
                </c:pt>
                <c:pt idx="801">
                  <c:v>31490.0</c:v>
                </c:pt>
                <c:pt idx="802">
                  <c:v>36079.0</c:v>
                </c:pt>
                <c:pt idx="803">
                  <c:v>23464.0</c:v>
                </c:pt>
                <c:pt idx="804">
                  <c:v>38512.0</c:v>
                </c:pt>
                <c:pt idx="805">
                  <c:v>29127.0</c:v>
                </c:pt>
                <c:pt idx="806">
                  <c:v>48661.0</c:v>
                </c:pt>
                <c:pt idx="807">
                  <c:v>18397.0</c:v>
                </c:pt>
                <c:pt idx="808">
                  <c:v>21413.0</c:v>
                </c:pt>
                <c:pt idx="809">
                  <c:v>30031.0</c:v>
                </c:pt>
                <c:pt idx="810">
                  <c:v>36967.0</c:v>
                </c:pt>
                <c:pt idx="811">
                  <c:v>27290.0</c:v>
                </c:pt>
                <c:pt idx="812">
                  <c:v>29561.0</c:v>
                </c:pt>
                <c:pt idx="813">
                  <c:v>34779.0</c:v>
                </c:pt>
                <c:pt idx="814">
                  <c:v>29188.0</c:v>
                </c:pt>
                <c:pt idx="815">
                  <c:v>30536.0</c:v>
                </c:pt>
                <c:pt idx="816">
                  <c:v>29155.0</c:v>
                </c:pt>
                <c:pt idx="817">
                  <c:v>30177.0</c:v>
                </c:pt>
                <c:pt idx="818">
                  <c:v>31568.0</c:v>
                </c:pt>
                <c:pt idx="819">
                  <c:v>28241.0</c:v>
                </c:pt>
                <c:pt idx="820">
                  <c:v>41555.0</c:v>
                </c:pt>
                <c:pt idx="821">
                  <c:v>32568.0</c:v>
                </c:pt>
                <c:pt idx="822">
                  <c:v>37730.0</c:v>
                </c:pt>
                <c:pt idx="823">
                  <c:v>29498.0</c:v>
                </c:pt>
                <c:pt idx="824">
                  <c:v>36175.0</c:v>
                </c:pt>
                <c:pt idx="825">
                  <c:v>46174.0</c:v>
                </c:pt>
                <c:pt idx="826">
                  <c:v>31759.0</c:v>
                </c:pt>
                <c:pt idx="827">
                  <c:v>34662.0</c:v>
                </c:pt>
                <c:pt idx="828">
                  <c:v>37244.0</c:v>
                </c:pt>
                <c:pt idx="829">
                  <c:v>30783.0</c:v>
                </c:pt>
                <c:pt idx="830">
                  <c:v>25407.0</c:v>
                </c:pt>
                <c:pt idx="831">
                  <c:v>29533.0</c:v>
                </c:pt>
                <c:pt idx="832">
                  <c:v>37927.0</c:v>
                </c:pt>
                <c:pt idx="833">
                  <c:v>24258.0</c:v>
                </c:pt>
                <c:pt idx="834">
                  <c:v>15564.0</c:v>
                </c:pt>
                <c:pt idx="835">
                  <c:v>38263.0</c:v>
                </c:pt>
                <c:pt idx="836">
                  <c:v>33733.0</c:v>
                </c:pt>
                <c:pt idx="837">
                  <c:v>36425.0</c:v>
                </c:pt>
                <c:pt idx="838">
                  <c:v>31309.0</c:v>
                </c:pt>
                <c:pt idx="839">
                  <c:v>31483.0</c:v>
                </c:pt>
                <c:pt idx="840">
                  <c:v>34906.0</c:v>
                </c:pt>
                <c:pt idx="841">
                  <c:v>25672.0</c:v>
                </c:pt>
                <c:pt idx="842">
                  <c:v>35736.0</c:v>
                </c:pt>
                <c:pt idx="843">
                  <c:v>36041.0</c:v>
                </c:pt>
                <c:pt idx="844">
                  <c:v>41943.0</c:v>
                </c:pt>
                <c:pt idx="845">
                  <c:v>28928.0</c:v>
                </c:pt>
                <c:pt idx="846">
                  <c:v>36294.0</c:v>
                </c:pt>
                <c:pt idx="847">
                  <c:v>23367.0</c:v>
                </c:pt>
                <c:pt idx="848">
                  <c:v>33016.0</c:v>
                </c:pt>
                <c:pt idx="849">
                  <c:v>19285.0</c:v>
                </c:pt>
                <c:pt idx="850">
                  <c:v>24347.0</c:v>
                </c:pt>
                <c:pt idx="851">
                  <c:v>41544.0</c:v>
                </c:pt>
                <c:pt idx="852">
                  <c:v>28719.0</c:v>
                </c:pt>
                <c:pt idx="853">
                  <c:v>31487.0</c:v>
                </c:pt>
                <c:pt idx="854">
                  <c:v>48381.0</c:v>
                </c:pt>
                <c:pt idx="855">
                  <c:v>40892.0</c:v>
                </c:pt>
                <c:pt idx="856">
                  <c:v>28985.0</c:v>
                </c:pt>
                <c:pt idx="857">
                  <c:v>25447.0</c:v>
                </c:pt>
                <c:pt idx="858">
                  <c:v>26536.0</c:v>
                </c:pt>
                <c:pt idx="859">
                  <c:v>30378.0</c:v>
                </c:pt>
                <c:pt idx="860">
                  <c:v>35119.0</c:v>
                </c:pt>
                <c:pt idx="861">
                  <c:v>29278.0</c:v>
                </c:pt>
                <c:pt idx="862">
                  <c:v>38793.0</c:v>
                </c:pt>
                <c:pt idx="863">
                  <c:v>25314.0</c:v>
                </c:pt>
                <c:pt idx="864">
                  <c:v>22585.0</c:v>
                </c:pt>
                <c:pt idx="865">
                  <c:v>23149.0</c:v>
                </c:pt>
                <c:pt idx="866">
                  <c:v>17180.0</c:v>
                </c:pt>
                <c:pt idx="867">
                  <c:v>28800.0</c:v>
                </c:pt>
                <c:pt idx="868">
                  <c:v>24478.0</c:v>
                </c:pt>
                <c:pt idx="869">
                  <c:v>17379.0</c:v>
                </c:pt>
                <c:pt idx="870">
                  <c:v>37050.0</c:v>
                </c:pt>
                <c:pt idx="871">
                  <c:v>18425.0</c:v>
                </c:pt>
                <c:pt idx="872">
                  <c:v>30574.0</c:v>
                </c:pt>
                <c:pt idx="873">
                  <c:v>34170.0</c:v>
                </c:pt>
                <c:pt idx="874">
                  <c:v>14398.0</c:v>
                </c:pt>
                <c:pt idx="875">
                  <c:v>28210.0</c:v>
                </c:pt>
                <c:pt idx="876">
                  <c:v>58098.0</c:v>
                </c:pt>
                <c:pt idx="877">
                  <c:v>39998.0</c:v>
                </c:pt>
                <c:pt idx="878">
                  <c:v>24402.0</c:v>
                </c:pt>
                <c:pt idx="879">
                  <c:v>40675.0</c:v>
                </c:pt>
                <c:pt idx="880">
                  <c:v>13269.0</c:v>
                </c:pt>
                <c:pt idx="881">
                  <c:v>18725.0</c:v>
                </c:pt>
                <c:pt idx="882">
                  <c:v>40287.0</c:v>
                </c:pt>
                <c:pt idx="883">
                  <c:v>41272.0</c:v>
                </c:pt>
                <c:pt idx="884">
                  <c:v>38509.0</c:v>
                </c:pt>
                <c:pt idx="885">
                  <c:v>35333.0</c:v>
                </c:pt>
                <c:pt idx="886">
                  <c:v>25496.0</c:v>
                </c:pt>
                <c:pt idx="887">
                  <c:v>22102.0</c:v>
                </c:pt>
                <c:pt idx="888">
                  <c:v>28786.0</c:v>
                </c:pt>
                <c:pt idx="889">
                  <c:v>44338.0</c:v>
                </c:pt>
                <c:pt idx="890">
                  <c:v>21786.0</c:v>
                </c:pt>
                <c:pt idx="891">
                  <c:v>27256.0</c:v>
                </c:pt>
                <c:pt idx="892">
                  <c:v>30365.0</c:v>
                </c:pt>
                <c:pt idx="893">
                  <c:v>29689.0</c:v>
                </c:pt>
                <c:pt idx="894">
                  <c:v>48523.0</c:v>
                </c:pt>
                <c:pt idx="895">
                  <c:v>18809.0</c:v>
                </c:pt>
                <c:pt idx="896">
                  <c:v>41190.0</c:v>
                </c:pt>
                <c:pt idx="897">
                  <c:v>34561.0</c:v>
                </c:pt>
                <c:pt idx="898">
                  <c:v>17716.0</c:v>
                </c:pt>
                <c:pt idx="899">
                  <c:v>48095.0</c:v>
                </c:pt>
                <c:pt idx="900">
                  <c:v>22453.0</c:v>
                </c:pt>
                <c:pt idx="901">
                  <c:v>29167.0</c:v>
                </c:pt>
                <c:pt idx="902">
                  <c:v>30305.0</c:v>
                </c:pt>
                <c:pt idx="903">
                  <c:v>13370.0</c:v>
                </c:pt>
                <c:pt idx="904">
                  <c:v>41431.0</c:v>
                </c:pt>
                <c:pt idx="905">
                  <c:v>41219.0</c:v>
                </c:pt>
                <c:pt idx="906">
                  <c:v>38782.0</c:v>
                </c:pt>
                <c:pt idx="907">
                  <c:v>34832.0</c:v>
                </c:pt>
                <c:pt idx="908">
                  <c:v>36586.0</c:v>
                </c:pt>
                <c:pt idx="909">
                  <c:v>34433.0</c:v>
                </c:pt>
                <c:pt idx="910">
                  <c:v>15846.0</c:v>
                </c:pt>
                <c:pt idx="911">
                  <c:v>14860.0</c:v>
                </c:pt>
                <c:pt idx="912">
                  <c:v>32740.0</c:v>
                </c:pt>
                <c:pt idx="913">
                  <c:v>25181.0</c:v>
                </c:pt>
                <c:pt idx="914">
                  <c:v>30915.0</c:v>
                </c:pt>
                <c:pt idx="915">
                  <c:v>25184.0</c:v>
                </c:pt>
                <c:pt idx="916">
                  <c:v>40766.0</c:v>
                </c:pt>
                <c:pt idx="917">
                  <c:v>23781.0</c:v>
                </c:pt>
                <c:pt idx="918">
                  <c:v>34660.0</c:v>
                </c:pt>
                <c:pt idx="919">
                  <c:v>29519.0</c:v>
                </c:pt>
                <c:pt idx="920">
                  <c:v>29612.0</c:v>
                </c:pt>
                <c:pt idx="921">
                  <c:v>26780.0</c:v>
                </c:pt>
                <c:pt idx="922">
                  <c:v>43756.0</c:v>
                </c:pt>
                <c:pt idx="923">
                  <c:v>23777.0</c:v>
                </c:pt>
                <c:pt idx="924">
                  <c:v>19066.0</c:v>
                </c:pt>
                <c:pt idx="925">
                  <c:v>36228.0</c:v>
                </c:pt>
                <c:pt idx="926">
                  <c:v>21590.0</c:v>
                </c:pt>
                <c:pt idx="927">
                  <c:v>43071.0</c:v>
                </c:pt>
                <c:pt idx="928">
                  <c:v>40815.0</c:v>
                </c:pt>
                <c:pt idx="929">
                  <c:v>41704.0</c:v>
                </c:pt>
                <c:pt idx="930">
                  <c:v>28690.0</c:v>
                </c:pt>
                <c:pt idx="931">
                  <c:v>28849.0</c:v>
                </c:pt>
                <c:pt idx="932">
                  <c:v>36931.0</c:v>
                </c:pt>
                <c:pt idx="933">
                  <c:v>41346.0</c:v>
                </c:pt>
                <c:pt idx="934">
                  <c:v>50062.0</c:v>
                </c:pt>
                <c:pt idx="935">
                  <c:v>6128.0</c:v>
                </c:pt>
                <c:pt idx="936">
                  <c:v>28699.0</c:v>
                </c:pt>
                <c:pt idx="937">
                  <c:v>31944.0</c:v>
                </c:pt>
                <c:pt idx="938">
                  <c:v>37930.0</c:v>
                </c:pt>
                <c:pt idx="939">
                  <c:v>13807.0</c:v>
                </c:pt>
                <c:pt idx="940">
                  <c:v>16075.0</c:v>
                </c:pt>
                <c:pt idx="941">
                  <c:v>35924.0</c:v>
                </c:pt>
                <c:pt idx="942">
                  <c:v>20111.0</c:v>
                </c:pt>
              </c:numCache>
            </c:numRef>
          </c:xVal>
          <c:yVal>
            <c:numRef>
              <c:f>Sheet1!$B$2:$B$944</c:f>
              <c:numCache>
                <c:formatCode>General</c:formatCode>
                <c:ptCount val="943"/>
                <c:pt idx="0">
                  <c:v>19761.0</c:v>
                </c:pt>
                <c:pt idx="1">
                  <c:v>20064.0</c:v>
                </c:pt>
                <c:pt idx="2">
                  <c:v>20902.0</c:v>
                </c:pt>
                <c:pt idx="3">
                  <c:v>21123.0</c:v>
                </c:pt>
                <c:pt idx="4">
                  <c:v>21256.0</c:v>
                </c:pt>
                <c:pt idx="5">
                  <c:v>22842.0</c:v>
                </c:pt>
                <c:pt idx="6">
                  <c:v>22842.0</c:v>
                </c:pt>
                <c:pt idx="7">
                  <c:v>22842.0</c:v>
                </c:pt>
                <c:pt idx="8">
                  <c:v>22842.0</c:v>
                </c:pt>
                <c:pt idx="9">
                  <c:v>22844.0</c:v>
                </c:pt>
                <c:pt idx="10">
                  <c:v>23132.0</c:v>
                </c:pt>
                <c:pt idx="11">
                  <c:v>23204.0</c:v>
                </c:pt>
                <c:pt idx="12">
                  <c:v>24328.0</c:v>
                </c:pt>
                <c:pt idx="13">
                  <c:v>24490.0</c:v>
                </c:pt>
                <c:pt idx="14">
                  <c:v>24539.0</c:v>
                </c:pt>
                <c:pt idx="15">
                  <c:v>24776.0</c:v>
                </c:pt>
                <c:pt idx="16">
                  <c:v>24900.0</c:v>
                </c:pt>
                <c:pt idx="17">
                  <c:v>24908.0</c:v>
                </c:pt>
                <c:pt idx="18">
                  <c:v>24908.0</c:v>
                </c:pt>
                <c:pt idx="19">
                  <c:v>24908.0</c:v>
                </c:pt>
                <c:pt idx="20">
                  <c:v>25021.0</c:v>
                </c:pt>
                <c:pt idx="21">
                  <c:v>25272.0</c:v>
                </c:pt>
                <c:pt idx="22">
                  <c:v>25416.0</c:v>
                </c:pt>
                <c:pt idx="23">
                  <c:v>25827.0</c:v>
                </c:pt>
                <c:pt idx="24">
                  <c:v>26223.0</c:v>
                </c:pt>
                <c:pt idx="25">
                  <c:v>26721.0</c:v>
                </c:pt>
                <c:pt idx="26">
                  <c:v>26946.0</c:v>
                </c:pt>
                <c:pt idx="27">
                  <c:v>27981.0</c:v>
                </c:pt>
                <c:pt idx="28">
                  <c:v>28396.0</c:v>
                </c:pt>
                <c:pt idx="29">
                  <c:v>28418.0</c:v>
                </c:pt>
                <c:pt idx="30">
                  <c:v>28465.0</c:v>
                </c:pt>
                <c:pt idx="31">
                  <c:v>28720.0</c:v>
                </c:pt>
                <c:pt idx="32">
                  <c:v>29288.0</c:v>
                </c:pt>
                <c:pt idx="33">
                  <c:v>29420.0</c:v>
                </c:pt>
                <c:pt idx="34">
                  <c:v>29813.0</c:v>
                </c:pt>
                <c:pt idx="35">
                  <c:v>29936.0</c:v>
                </c:pt>
                <c:pt idx="36">
                  <c:v>29963.0</c:v>
                </c:pt>
                <c:pt idx="37">
                  <c:v>30180.0</c:v>
                </c:pt>
                <c:pt idx="38">
                  <c:v>30497.0</c:v>
                </c:pt>
                <c:pt idx="39">
                  <c:v>30573.0</c:v>
                </c:pt>
                <c:pt idx="40">
                  <c:v>30614.0</c:v>
                </c:pt>
                <c:pt idx="41">
                  <c:v>30821.0</c:v>
                </c:pt>
                <c:pt idx="42">
                  <c:v>31053.0</c:v>
                </c:pt>
                <c:pt idx="43">
                  <c:v>31670.0</c:v>
                </c:pt>
                <c:pt idx="44">
                  <c:v>31754.0</c:v>
                </c:pt>
                <c:pt idx="45">
                  <c:v>31902.0</c:v>
                </c:pt>
                <c:pt idx="46">
                  <c:v>32229.0</c:v>
                </c:pt>
                <c:pt idx="47">
                  <c:v>32275.0</c:v>
                </c:pt>
                <c:pt idx="48">
                  <c:v>32465.0</c:v>
                </c:pt>
                <c:pt idx="49">
                  <c:v>32568.0</c:v>
                </c:pt>
                <c:pt idx="50">
                  <c:v>32568.0</c:v>
                </c:pt>
                <c:pt idx="51">
                  <c:v>32568.0</c:v>
                </c:pt>
                <c:pt idx="52">
                  <c:v>32600.0</c:v>
                </c:pt>
                <c:pt idx="53">
                  <c:v>32627.0</c:v>
                </c:pt>
                <c:pt idx="54">
                  <c:v>32864.0</c:v>
                </c:pt>
                <c:pt idx="55">
                  <c:v>32992.0</c:v>
                </c:pt>
                <c:pt idx="56">
                  <c:v>33022.0</c:v>
                </c:pt>
                <c:pt idx="57">
                  <c:v>33159.0</c:v>
                </c:pt>
                <c:pt idx="58">
                  <c:v>33291.0</c:v>
                </c:pt>
                <c:pt idx="59">
                  <c:v>33338.0</c:v>
                </c:pt>
                <c:pt idx="60">
                  <c:v>33647.0</c:v>
                </c:pt>
                <c:pt idx="61">
                  <c:v>33752.0</c:v>
                </c:pt>
                <c:pt idx="62">
                  <c:v>34409.0</c:v>
                </c:pt>
                <c:pt idx="63">
                  <c:v>34724.0</c:v>
                </c:pt>
                <c:pt idx="64">
                  <c:v>34782.0</c:v>
                </c:pt>
                <c:pt idx="65">
                  <c:v>35339.0</c:v>
                </c:pt>
                <c:pt idx="66">
                  <c:v>35348.0</c:v>
                </c:pt>
                <c:pt idx="67">
                  <c:v>35421.0</c:v>
                </c:pt>
                <c:pt idx="68">
                  <c:v>35422.0</c:v>
                </c:pt>
                <c:pt idx="69">
                  <c:v>35594.0</c:v>
                </c:pt>
                <c:pt idx="70">
                  <c:v>35715.0</c:v>
                </c:pt>
                <c:pt idx="71">
                  <c:v>35730.0</c:v>
                </c:pt>
                <c:pt idx="72">
                  <c:v>35833.0</c:v>
                </c:pt>
                <c:pt idx="73">
                  <c:v>35942.0</c:v>
                </c:pt>
                <c:pt idx="74">
                  <c:v>35983.0</c:v>
                </c:pt>
                <c:pt idx="75">
                  <c:v>36260.0</c:v>
                </c:pt>
                <c:pt idx="76">
                  <c:v>36355.0</c:v>
                </c:pt>
                <c:pt idx="77">
                  <c:v>36624.0</c:v>
                </c:pt>
                <c:pt idx="78">
                  <c:v>36630.0</c:v>
                </c:pt>
                <c:pt idx="79">
                  <c:v>36654.0</c:v>
                </c:pt>
                <c:pt idx="80">
                  <c:v>36909.0</c:v>
                </c:pt>
                <c:pt idx="81">
                  <c:v>36909.0</c:v>
                </c:pt>
                <c:pt idx="82">
                  <c:v>36909.0</c:v>
                </c:pt>
                <c:pt idx="83">
                  <c:v>36909.0</c:v>
                </c:pt>
                <c:pt idx="84">
                  <c:v>37275.0</c:v>
                </c:pt>
                <c:pt idx="85">
                  <c:v>37709.0</c:v>
                </c:pt>
                <c:pt idx="86">
                  <c:v>37722.0</c:v>
                </c:pt>
                <c:pt idx="87">
                  <c:v>37852.0</c:v>
                </c:pt>
                <c:pt idx="88">
                  <c:v>38109.0</c:v>
                </c:pt>
                <c:pt idx="89">
                  <c:v>38208.0</c:v>
                </c:pt>
                <c:pt idx="90">
                  <c:v>38275.0</c:v>
                </c:pt>
                <c:pt idx="91">
                  <c:v>38289.0</c:v>
                </c:pt>
                <c:pt idx="92">
                  <c:v>38298.0</c:v>
                </c:pt>
                <c:pt idx="93">
                  <c:v>38342.0</c:v>
                </c:pt>
                <c:pt idx="94">
                  <c:v>38412.0</c:v>
                </c:pt>
                <c:pt idx="95">
                  <c:v>38427.0</c:v>
                </c:pt>
                <c:pt idx="96">
                  <c:v>38484.0</c:v>
                </c:pt>
                <c:pt idx="97">
                  <c:v>38518.0</c:v>
                </c:pt>
                <c:pt idx="98">
                  <c:v>38740.0</c:v>
                </c:pt>
                <c:pt idx="99">
                  <c:v>38857.0</c:v>
                </c:pt>
                <c:pt idx="100">
                  <c:v>38951.0</c:v>
                </c:pt>
                <c:pt idx="101">
                  <c:v>39016.0</c:v>
                </c:pt>
                <c:pt idx="102">
                  <c:v>39115.0</c:v>
                </c:pt>
                <c:pt idx="103">
                  <c:v>39196.0</c:v>
                </c:pt>
                <c:pt idx="104">
                  <c:v>39248.0</c:v>
                </c:pt>
                <c:pt idx="105">
                  <c:v>39533.0</c:v>
                </c:pt>
                <c:pt idx="106">
                  <c:v>39696.0</c:v>
                </c:pt>
                <c:pt idx="107">
                  <c:v>39813.0</c:v>
                </c:pt>
                <c:pt idx="108">
                  <c:v>39863.0</c:v>
                </c:pt>
                <c:pt idx="109">
                  <c:v>40075.0</c:v>
                </c:pt>
                <c:pt idx="110">
                  <c:v>40117.0</c:v>
                </c:pt>
                <c:pt idx="111">
                  <c:v>40183.0</c:v>
                </c:pt>
                <c:pt idx="112">
                  <c:v>40264.0</c:v>
                </c:pt>
                <c:pt idx="113">
                  <c:v>40304.0</c:v>
                </c:pt>
                <c:pt idx="114">
                  <c:v>40391.0</c:v>
                </c:pt>
                <c:pt idx="115">
                  <c:v>40421.0</c:v>
                </c:pt>
                <c:pt idx="116">
                  <c:v>40457.0</c:v>
                </c:pt>
                <c:pt idx="117">
                  <c:v>40523.0</c:v>
                </c:pt>
                <c:pt idx="118">
                  <c:v>40573.0</c:v>
                </c:pt>
                <c:pt idx="119">
                  <c:v>40596.0</c:v>
                </c:pt>
                <c:pt idx="120">
                  <c:v>40650.0</c:v>
                </c:pt>
                <c:pt idx="121">
                  <c:v>40650.0</c:v>
                </c:pt>
                <c:pt idx="122">
                  <c:v>40694.0</c:v>
                </c:pt>
                <c:pt idx="123">
                  <c:v>40694.0</c:v>
                </c:pt>
                <c:pt idx="124">
                  <c:v>40803.0</c:v>
                </c:pt>
                <c:pt idx="125">
                  <c:v>40867.0</c:v>
                </c:pt>
                <c:pt idx="126">
                  <c:v>41000.0</c:v>
                </c:pt>
                <c:pt idx="127">
                  <c:v>41066.0</c:v>
                </c:pt>
                <c:pt idx="128">
                  <c:v>41129.0</c:v>
                </c:pt>
                <c:pt idx="129">
                  <c:v>41198.0</c:v>
                </c:pt>
                <c:pt idx="130">
                  <c:v>41216.0</c:v>
                </c:pt>
                <c:pt idx="131">
                  <c:v>41338.0</c:v>
                </c:pt>
                <c:pt idx="132">
                  <c:v>41478.0</c:v>
                </c:pt>
                <c:pt idx="133">
                  <c:v>41544.0</c:v>
                </c:pt>
                <c:pt idx="134">
                  <c:v>41583.0</c:v>
                </c:pt>
                <c:pt idx="135">
                  <c:v>41592.0</c:v>
                </c:pt>
                <c:pt idx="136">
                  <c:v>41663.0</c:v>
                </c:pt>
                <c:pt idx="137">
                  <c:v>42002.0</c:v>
                </c:pt>
                <c:pt idx="138">
                  <c:v>42009.0</c:v>
                </c:pt>
                <c:pt idx="139">
                  <c:v>42051.0</c:v>
                </c:pt>
                <c:pt idx="140">
                  <c:v>42091.0</c:v>
                </c:pt>
                <c:pt idx="141">
                  <c:v>42092.0</c:v>
                </c:pt>
                <c:pt idx="142">
                  <c:v>42101.0</c:v>
                </c:pt>
                <c:pt idx="143">
                  <c:v>42186.0</c:v>
                </c:pt>
                <c:pt idx="144">
                  <c:v>42195.0</c:v>
                </c:pt>
                <c:pt idx="145">
                  <c:v>42198.0</c:v>
                </c:pt>
                <c:pt idx="146">
                  <c:v>42359.0</c:v>
                </c:pt>
                <c:pt idx="147">
                  <c:v>42368.0</c:v>
                </c:pt>
                <c:pt idx="148">
                  <c:v>42375.0</c:v>
                </c:pt>
                <c:pt idx="149">
                  <c:v>42401.0</c:v>
                </c:pt>
                <c:pt idx="150">
                  <c:v>42488.0</c:v>
                </c:pt>
                <c:pt idx="151">
                  <c:v>42631.0</c:v>
                </c:pt>
                <c:pt idx="152">
                  <c:v>42643.0</c:v>
                </c:pt>
                <c:pt idx="153">
                  <c:v>42680.0</c:v>
                </c:pt>
                <c:pt idx="154">
                  <c:v>42712.0</c:v>
                </c:pt>
                <c:pt idx="155">
                  <c:v>42836.0</c:v>
                </c:pt>
                <c:pt idx="156">
                  <c:v>42937.0</c:v>
                </c:pt>
                <c:pt idx="157">
                  <c:v>43035.0</c:v>
                </c:pt>
                <c:pt idx="158">
                  <c:v>43071.0</c:v>
                </c:pt>
                <c:pt idx="159">
                  <c:v>43087.0</c:v>
                </c:pt>
                <c:pt idx="160">
                  <c:v>43101.0</c:v>
                </c:pt>
                <c:pt idx="161">
                  <c:v>43112.0</c:v>
                </c:pt>
                <c:pt idx="162">
                  <c:v>43137.0</c:v>
                </c:pt>
                <c:pt idx="163">
                  <c:v>43150.0</c:v>
                </c:pt>
                <c:pt idx="164">
                  <c:v>43185.0</c:v>
                </c:pt>
                <c:pt idx="165">
                  <c:v>43221.0</c:v>
                </c:pt>
                <c:pt idx="166">
                  <c:v>43222.0</c:v>
                </c:pt>
                <c:pt idx="167">
                  <c:v>43283.0</c:v>
                </c:pt>
                <c:pt idx="168">
                  <c:v>43299.0</c:v>
                </c:pt>
                <c:pt idx="169">
                  <c:v>43326.0</c:v>
                </c:pt>
                <c:pt idx="170">
                  <c:v>43411.0</c:v>
                </c:pt>
                <c:pt idx="171">
                  <c:v>43415.0</c:v>
                </c:pt>
                <c:pt idx="172">
                  <c:v>43418.0</c:v>
                </c:pt>
                <c:pt idx="173">
                  <c:v>43418.0</c:v>
                </c:pt>
                <c:pt idx="174">
                  <c:v>43418.0</c:v>
                </c:pt>
                <c:pt idx="175">
                  <c:v>43445.0</c:v>
                </c:pt>
                <c:pt idx="176">
                  <c:v>43457.0</c:v>
                </c:pt>
                <c:pt idx="177">
                  <c:v>43503.0</c:v>
                </c:pt>
                <c:pt idx="178">
                  <c:v>43545.0</c:v>
                </c:pt>
                <c:pt idx="179">
                  <c:v>43596.0</c:v>
                </c:pt>
                <c:pt idx="180">
                  <c:v>43611.0</c:v>
                </c:pt>
                <c:pt idx="181">
                  <c:v>43845.0</c:v>
                </c:pt>
                <c:pt idx="182">
                  <c:v>44096.0</c:v>
                </c:pt>
                <c:pt idx="183">
                  <c:v>44130.0</c:v>
                </c:pt>
                <c:pt idx="184">
                  <c:v>44172.0</c:v>
                </c:pt>
                <c:pt idx="185">
                  <c:v>44232.0</c:v>
                </c:pt>
                <c:pt idx="186">
                  <c:v>44246.0</c:v>
                </c:pt>
                <c:pt idx="187">
                  <c:v>44296.0</c:v>
                </c:pt>
                <c:pt idx="188">
                  <c:v>44317.0</c:v>
                </c:pt>
                <c:pt idx="189">
                  <c:v>44354.0</c:v>
                </c:pt>
                <c:pt idx="190">
                  <c:v>44367.0</c:v>
                </c:pt>
                <c:pt idx="191">
                  <c:v>44384.0</c:v>
                </c:pt>
                <c:pt idx="192">
                  <c:v>44427.0</c:v>
                </c:pt>
                <c:pt idx="193">
                  <c:v>44468.0</c:v>
                </c:pt>
                <c:pt idx="194">
                  <c:v>44498.0</c:v>
                </c:pt>
                <c:pt idx="195">
                  <c:v>44512.0</c:v>
                </c:pt>
                <c:pt idx="196">
                  <c:v>44604.0</c:v>
                </c:pt>
                <c:pt idx="197">
                  <c:v>44640.0</c:v>
                </c:pt>
                <c:pt idx="198">
                  <c:v>44644.0</c:v>
                </c:pt>
                <c:pt idx="199">
                  <c:v>44781.0</c:v>
                </c:pt>
                <c:pt idx="200">
                  <c:v>44813.0</c:v>
                </c:pt>
                <c:pt idx="201">
                  <c:v>44976.0</c:v>
                </c:pt>
                <c:pt idx="202">
                  <c:v>44985.0</c:v>
                </c:pt>
                <c:pt idx="203">
                  <c:v>44991.0</c:v>
                </c:pt>
                <c:pt idx="204">
                  <c:v>45025.0</c:v>
                </c:pt>
                <c:pt idx="205">
                  <c:v>45036.0</c:v>
                </c:pt>
                <c:pt idx="206">
                  <c:v>45064.0</c:v>
                </c:pt>
                <c:pt idx="207">
                  <c:v>45099.0</c:v>
                </c:pt>
                <c:pt idx="208">
                  <c:v>45151.0</c:v>
                </c:pt>
                <c:pt idx="209">
                  <c:v>45354.0</c:v>
                </c:pt>
                <c:pt idx="210">
                  <c:v>45378.0</c:v>
                </c:pt>
                <c:pt idx="211">
                  <c:v>45389.0</c:v>
                </c:pt>
                <c:pt idx="212">
                  <c:v>45411.0</c:v>
                </c:pt>
                <c:pt idx="213">
                  <c:v>45421.0</c:v>
                </c:pt>
                <c:pt idx="214">
                  <c:v>45454.0</c:v>
                </c:pt>
                <c:pt idx="215">
                  <c:v>45500.0</c:v>
                </c:pt>
                <c:pt idx="216">
                  <c:v>45543.0</c:v>
                </c:pt>
                <c:pt idx="217">
                  <c:v>45577.0</c:v>
                </c:pt>
                <c:pt idx="218">
                  <c:v>45593.0</c:v>
                </c:pt>
                <c:pt idx="219">
                  <c:v>45606.0</c:v>
                </c:pt>
                <c:pt idx="220">
                  <c:v>45799.0</c:v>
                </c:pt>
                <c:pt idx="221">
                  <c:v>45846.0</c:v>
                </c:pt>
                <c:pt idx="222">
                  <c:v>45856.0</c:v>
                </c:pt>
                <c:pt idx="223">
                  <c:v>45873.0</c:v>
                </c:pt>
                <c:pt idx="224">
                  <c:v>45898.0</c:v>
                </c:pt>
                <c:pt idx="225">
                  <c:v>45954.0</c:v>
                </c:pt>
                <c:pt idx="226">
                  <c:v>45989.0</c:v>
                </c:pt>
                <c:pt idx="227">
                  <c:v>45998.0</c:v>
                </c:pt>
                <c:pt idx="228">
                  <c:v>46086.0</c:v>
                </c:pt>
                <c:pt idx="229">
                  <c:v>46092.0</c:v>
                </c:pt>
                <c:pt idx="230">
                  <c:v>46110.0</c:v>
                </c:pt>
                <c:pt idx="231">
                  <c:v>46116.0</c:v>
                </c:pt>
                <c:pt idx="232">
                  <c:v>46145.0</c:v>
                </c:pt>
                <c:pt idx="233">
                  <c:v>46165.0</c:v>
                </c:pt>
                <c:pt idx="234">
                  <c:v>46236.0</c:v>
                </c:pt>
                <c:pt idx="235">
                  <c:v>46238.0</c:v>
                </c:pt>
                <c:pt idx="236">
                  <c:v>46264.0</c:v>
                </c:pt>
                <c:pt idx="237">
                  <c:v>46440.0</c:v>
                </c:pt>
                <c:pt idx="238">
                  <c:v>46474.0</c:v>
                </c:pt>
                <c:pt idx="239">
                  <c:v>46541.0</c:v>
                </c:pt>
                <c:pt idx="240">
                  <c:v>46543.0</c:v>
                </c:pt>
                <c:pt idx="241">
                  <c:v>46543.0</c:v>
                </c:pt>
                <c:pt idx="242">
                  <c:v>46566.0</c:v>
                </c:pt>
                <c:pt idx="243">
                  <c:v>46573.0</c:v>
                </c:pt>
                <c:pt idx="244">
                  <c:v>46641.0</c:v>
                </c:pt>
                <c:pt idx="245">
                  <c:v>46643.0</c:v>
                </c:pt>
                <c:pt idx="246">
                  <c:v>46651.0</c:v>
                </c:pt>
                <c:pt idx="247">
                  <c:v>46660.0</c:v>
                </c:pt>
                <c:pt idx="248">
                  <c:v>46672.0</c:v>
                </c:pt>
                <c:pt idx="249">
                  <c:v>46700.0</c:v>
                </c:pt>
                <c:pt idx="250">
                  <c:v>46721.0</c:v>
                </c:pt>
                <c:pt idx="251">
                  <c:v>46744.0</c:v>
                </c:pt>
                <c:pt idx="252">
                  <c:v>46747.0</c:v>
                </c:pt>
                <c:pt idx="253">
                  <c:v>46789.0</c:v>
                </c:pt>
                <c:pt idx="254">
                  <c:v>46802.0</c:v>
                </c:pt>
                <c:pt idx="255">
                  <c:v>46827.0</c:v>
                </c:pt>
                <c:pt idx="256">
                  <c:v>46885.0</c:v>
                </c:pt>
                <c:pt idx="257">
                  <c:v>46938.0</c:v>
                </c:pt>
                <c:pt idx="258">
                  <c:v>46945.0</c:v>
                </c:pt>
                <c:pt idx="259">
                  <c:v>46989.0</c:v>
                </c:pt>
                <c:pt idx="260">
                  <c:v>47139.0</c:v>
                </c:pt>
                <c:pt idx="261">
                  <c:v>47195.0</c:v>
                </c:pt>
                <c:pt idx="262">
                  <c:v>47314.0</c:v>
                </c:pt>
                <c:pt idx="263">
                  <c:v>47327.0</c:v>
                </c:pt>
                <c:pt idx="264">
                  <c:v>47327.0</c:v>
                </c:pt>
                <c:pt idx="265">
                  <c:v>47361.0</c:v>
                </c:pt>
                <c:pt idx="266">
                  <c:v>47385.0</c:v>
                </c:pt>
                <c:pt idx="267">
                  <c:v>47397.0</c:v>
                </c:pt>
                <c:pt idx="268">
                  <c:v>47452.0</c:v>
                </c:pt>
                <c:pt idx="269">
                  <c:v>47482.0</c:v>
                </c:pt>
                <c:pt idx="270">
                  <c:v>47485.0</c:v>
                </c:pt>
                <c:pt idx="271">
                  <c:v>47485.0</c:v>
                </c:pt>
                <c:pt idx="272">
                  <c:v>47495.0</c:v>
                </c:pt>
                <c:pt idx="273">
                  <c:v>47540.0</c:v>
                </c:pt>
                <c:pt idx="274">
                  <c:v>47540.0</c:v>
                </c:pt>
                <c:pt idx="275">
                  <c:v>47590.0</c:v>
                </c:pt>
                <c:pt idx="276">
                  <c:v>47597.0</c:v>
                </c:pt>
                <c:pt idx="277">
                  <c:v>47756.0</c:v>
                </c:pt>
                <c:pt idx="278">
                  <c:v>47907.0</c:v>
                </c:pt>
                <c:pt idx="279">
                  <c:v>47913.0</c:v>
                </c:pt>
                <c:pt idx="280">
                  <c:v>47937.0</c:v>
                </c:pt>
                <c:pt idx="281">
                  <c:v>48036.0</c:v>
                </c:pt>
                <c:pt idx="282">
                  <c:v>48039.0</c:v>
                </c:pt>
                <c:pt idx="283">
                  <c:v>48040.0</c:v>
                </c:pt>
                <c:pt idx="284">
                  <c:v>48050.0</c:v>
                </c:pt>
                <c:pt idx="285">
                  <c:v>48057.0</c:v>
                </c:pt>
                <c:pt idx="286">
                  <c:v>48150.0</c:v>
                </c:pt>
                <c:pt idx="287">
                  <c:v>48179.0</c:v>
                </c:pt>
                <c:pt idx="288">
                  <c:v>48231.0</c:v>
                </c:pt>
                <c:pt idx="289">
                  <c:v>48296.0</c:v>
                </c:pt>
                <c:pt idx="290">
                  <c:v>48309.0</c:v>
                </c:pt>
                <c:pt idx="291">
                  <c:v>48364.0</c:v>
                </c:pt>
                <c:pt idx="292">
                  <c:v>48376.0</c:v>
                </c:pt>
                <c:pt idx="293">
                  <c:v>48382.0</c:v>
                </c:pt>
                <c:pt idx="294">
                  <c:v>48434.0</c:v>
                </c:pt>
                <c:pt idx="295">
                  <c:v>48440.0</c:v>
                </c:pt>
                <c:pt idx="296">
                  <c:v>48466.0</c:v>
                </c:pt>
                <c:pt idx="297">
                  <c:v>48473.0</c:v>
                </c:pt>
                <c:pt idx="298">
                  <c:v>48491.0</c:v>
                </c:pt>
                <c:pt idx="299">
                  <c:v>48555.0</c:v>
                </c:pt>
                <c:pt idx="300">
                  <c:v>48675.0</c:v>
                </c:pt>
                <c:pt idx="301">
                  <c:v>48684.0</c:v>
                </c:pt>
                <c:pt idx="302">
                  <c:v>48707.0</c:v>
                </c:pt>
                <c:pt idx="303">
                  <c:v>48712.0</c:v>
                </c:pt>
                <c:pt idx="304">
                  <c:v>48745.0</c:v>
                </c:pt>
                <c:pt idx="305">
                  <c:v>48779.0</c:v>
                </c:pt>
                <c:pt idx="306">
                  <c:v>48793.0</c:v>
                </c:pt>
                <c:pt idx="307">
                  <c:v>48860.0</c:v>
                </c:pt>
                <c:pt idx="308">
                  <c:v>48896.0</c:v>
                </c:pt>
                <c:pt idx="309">
                  <c:v>48899.0</c:v>
                </c:pt>
                <c:pt idx="310">
                  <c:v>48909.0</c:v>
                </c:pt>
                <c:pt idx="311">
                  <c:v>48917.0</c:v>
                </c:pt>
                <c:pt idx="312">
                  <c:v>48936.0</c:v>
                </c:pt>
                <c:pt idx="313">
                  <c:v>48991.0</c:v>
                </c:pt>
                <c:pt idx="314">
                  <c:v>48991.0</c:v>
                </c:pt>
                <c:pt idx="315">
                  <c:v>49006.0</c:v>
                </c:pt>
                <c:pt idx="316">
                  <c:v>49036.0</c:v>
                </c:pt>
                <c:pt idx="317">
                  <c:v>49130.0</c:v>
                </c:pt>
                <c:pt idx="318">
                  <c:v>49131.0</c:v>
                </c:pt>
                <c:pt idx="319">
                  <c:v>49156.0</c:v>
                </c:pt>
                <c:pt idx="320">
                  <c:v>49203.0</c:v>
                </c:pt>
                <c:pt idx="321">
                  <c:v>49232.0</c:v>
                </c:pt>
                <c:pt idx="322">
                  <c:v>49279.0</c:v>
                </c:pt>
                <c:pt idx="323">
                  <c:v>49295.0</c:v>
                </c:pt>
                <c:pt idx="324">
                  <c:v>49316.0</c:v>
                </c:pt>
                <c:pt idx="325">
                  <c:v>49351.0</c:v>
                </c:pt>
                <c:pt idx="326">
                  <c:v>49378.0</c:v>
                </c:pt>
                <c:pt idx="327">
                  <c:v>49416.0</c:v>
                </c:pt>
                <c:pt idx="328">
                  <c:v>49438.0</c:v>
                </c:pt>
                <c:pt idx="329">
                  <c:v>49483.0</c:v>
                </c:pt>
                <c:pt idx="330">
                  <c:v>49520.0</c:v>
                </c:pt>
                <c:pt idx="331">
                  <c:v>49547.0</c:v>
                </c:pt>
                <c:pt idx="332">
                  <c:v>49555.0</c:v>
                </c:pt>
                <c:pt idx="333">
                  <c:v>49584.0</c:v>
                </c:pt>
                <c:pt idx="334">
                  <c:v>49601.0</c:v>
                </c:pt>
                <c:pt idx="335">
                  <c:v>49641.0</c:v>
                </c:pt>
                <c:pt idx="336">
                  <c:v>49669.0</c:v>
                </c:pt>
                <c:pt idx="337">
                  <c:v>49694.0</c:v>
                </c:pt>
                <c:pt idx="338">
                  <c:v>49697.0</c:v>
                </c:pt>
                <c:pt idx="339">
                  <c:v>49705.0</c:v>
                </c:pt>
                <c:pt idx="340">
                  <c:v>49714.0</c:v>
                </c:pt>
                <c:pt idx="341">
                  <c:v>49716.0</c:v>
                </c:pt>
                <c:pt idx="342">
                  <c:v>49766.0</c:v>
                </c:pt>
                <c:pt idx="343">
                  <c:v>49802.0</c:v>
                </c:pt>
                <c:pt idx="344">
                  <c:v>49898.0</c:v>
                </c:pt>
                <c:pt idx="345">
                  <c:v>49956.0</c:v>
                </c:pt>
                <c:pt idx="346">
                  <c:v>50002.0</c:v>
                </c:pt>
                <c:pt idx="347">
                  <c:v>50004.0</c:v>
                </c:pt>
                <c:pt idx="348">
                  <c:v>50030.0</c:v>
                </c:pt>
                <c:pt idx="349">
                  <c:v>50074.0</c:v>
                </c:pt>
                <c:pt idx="350">
                  <c:v>50318.0</c:v>
                </c:pt>
                <c:pt idx="351">
                  <c:v>50323.0</c:v>
                </c:pt>
                <c:pt idx="352">
                  <c:v>50330.0</c:v>
                </c:pt>
                <c:pt idx="353">
                  <c:v>50369.0</c:v>
                </c:pt>
                <c:pt idx="354">
                  <c:v>50412.0</c:v>
                </c:pt>
                <c:pt idx="355">
                  <c:v>50416.0</c:v>
                </c:pt>
                <c:pt idx="356">
                  <c:v>50416.0</c:v>
                </c:pt>
                <c:pt idx="357">
                  <c:v>50417.0</c:v>
                </c:pt>
                <c:pt idx="358">
                  <c:v>50660.0</c:v>
                </c:pt>
                <c:pt idx="359">
                  <c:v>50755.0</c:v>
                </c:pt>
                <c:pt idx="360">
                  <c:v>50797.0</c:v>
                </c:pt>
                <c:pt idx="361">
                  <c:v>50876.0</c:v>
                </c:pt>
                <c:pt idx="362">
                  <c:v>50968.0</c:v>
                </c:pt>
                <c:pt idx="363">
                  <c:v>51006.0</c:v>
                </c:pt>
                <c:pt idx="364">
                  <c:v>51051.0</c:v>
                </c:pt>
                <c:pt idx="365">
                  <c:v>51110.0</c:v>
                </c:pt>
                <c:pt idx="366">
                  <c:v>51152.0</c:v>
                </c:pt>
                <c:pt idx="367">
                  <c:v>51165.0</c:v>
                </c:pt>
                <c:pt idx="368">
                  <c:v>51173.0</c:v>
                </c:pt>
                <c:pt idx="369">
                  <c:v>51190.0</c:v>
                </c:pt>
                <c:pt idx="370">
                  <c:v>51262.0</c:v>
                </c:pt>
                <c:pt idx="371">
                  <c:v>51303.0</c:v>
                </c:pt>
                <c:pt idx="372">
                  <c:v>51500.0</c:v>
                </c:pt>
                <c:pt idx="373">
                  <c:v>51504.0</c:v>
                </c:pt>
                <c:pt idx="374">
                  <c:v>51509.0</c:v>
                </c:pt>
                <c:pt idx="375">
                  <c:v>51516.0</c:v>
                </c:pt>
                <c:pt idx="376">
                  <c:v>51539.0</c:v>
                </c:pt>
                <c:pt idx="377">
                  <c:v>51540.0</c:v>
                </c:pt>
                <c:pt idx="378">
                  <c:v>51562.0</c:v>
                </c:pt>
                <c:pt idx="379">
                  <c:v>51584.0</c:v>
                </c:pt>
                <c:pt idx="380">
                  <c:v>51593.0</c:v>
                </c:pt>
                <c:pt idx="381">
                  <c:v>51612.0</c:v>
                </c:pt>
                <c:pt idx="382">
                  <c:v>51641.0</c:v>
                </c:pt>
                <c:pt idx="383">
                  <c:v>51642.0</c:v>
                </c:pt>
                <c:pt idx="384">
                  <c:v>51655.0</c:v>
                </c:pt>
                <c:pt idx="385">
                  <c:v>51673.0</c:v>
                </c:pt>
                <c:pt idx="386">
                  <c:v>51700.0</c:v>
                </c:pt>
                <c:pt idx="387">
                  <c:v>51719.0</c:v>
                </c:pt>
                <c:pt idx="388">
                  <c:v>51724.0</c:v>
                </c:pt>
                <c:pt idx="389">
                  <c:v>51732.0</c:v>
                </c:pt>
                <c:pt idx="390">
                  <c:v>51745.0</c:v>
                </c:pt>
                <c:pt idx="391">
                  <c:v>51748.0</c:v>
                </c:pt>
                <c:pt idx="392">
                  <c:v>51748.0</c:v>
                </c:pt>
                <c:pt idx="393">
                  <c:v>51819.0</c:v>
                </c:pt>
                <c:pt idx="394">
                  <c:v>51838.0</c:v>
                </c:pt>
                <c:pt idx="395">
                  <c:v>51892.0</c:v>
                </c:pt>
                <c:pt idx="396">
                  <c:v>51943.0</c:v>
                </c:pt>
                <c:pt idx="397">
                  <c:v>51943.0</c:v>
                </c:pt>
                <c:pt idx="398">
                  <c:v>52015.0</c:v>
                </c:pt>
                <c:pt idx="399">
                  <c:v>52055.0</c:v>
                </c:pt>
                <c:pt idx="400">
                  <c:v>52064.0</c:v>
                </c:pt>
                <c:pt idx="401">
                  <c:v>52074.0</c:v>
                </c:pt>
                <c:pt idx="402">
                  <c:v>52084.0</c:v>
                </c:pt>
                <c:pt idx="403">
                  <c:v>52113.0</c:v>
                </c:pt>
                <c:pt idx="404">
                  <c:v>52119.0</c:v>
                </c:pt>
                <c:pt idx="405">
                  <c:v>52163.0</c:v>
                </c:pt>
                <c:pt idx="406">
                  <c:v>52184.0</c:v>
                </c:pt>
                <c:pt idx="407">
                  <c:v>52198.0</c:v>
                </c:pt>
                <c:pt idx="408">
                  <c:v>52199.0</c:v>
                </c:pt>
                <c:pt idx="409">
                  <c:v>52228.0</c:v>
                </c:pt>
                <c:pt idx="410">
                  <c:v>52248.0</c:v>
                </c:pt>
                <c:pt idx="411">
                  <c:v>52341.0</c:v>
                </c:pt>
                <c:pt idx="412">
                  <c:v>52343.0</c:v>
                </c:pt>
                <c:pt idx="413">
                  <c:v>52374.0</c:v>
                </c:pt>
                <c:pt idx="414">
                  <c:v>52410.0</c:v>
                </c:pt>
                <c:pt idx="415">
                  <c:v>52415.0</c:v>
                </c:pt>
                <c:pt idx="416">
                  <c:v>52559.0</c:v>
                </c:pt>
                <c:pt idx="417">
                  <c:v>52575.0</c:v>
                </c:pt>
                <c:pt idx="418">
                  <c:v>52649.0</c:v>
                </c:pt>
                <c:pt idx="419">
                  <c:v>52766.0</c:v>
                </c:pt>
                <c:pt idx="420">
                  <c:v>52773.0</c:v>
                </c:pt>
                <c:pt idx="421">
                  <c:v>52788.0</c:v>
                </c:pt>
                <c:pt idx="422">
                  <c:v>52824.0</c:v>
                </c:pt>
                <c:pt idx="423">
                  <c:v>52873.0</c:v>
                </c:pt>
                <c:pt idx="424">
                  <c:v>52876.0</c:v>
                </c:pt>
                <c:pt idx="425">
                  <c:v>52889.0</c:v>
                </c:pt>
                <c:pt idx="426">
                  <c:v>52901.0</c:v>
                </c:pt>
                <c:pt idx="427">
                  <c:v>52927.0</c:v>
                </c:pt>
                <c:pt idx="428">
                  <c:v>52928.0</c:v>
                </c:pt>
                <c:pt idx="429">
                  <c:v>52946.0</c:v>
                </c:pt>
                <c:pt idx="430">
                  <c:v>53023.0</c:v>
                </c:pt>
                <c:pt idx="431">
                  <c:v>53038.0</c:v>
                </c:pt>
                <c:pt idx="432">
                  <c:v>53096.0</c:v>
                </c:pt>
                <c:pt idx="433">
                  <c:v>53124.0</c:v>
                </c:pt>
                <c:pt idx="434">
                  <c:v>53145.0</c:v>
                </c:pt>
                <c:pt idx="435">
                  <c:v>53175.0</c:v>
                </c:pt>
                <c:pt idx="436">
                  <c:v>53187.0</c:v>
                </c:pt>
                <c:pt idx="437">
                  <c:v>53213.0</c:v>
                </c:pt>
                <c:pt idx="438">
                  <c:v>53217.0</c:v>
                </c:pt>
                <c:pt idx="439">
                  <c:v>53260.0</c:v>
                </c:pt>
                <c:pt idx="440">
                  <c:v>53278.0</c:v>
                </c:pt>
                <c:pt idx="441">
                  <c:v>53313.0</c:v>
                </c:pt>
                <c:pt idx="442">
                  <c:v>53316.0</c:v>
                </c:pt>
                <c:pt idx="443">
                  <c:v>53353.0</c:v>
                </c:pt>
                <c:pt idx="444">
                  <c:v>53406.0</c:v>
                </c:pt>
                <c:pt idx="445">
                  <c:v>53409.0</c:v>
                </c:pt>
                <c:pt idx="446">
                  <c:v>53419.0</c:v>
                </c:pt>
                <c:pt idx="447">
                  <c:v>53453.0</c:v>
                </c:pt>
                <c:pt idx="448">
                  <c:v>53459.0</c:v>
                </c:pt>
                <c:pt idx="449">
                  <c:v>53460.0</c:v>
                </c:pt>
                <c:pt idx="450">
                  <c:v>53501.0</c:v>
                </c:pt>
                <c:pt idx="451">
                  <c:v>53565.0</c:v>
                </c:pt>
                <c:pt idx="452">
                  <c:v>53603.0</c:v>
                </c:pt>
                <c:pt idx="453">
                  <c:v>53610.0</c:v>
                </c:pt>
                <c:pt idx="454">
                  <c:v>53623.0</c:v>
                </c:pt>
                <c:pt idx="455">
                  <c:v>53723.0</c:v>
                </c:pt>
                <c:pt idx="456">
                  <c:v>53726.0</c:v>
                </c:pt>
                <c:pt idx="457">
                  <c:v>53728.0</c:v>
                </c:pt>
                <c:pt idx="458">
                  <c:v>53770.0</c:v>
                </c:pt>
                <c:pt idx="459">
                  <c:v>53787.0</c:v>
                </c:pt>
                <c:pt idx="460">
                  <c:v>53800.0</c:v>
                </c:pt>
                <c:pt idx="461">
                  <c:v>53804.0</c:v>
                </c:pt>
                <c:pt idx="462">
                  <c:v>53843.0</c:v>
                </c:pt>
                <c:pt idx="463">
                  <c:v>53844.0</c:v>
                </c:pt>
                <c:pt idx="464">
                  <c:v>53848.0</c:v>
                </c:pt>
                <c:pt idx="465">
                  <c:v>53861.0</c:v>
                </c:pt>
                <c:pt idx="466">
                  <c:v>53863.0</c:v>
                </c:pt>
                <c:pt idx="467">
                  <c:v>53907.0</c:v>
                </c:pt>
                <c:pt idx="468">
                  <c:v>53957.0</c:v>
                </c:pt>
                <c:pt idx="469">
                  <c:v>53990.0</c:v>
                </c:pt>
                <c:pt idx="470">
                  <c:v>54003.0</c:v>
                </c:pt>
                <c:pt idx="471">
                  <c:v>54053.0</c:v>
                </c:pt>
                <c:pt idx="472">
                  <c:v>54058.0</c:v>
                </c:pt>
                <c:pt idx="473">
                  <c:v>54064.0</c:v>
                </c:pt>
                <c:pt idx="474">
                  <c:v>54089.0</c:v>
                </c:pt>
                <c:pt idx="475">
                  <c:v>54122.0</c:v>
                </c:pt>
                <c:pt idx="476">
                  <c:v>54143.0</c:v>
                </c:pt>
                <c:pt idx="477">
                  <c:v>54271.0</c:v>
                </c:pt>
                <c:pt idx="478">
                  <c:v>54272.0</c:v>
                </c:pt>
                <c:pt idx="479">
                  <c:v>54311.0</c:v>
                </c:pt>
                <c:pt idx="480">
                  <c:v>54317.0</c:v>
                </c:pt>
                <c:pt idx="481">
                  <c:v>54338.0</c:v>
                </c:pt>
                <c:pt idx="482">
                  <c:v>54340.0</c:v>
                </c:pt>
                <c:pt idx="483">
                  <c:v>54400.0</c:v>
                </c:pt>
                <c:pt idx="484">
                  <c:v>54434.0</c:v>
                </c:pt>
                <c:pt idx="485">
                  <c:v>54475.0</c:v>
                </c:pt>
                <c:pt idx="486">
                  <c:v>54521.0</c:v>
                </c:pt>
                <c:pt idx="487">
                  <c:v>54655.0</c:v>
                </c:pt>
                <c:pt idx="488">
                  <c:v>54664.0</c:v>
                </c:pt>
                <c:pt idx="489">
                  <c:v>54705.0</c:v>
                </c:pt>
                <c:pt idx="490">
                  <c:v>54742.0</c:v>
                </c:pt>
                <c:pt idx="491">
                  <c:v>54771.0</c:v>
                </c:pt>
                <c:pt idx="492">
                  <c:v>54794.0</c:v>
                </c:pt>
                <c:pt idx="493">
                  <c:v>54820.0</c:v>
                </c:pt>
                <c:pt idx="494">
                  <c:v>54869.0</c:v>
                </c:pt>
                <c:pt idx="495">
                  <c:v>54886.0</c:v>
                </c:pt>
                <c:pt idx="496">
                  <c:v>54897.0</c:v>
                </c:pt>
                <c:pt idx="497">
                  <c:v>54902.0</c:v>
                </c:pt>
                <c:pt idx="498">
                  <c:v>54914.0</c:v>
                </c:pt>
                <c:pt idx="499">
                  <c:v>54914.0</c:v>
                </c:pt>
                <c:pt idx="500">
                  <c:v>54947.0</c:v>
                </c:pt>
                <c:pt idx="501">
                  <c:v>54951.0</c:v>
                </c:pt>
                <c:pt idx="502">
                  <c:v>55017.0</c:v>
                </c:pt>
                <c:pt idx="503">
                  <c:v>55031.0</c:v>
                </c:pt>
                <c:pt idx="504">
                  <c:v>55041.0</c:v>
                </c:pt>
                <c:pt idx="505">
                  <c:v>55045.0</c:v>
                </c:pt>
                <c:pt idx="506">
                  <c:v>55055.0</c:v>
                </c:pt>
                <c:pt idx="507">
                  <c:v>55204.0</c:v>
                </c:pt>
                <c:pt idx="508">
                  <c:v>55232.0</c:v>
                </c:pt>
                <c:pt idx="509">
                  <c:v>55294.0</c:v>
                </c:pt>
                <c:pt idx="510">
                  <c:v>55362.0</c:v>
                </c:pt>
                <c:pt idx="511">
                  <c:v>55376.0</c:v>
                </c:pt>
                <c:pt idx="512">
                  <c:v>55383.0</c:v>
                </c:pt>
                <c:pt idx="513">
                  <c:v>55396.0</c:v>
                </c:pt>
                <c:pt idx="514">
                  <c:v>55443.0</c:v>
                </c:pt>
                <c:pt idx="515">
                  <c:v>55494.0</c:v>
                </c:pt>
                <c:pt idx="516">
                  <c:v>55504.0</c:v>
                </c:pt>
                <c:pt idx="517">
                  <c:v>55541.0</c:v>
                </c:pt>
                <c:pt idx="518">
                  <c:v>55552.0</c:v>
                </c:pt>
                <c:pt idx="519">
                  <c:v>55552.0</c:v>
                </c:pt>
                <c:pt idx="520">
                  <c:v>55619.0</c:v>
                </c:pt>
                <c:pt idx="521">
                  <c:v>55624.0</c:v>
                </c:pt>
                <c:pt idx="522">
                  <c:v>55646.0</c:v>
                </c:pt>
                <c:pt idx="523">
                  <c:v>55660.0</c:v>
                </c:pt>
                <c:pt idx="524">
                  <c:v>55700.0</c:v>
                </c:pt>
                <c:pt idx="525">
                  <c:v>55736.0</c:v>
                </c:pt>
                <c:pt idx="526">
                  <c:v>55774.0</c:v>
                </c:pt>
                <c:pt idx="527">
                  <c:v>55789.0</c:v>
                </c:pt>
                <c:pt idx="528">
                  <c:v>55817.0</c:v>
                </c:pt>
                <c:pt idx="529">
                  <c:v>55838.0</c:v>
                </c:pt>
                <c:pt idx="530">
                  <c:v>55921.0</c:v>
                </c:pt>
                <c:pt idx="531">
                  <c:v>55930.0</c:v>
                </c:pt>
                <c:pt idx="532">
                  <c:v>55933.0</c:v>
                </c:pt>
                <c:pt idx="533">
                  <c:v>55961.0</c:v>
                </c:pt>
                <c:pt idx="534">
                  <c:v>55966.0</c:v>
                </c:pt>
                <c:pt idx="535">
                  <c:v>56075.0</c:v>
                </c:pt>
                <c:pt idx="536">
                  <c:v>56075.0</c:v>
                </c:pt>
                <c:pt idx="537">
                  <c:v>56132.0</c:v>
                </c:pt>
                <c:pt idx="538">
                  <c:v>56196.0</c:v>
                </c:pt>
                <c:pt idx="539">
                  <c:v>56201.0</c:v>
                </c:pt>
                <c:pt idx="540">
                  <c:v>56210.0</c:v>
                </c:pt>
                <c:pt idx="541">
                  <c:v>56257.0</c:v>
                </c:pt>
                <c:pt idx="542">
                  <c:v>56274.0</c:v>
                </c:pt>
                <c:pt idx="543">
                  <c:v>56309.0</c:v>
                </c:pt>
                <c:pt idx="544">
                  <c:v>56313.0</c:v>
                </c:pt>
                <c:pt idx="545">
                  <c:v>56380.0</c:v>
                </c:pt>
                <c:pt idx="546">
                  <c:v>56405.0</c:v>
                </c:pt>
                <c:pt idx="547">
                  <c:v>56458.0</c:v>
                </c:pt>
                <c:pt idx="548">
                  <c:v>56621.0</c:v>
                </c:pt>
                <c:pt idx="549">
                  <c:v>56733.0</c:v>
                </c:pt>
                <c:pt idx="550">
                  <c:v>56778.0</c:v>
                </c:pt>
                <c:pt idx="551">
                  <c:v>56807.0</c:v>
                </c:pt>
                <c:pt idx="552">
                  <c:v>56878.0</c:v>
                </c:pt>
                <c:pt idx="553">
                  <c:v>56878.0</c:v>
                </c:pt>
                <c:pt idx="554">
                  <c:v>56911.0</c:v>
                </c:pt>
                <c:pt idx="555">
                  <c:v>56918.0</c:v>
                </c:pt>
                <c:pt idx="556">
                  <c:v>56930.0</c:v>
                </c:pt>
                <c:pt idx="557">
                  <c:v>56950.0</c:v>
                </c:pt>
                <c:pt idx="558">
                  <c:v>56955.0</c:v>
                </c:pt>
                <c:pt idx="559">
                  <c:v>56996.0</c:v>
                </c:pt>
                <c:pt idx="560">
                  <c:v>57089.0</c:v>
                </c:pt>
                <c:pt idx="561">
                  <c:v>57103.0</c:v>
                </c:pt>
                <c:pt idx="562">
                  <c:v>57106.0</c:v>
                </c:pt>
                <c:pt idx="563">
                  <c:v>57125.0</c:v>
                </c:pt>
                <c:pt idx="564">
                  <c:v>57165.0</c:v>
                </c:pt>
                <c:pt idx="565">
                  <c:v>57165.0</c:v>
                </c:pt>
                <c:pt idx="566">
                  <c:v>57180.0</c:v>
                </c:pt>
                <c:pt idx="567">
                  <c:v>57214.0</c:v>
                </c:pt>
                <c:pt idx="568">
                  <c:v>57273.0</c:v>
                </c:pt>
                <c:pt idx="569">
                  <c:v>57273.0</c:v>
                </c:pt>
                <c:pt idx="570">
                  <c:v>57478.0</c:v>
                </c:pt>
                <c:pt idx="571">
                  <c:v>57529.0</c:v>
                </c:pt>
                <c:pt idx="572">
                  <c:v>57550.0</c:v>
                </c:pt>
                <c:pt idx="573">
                  <c:v>57556.0</c:v>
                </c:pt>
                <c:pt idx="574">
                  <c:v>57602.0</c:v>
                </c:pt>
                <c:pt idx="575">
                  <c:v>57673.0</c:v>
                </c:pt>
                <c:pt idx="576">
                  <c:v>57687.0</c:v>
                </c:pt>
                <c:pt idx="577">
                  <c:v>57815.0</c:v>
                </c:pt>
                <c:pt idx="578">
                  <c:v>57817.0</c:v>
                </c:pt>
                <c:pt idx="579">
                  <c:v>57949.0</c:v>
                </c:pt>
                <c:pt idx="580">
                  <c:v>58009.0</c:v>
                </c:pt>
                <c:pt idx="581">
                  <c:v>58047.0</c:v>
                </c:pt>
                <c:pt idx="582">
                  <c:v>58063.0</c:v>
                </c:pt>
                <c:pt idx="583">
                  <c:v>58099.0</c:v>
                </c:pt>
                <c:pt idx="584">
                  <c:v>58170.0</c:v>
                </c:pt>
                <c:pt idx="585">
                  <c:v>58285.0</c:v>
                </c:pt>
                <c:pt idx="586">
                  <c:v>58289.0</c:v>
                </c:pt>
                <c:pt idx="587">
                  <c:v>58289.0</c:v>
                </c:pt>
                <c:pt idx="588">
                  <c:v>58295.0</c:v>
                </c:pt>
                <c:pt idx="589">
                  <c:v>58316.0</c:v>
                </c:pt>
                <c:pt idx="590">
                  <c:v>58336.0</c:v>
                </c:pt>
                <c:pt idx="591">
                  <c:v>58336.0</c:v>
                </c:pt>
                <c:pt idx="592">
                  <c:v>58343.0</c:v>
                </c:pt>
                <c:pt idx="593">
                  <c:v>58354.0</c:v>
                </c:pt>
                <c:pt idx="594">
                  <c:v>58363.0</c:v>
                </c:pt>
                <c:pt idx="595">
                  <c:v>58375.0</c:v>
                </c:pt>
                <c:pt idx="596">
                  <c:v>58386.0</c:v>
                </c:pt>
                <c:pt idx="597">
                  <c:v>58418.0</c:v>
                </c:pt>
                <c:pt idx="598">
                  <c:v>58427.0</c:v>
                </c:pt>
                <c:pt idx="599">
                  <c:v>58433.0</c:v>
                </c:pt>
                <c:pt idx="600">
                  <c:v>58448.0</c:v>
                </c:pt>
                <c:pt idx="601">
                  <c:v>58469.0</c:v>
                </c:pt>
                <c:pt idx="602">
                  <c:v>58537.0</c:v>
                </c:pt>
                <c:pt idx="603">
                  <c:v>58561.0</c:v>
                </c:pt>
                <c:pt idx="604">
                  <c:v>58572.0</c:v>
                </c:pt>
                <c:pt idx="605">
                  <c:v>58656.0</c:v>
                </c:pt>
                <c:pt idx="606">
                  <c:v>58700.0</c:v>
                </c:pt>
                <c:pt idx="607">
                  <c:v>58709.0</c:v>
                </c:pt>
                <c:pt idx="608">
                  <c:v>58759.0</c:v>
                </c:pt>
                <c:pt idx="609">
                  <c:v>58799.0</c:v>
                </c:pt>
                <c:pt idx="610">
                  <c:v>58826.0</c:v>
                </c:pt>
                <c:pt idx="611">
                  <c:v>58829.0</c:v>
                </c:pt>
                <c:pt idx="612">
                  <c:v>58832.0</c:v>
                </c:pt>
                <c:pt idx="613">
                  <c:v>58845.0</c:v>
                </c:pt>
                <c:pt idx="614">
                  <c:v>58896.0</c:v>
                </c:pt>
                <c:pt idx="615">
                  <c:v>59045.0</c:v>
                </c:pt>
                <c:pt idx="616">
                  <c:v>59058.0</c:v>
                </c:pt>
                <c:pt idx="617">
                  <c:v>59159.0</c:v>
                </c:pt>
                <c:pt idx="618">
                  <c:v>59209.0</c:v>
                </c:pt>
                <c:pt idx="619">
                  <c:v>59217.0</c:v>
                </c:pt>
                <c:pt idx="620">
                  <c:v>59224.0</c:v>
                </c:pt>
                <c:pt idx="621">
                  <c:v>59268.0</c:v>
                </c:pt>
                <c:pt idx="622">
                  <c:v>59274.0</c:v>
                </c:pt>
                <c:pt idx="623">
                  <c:v>59282.0</c:v>
                </c:pt>
                <c:pt idx="624">
                  <c:v>59317.0</c:v>
                </c:pt>
                <c:pt idx="625">
                  <c:v>59354.0</c:v>
                </c:pt>
                <c:pt idx="626">
                  <c:v>59384.0</c:v>
                </c:pt>
                <c:pt idx="627">
                  <c:v>59436.0</c:v>
                </c:pt>
                <c:pt idx="628">
                  <c:v>59460.0</c:v>
                </c:pt>
                <c:pt idx="629">
                  <c:v>59483.0</c:v>
                </c:pt>
                <c:pt idx="630">
                  <c:v>59492.0</c:v>
                </c:pt>
                <c:pt idx="631">
                  <c:v>59498.0</c:v>
                </c:pt>
                <c:pt idx="632">
                  <c:v>59531.0</c:v>
                </c:pt>
                <c:pt idx="633">
                  <c:v>59541.0</c:v>
                </c:pt>
                <c:pt idx="634">
                  <c:v>59572.0</c:v>
                </c:pt>
                <c:pt idx="635">
                  <c:v>59593.0</c:v>
                </c:pt>
                <c:pt idx="636">
                  <c:v>59629.0</c:v>
                </c:pt>
                <c:pt idx="637">
                  <c:v>59728.0</c:v>
                </c:pt>
                <c:pt idx="638">
                  <c:v>59761.0</c:v>
                </c:pt>
                <c:pt idx="639">
                  <c:v>59764.0</c:v>
                </c:pt>
                <c:pt idx="640">
                  <c:v>59831.0</c:v>
                </c:pt>
                <c:pt idx="641">
                  <c:v>59841.0</c:v>
                </c:pt>
                <c:pt idx="642">
                  <c:v>59850.0</c:v>
                </c:pt>
                <c:pt idx="643">
                  <c:v>59871.0</c:v>
                </c:pt>
                <c:pt idx="644">
                  <c:v>59892.0</c:v>
                </c:pt>
                <c:pt idx="645">
                  <c:v>59908.0</c:v>
                </c:pt>
                <c:pt idx="646">
                  <c:v>59950.0</c:v>
                </c:pt>
                <c:pt idx="647">
                  <c:v>59982.0</c:v>
                </c:pt>
                <c:pt idx="648">
                  <c:v>59986.0</c:v>
                </c:pt>
                <c:pt idx="649">
                  <c:v>59986.0</c:v>
                </c:pt>
                <c:pt idx="650">
                  <c:v>59993.0</c:v>
                </c:pt>
                <c:pt idx="651">
                  <c:v>60123.0</c:v>
                </c:pt>
                <c:pt idx="652">
                  <c:v>60126.0</c:v>
                </c:pt>
                <c:pt idx="653">
                  <c:v>60144.0</c:v>
                </c:pt>
                <c:pt idx="654">
                  <c:v>60194.0</c:v>
                </c:pt>
                <c:pt idx="655">
                  <c:v>60327.0</c:v>
                </c:pt>
                <c:pt idx="656">
                  <c:v>60376.0</c:v>
                </c:pt>
                <c:pt idx="657">
                  <c:v>60583.0</c:v>
                </c:pt>
                <c:pt idx="658">
                  <c:v>60615.0</c:v>
                </c:pt>
                <c:pt idx="659">
                  <c:v>60663.0</c:v>
                </c:pt>
                <c:pt idx="660">
                  <c:v>60681.0</c:v>
                </c:pt>
                <c:pt idx="661">
                  <c:v>60787.0</c:v>
                </c:pt>
                <c:pt idx="662">
                  <c:v>60823.0</c:v>
                </c:pt>
                <c:pt idx="663">
                  <c:v>60883.0</c:v>
                </c:pt>
                <c:pt idx="664">
                  <c:v>60909.0</c:v>
                </c:pt>
                <c:pt idx="665">
                  <c:v>61012.0</c:v>
                </c:pt>
                <c:pt idx="666">
                  <c:v>61106.0</c:v>
                </c:pt>
                <c:pt idx="667">
                  <c:v>61107.0</c:v>
                </c:pt>
                <c:pt idx="668">
                  <c:v>61171.0</c:v>
                </c:pt>
                <c:pt idx="669">
                  <c:v>61289.0</c:v>
                </c:pt>
                <c:pt idx="670">
                  <c:v>61295.0</c:v>
                </c:pt>
                <c:pt idx="671">
                  <c:v>61296.0</c:v>
                </c:pt>
                <c:pt idx="672">
                  <c:v>61317.0</c:v>
                </c:pt>
                <c:pt idx="673">
                  <c:v>61389.0</c:v>
                </c:pt>
                <c:pt idx="674">
                  <c:v>61408.0</c:v>
                </c:pt>
                <c:pt idx="675">
                  <c:v>61462.0</c:v>
                </c:pt>
                <c:pt idx="676">
                  <c:v>61504.0</c:v>
                </c:pt>
                <c:pt idx="677">
                  <c:v>61511.0</c:v>
                </c:pt>
                <c:pt idx="678">
                  <c:v>61723.0</c:v>
                </c:pt>
                <c:pt idx="679">
                  <c:v>61772.0</c:v>
                </c:pt>
                <c:pt idx="680">
                  <c:v>61808.0</c:v>
                </c:pt>
                <c:pt idx="681">
                  <c:v>61824.0</c:v>
                </c:pt>
                <c:pt idx="682">
                  <c:v>61825.0</c:v>
                </c:pt>
                <c:pt idx="683">
                  <c:v>61860.0</c:v>
                </c:pt>
                <c:pt idx="684">
                  <c:v>61885.0</c:v>
                </c:pt>
                <c:pt idx="685">
                  <c:v>62069.0</c:v>
                </c:pt>
                <c:pt idx="686">
                  <c:v>62069.0</c:v>
                </c:pt>
                <c:pt idx="687">
                  <c:v>62079.0</c:v>
                </c:pt>
                <c:pt idx="688">
                  <c:v>62092.0</c:v>
                </c:pt>
                <c:pt idx="689">
                  <c:v>62101.0</c:v>
                </c:pt>
                <c:pt idx="690">
                  <c:v>62105.0</c:v>
                </c:pt>
                <c:pt idx="691">
                  <c:v>62105.0</c:v>
                </c:pt>
                <c:pt idx="692">
                  <c:v>62205.0</c:v>
                </c:pt>
                <c:pt idx="693">
                  <c:v>62208.0</c:v>
                </c:pt>
                <c:pt idx="694">
                  <c:v>62235.0</c:v>
                </c:pt>
                <c:pt idx="695">
                  <c:v>62381.0</c:v>
                </c:pt>
                <c:pt idx="696">
                  <c:v>62399.0</c:v>
                </c:pt>
                <c:pt idx="697">
                  <c:v>62621.0</c:v>
                </c:pt>
                <c:pt idx="698">
                  <c:v>62731.0</c:v>
                </c:pt>
                <c:pt idx="699">
                  <c:v>62830.0</c:v>
                </c:pt>
                <c:pt idx="700">
                  <c:v>62832.0</c:v>
                </c:pt>
                <c:pt idx="701">
                  <c:v>62860.0</c:v>
                </c:pt>
                <c:pt idx="702">
                  <c:v>62909.0</c:v>
                </c:pt>
                <c:pt idx="703">
                  <c:v>62927.0</c:v>
                </c:pt>
                <c:pt idx="704">
                  <c:v>62971.0</c:v>
                </c:pt>
                <c:pt idx="705">
                  <c:v>62972.0</c:v>
                </c:pt>
                <c:pt idx="706">
                  <c:v>63066.0</c:v>
                </c:pt>
                <c:pt idx="707">
                  <c:v>63191.0</c:v>
                </c:pt>
                <c:pt idx="708">
                  <c:v>63260.0</c:v>
                </c:pt>
                <c:pt idx="709">
                  <c:v>63268.0</c:v>
                </c:pt>
                <c:pt idx="710">
                  <c:v>63277.0</c:v>
                </c:pt>
                <c:pt idx="711">
                  <c:v>63446.0</c:v>
                </c:pt>
                <c:pt idx="712">
                  <c:v>63454.0</c:v>
                </c:pt>
                <c:pt idx="713">
                  <c:v>63494.0</c:v>
                </c:pt>
                <c:pt idx="714">
                  <c:v>63548.0</c:v>
                </c:pt>
                <c:pt idx="715">
                  <c:v>63646.0</c:v>
                </c:pt>
                <c:pt idx="716">
                  <c:v>63756.0</c:v>
                </c:pt>
                <c:pt idx="717">
                  <c:v>63764.0</c:v>
                </c:pt>
                <c:pt idx="718">
                  <c:v>63855.0</c:v>
                </c:pt>
                <c:pt idx="719">
                  <c:v>63878.0</c:v>
                </c:pt>
                <c:pt idx="720">
                  <c:v>63905.0</c:v>
                </c:pt>
                <c:pt idx="721">
                  <c:v>63926.0</c:v>
                </c:pt>
                <c:pt idx="722">
                  <c:v>63998.0</c:v>
                </c:pt>
                <c:pt idx="723">
                  <c:v>64027.0</c:v>
                </c:pt>
                <c:pt idx="724">
                  <c:v>64072.0</c:v>
                </c:pt>
                <c:pt idx="725">
                  <c:v>64249.0</c:v>
                </c:pt>
                <c:pt idx="726">
                  <c:v>64313.0</c:v>
                </c:pt>
                <c:pt idx="727">
                  <c:v>64506.0</c:v>
                </c:pt>
                <c:pt idx="728">
                  <c:v>64778.0</c:v>
                </c:pt>
                <c:pt idx="729">
                  <c:v>64873.0</c:v>
                </c:pt>
                <c:pt idx="730">
                  <c:v>64911.0</c:v>
                </c:pt>
                <c:pt idx="731">
                  <c:v>64973.0</c:v>
                </c:pt>
                <c:pt idx="732">
                  <c:v>65083.0</c:v>
                </c:pt>
                <c:pt idx="733">
                  <c:v>65222.0</c:v>
                </c:pt>
                <c:pt idx="734">
                  <c:v>65344.0</c:v>
                </c:pt>
                <c:pt idx="735">
                  <c:v>65464.0</c:v>
                </c:pt>
                <c:pt idx="736">
                  <c:v>65518.0</c:v>
                </c:pt>
                <c:pt idx="737">
                  <c:v>65543.0</c:v>
                </c:pt>
                <c:pt idx="738">
                  <c:v>65575.0</c:v>
                </c:pt>
                <c:pt idx="739">
                  <c:v>65590.0</c:v>
                </c:pt>
                <c:pt idx="740">
                  <c:v>65607.0</c:v>
                </c:pt>
                <c:pt idx="741">
                  <c:v>65668.0</c:v>
                </c:pt>
                <c:pt idx="742">
                  <c:v>65756.0</c:v>
                </c:pt>
                <c:pt idx="743">
                  <c:v>65793.0</c:v>
                </c:pt>
                <c:pt idx="744">
                  <c:v>65934.0</c:v>
                </c:pt>
                <c:pt idx="745">
                  <c:v>66099.0</c:v>
                </c:pt>
                <c:pt idx="746">
                  <c:v>66215.0</c:v>
                </c:pt>
                <c:pt idx="747">
                  <c:v>66240.0</c:v>
                </c:pt>
                <c:pt idx="748">
                  <c:v>66651.0</c:v>
                </c:pt>
                <c:pt idx="749">
                  <c:v>66677.0</c:v>
                </c:pt>
                <c:pt idx="750">
                  <c:v>66852.0</c:v>
                </c:pt>
                <c:pt idx="751">
                  <c:v>66942.0</c:v>
                </c:pt>
                <c:pt idx="752">
                  <c:v>66944.0</c:v>
                </c:pt>
                <c:pt idx="753">
                  <c:v>66990.0</c:v>
                </c:pt>
                <c:pt idx="754">
                  <c:v>67102.0</c:v>
                </c:pt>
                <c:pt idx="755">
                  <c:v>67145.0</c:v>
                </c:pt>
                <c:pt idx="756">
                  <c:v>67258.0</c:v>
                </c:pt>
                <c:pt idx="757">
                  <c:v>67416.0</c:v>
                </c:pt>
                <c:pt idx="758">
                  <c:v>67506.0</c:v>
                </c:pt>
                <c:pt idx="759">
                  <c:v>67516.0</c:v>
                </c:pt>
                <c:pt idx="760">
                  <c:v>67548.0</c:v>
                </c:pt>
                <c:pt idx="761">
                  <c:v>67589.0</c:v>
                </c:pt>
                <c:pt idx="762">
                  <c:v>67640.0</c:v>
                </c:pt>
                <c:pt idx="763">
                  <c:v>67705.0</c:v>
                </c:pt>
                <c:pt idx="764">
                  <c:v>67725.0</c:v>
                </c:pt>
                <c:pt idx="765">
                  <c:v>67753.0</c:v>
                </c:pt>
                <c:pt idx="766">
                  <c:v>67918.0</c:v>
                </c:pt>
                <c:pt idx="767">
                  <c:v>67991.0</c:v>
                </c:pt>
                <c:pt idx="768">
                  <c:v>68010.0</c:v>
                </c:pt>
                <c:pt idx="769">
                  <c:v>68140.0</c:v>
                </c:pt>
                <c:pt idx="770">
                  <c:v>68245.0</c:v>
                </c:pt>
                <c:pt idx="771">
                  <c:v>68424.0</c:v>
                </c:pt>
                <c:pt idx="772">
                  <c:v>68635.0</c:v>
                </c:pt>
                <c:pt idx="773">
                  <c:v>68712.0</c:v>
                </c:pt>
                <c:pt idx="774">
                  <c:v>68751.0</c:v>
                </c:pt>
                <c:pt idx="775">
                  <c:v>68831.0</c:v>
                </c:pt>
                <c:pt idx="776">
                  <c:v>68964.0</c:v>
                </c:pt>
                <c:pt idx="777">
                  <c:v>69039.0</c:v>
                </c:pt>
                <c:pt idx="778">
                  <c:v>69107.0</c:v>
                </c:pt>
                <c:pt idx="779">
                  <c:v>69151.0</c:v>
                </c:pt>
                <c:pt idx="780">
                  <c:v>69363.0</c:v>
                </c:pt>
                <c:pt idx="781">
                  <c:v>69498.0</c:v>
                </c:pt>
                <c:pt idx="782">
                  <c:v>69512.0</c:v>
                </c:pt>
                <c:pt idx="783">
                  <c:v>69571.0</c:v>
                </c:pt>
                <c:pt idx="784">
                  <c:v>69594.0</c:v>
                </c:pt>
                <c:pt idx="785">
                  <c:v>69952.0</c:v>
                </c:pt>
                <c:pt idx="786">
                  <c:v>70070.0</c:v>
                </c:pt>
                <c:pt idx="787">
                  <c:v>70080.0</c:v>
                </c:pt>
                <c:pt idx="788">
                  <c:v>70196.0</c:v>
                </c:pt>
                <c:pt idx="789">
                  <c:v>70204.0</c:v>
                </c:pt>
                <c:pt idx="790">
                  <c:v>70266.0</c:v>
                </c:pt>
                <c:pt idx="791">
                  <c:v>70378.0</c:v>
                </c:pt>
                <c:pt idx="792">
                  <c:v>70484.0</c:v>
                </c:pt>
                <c:pt idx="793">
                  <c:v>70527.0</c:v>
                </c:pt>
                <c:pt idx="794">
                  <c:v>70783.0</c:v>
                </c:pt>
                <c:pt idx="795">
                  <c:v>70871.0</c:v>
                </c:pt>
                <c:pt idx="796">
                  <c:v>70920.0</c:v>
                </c:pt>
                <c:pt idx="797">
                  <c:v>71030.0</c:v>
                </c:pt>
                <c:pt idx="798">
                  <c:v>71155.0</c:v>
                </c:pt>
                <c:pt idx="799">
                  <c:v>71353.0</c:v>
                </c:pt>
                <c:pt idx="800">
                  <c:v>71366.0</c:v>
                </c:pt>
                <c:pt idx="801">
                  <c:v>71517.0</c:v>
                </c:pt>
                <c:pt idx="802">
                  <c:v>71530.0</c:v>
                </c:pt>
                <c:pt idx="803">
                  <c:v>71668.0</c:v>
                </c:pt>
                <c:pt idx="804">
                  <c:v>71830.0</c:v>
                </c:pt>
                <c:pt idx="805">
                  <c:v>71901.0</c:v>
                </c:pt>
                <c:pt idx="806">
                  <c:v>71958.0</c:v>
                </c:pt>
                <c:pt idx="807">
                  <c:v>72105.0</c:v>
                </c:pt>
                <c:pt idx="808">
                  <c:v>72379.0</c:v>
                </c:pt>
                <c:pt idx="809">
                  <c:v>72690.0</c:v>
                </c:pt>
                <c:pt idx="810">
                  <c:v>72975.0</c:v>
                </c:pt>
                <c:pt idx="811">
                  <c:v>73157.0</c:v>
                </c:pt>
                <c:pt idx="812">
                  <c:v>73250.0</c:v>
                </c:pt>
                <c:pt idx="813">
                  <c:v>73371.0</c:v>
                </c:pt>
                <c:pt idx="814">
                  <c:v>73595.0</c:v>
                </c:pt>
                <c:pt idx="815">
                  <c:v>73721.0</c:v>
                </c:pt>
                <c:pt idx="816">
                  <c:v>73739.0</c:v>
                </c:pt>
                <c:pt idx="817">
                  <c:v>73897.0</c:v>
                </c:pt>
                <c:pt idx="818">
                  <c:v>73911.0</c:v>
                </c:pt>
                <c:pt idx="819">
                  <c:v>74360.0</c:v>
                </c:pt>
                <c:pt idx="820">
                  <c:v>74545.0</c:v>
                </c:pt>
                <c:pt idx="821">
                  <c:v>74652.0</c:v>
                </c:pt>
                <c:pt idx="822">
                  <c:v>74742.0</c:v>
                </c:pt>
                <c:pt idx="823">
                  <c:v>74895.0</c:v>
                </c:pt>
                <c:pt idx="824">
                  <c:v>75001.0</c:v>
                </c:pt>
                <c:pt idx="825">
                  <c:v>75059.0</c:v>
                </c:pt>
                <c:pt idx="826">
                  <c:v>75217.0</c:v>
                </c:pt>
                <c:pt idx="827">
                  <c:v>75272.0</c:v>
                </c:pt>
                <c:pt idx="828">
                  <c:v>75328.0</c:v>
                </c:pt>
                <c:pt idx="829">
                  <c:v>75482.0</c:v>
                </c:pt>
                <c:pt idx="830">
                  <c:v>75525.0</c:v>
                </c:pt>
                <c:pt idx="831">
                  <c:v>75537.0</c:v>
                </c:pt>
                <c:pt idx="832">
                  <c:v>75584.0</c:v>
                </c:pt>
                <c:pt idx="833">
                  <c:v>75701.0</c:v>
                </c:pt>
                <c:pt idx="834">
                  <c:v>75790.0</c:v>
                </c:pt>
                <c:pt idx="835">
                  <c:v>75951.0</c:v>
                </c:pt>
                <c:pt idx="836">
                  <c:v>76079.0</c:v>
                </c:pt>
                <c:pt idx="837">
                  <c:v>76124.0</c:v>
                </c:pt>
                <c:pt idx="838">
                  <c:v>76178.0</c:v>
                </c:pt>
                <c:pt idx="839">
                  <c:v>76310.0</c:v>
                </c:pt>
                <c:pt idx="840">
                  <c:v>76571.0</c:v>
                </c:pt>
                <c:pt idx="841">
                  <c:v>76786.0</c:v>
                </c:pt>
                <c:pt idx="842">
                  <c:v>77231.0</c:v>
                </c:pt>
                <c:pt idx="843">
                  <c:v>77235.0</c:v>
                </c:pt>
                <c:pt idx="844">
                  <c:v>77370.0</c:v>
                </c:pt>
                <c:pt idx="845">
                  <c:v>77449.0</c:v>
                </c:pt>
                <c:pt idx="846">
                  <c:v>77539.0</c:v>
                </c:pt>
                <c:pt idx="847">
                  <c:v>77644.0</c:v>
                </c:pt>
                <c:pt idx="848">
                  <c:v>77745.0</c:v>
                </c:pt>
                <c:pt idx="849">
                  <c:v>77779.0</c:v>
                </c:pt>
                <c:pt idx="850">
                  <c:v>77789.0</c:v>
                </c:pt>
                <c:pt idx="851">
                  <c:v>77819.0</c:v>
                </c:pt>
                <c:pt idx="852">
                  <c:v>78158.0</c:v>
                </c:pt>
                <c:pt idx="853">
                  <c:v>78257.0</c:v>
                </c:pt>
                <c:pt idx="854">
                  <c:v>78349.0</c:v>
                </c:pt>
                <c:pt idx="855">
                  <c:v>78354.0</c:v>
                </c:pt>
                <c:pt idx="856">
                  <c:v>78411.0</c:v>
                </c:pt>
                <c:pt idx="857">
                  <c:v>78445.0</c:v>
                </c:pt>
                <c:pt idx="858">
                  <c:v>78638.0</c:v>
                </c:pt>
                <c:pt idx="859">
                  <c:v>78812.0</c:v>
                </c:pt>
                <c:pt idx="860">
                  <c:v>78892.0</c:v>
                </c:pt>
                <c:pt idx="861">
                  <c:v>79042.0</c:v>
                </c:pt>
                <c:pt idx="862">
                  <c:v>79164.0</c:v>
                </c:pt>
                <c:pt idx="863">
                  <c:v>79966.0</c:v>
                </c:pt>
                <c:pt idx="864">
                  <c:v>80137.0</c:v>
                </c:pt>
                <c:pt idx="865">
                  <c:v>80257.0</c:v>
                </c:pt>
                <c:pt idx="866">
                  <c:v>80490.0</c:v>
                </c:pt>
                <c:pt idx="867">
                  <c:v>80516.0</c:v>
                </c:pt>
                <c:pt idx="868">
                  <c:v>80928.0</c:v>
                </c:pt>
                <c:pt idx="869">
                  <c:v>81400.0</c:v>
                </c:pt>
                <c:pt idx="870">
                  <c:v>82509.0</c:v>
                </c:pt>
                <c:pt idx="871">
                  <c:v>82592.0</c:v>
                </c:pt>
                <c:pt idx="872">
                  <c:v>82652.0</c:v>
                </c:pt>
                <c:pt idx="873">
                  <c:v>82721.0</c:v>
                </c:pt>
                <c:pt idx="874">
                  <c:v>82735.0</c:v>
                </c:pt>
                <c:pt idx="875">
                  <c:v>82804.0</c:v>
                </c:pt>
                <c:pt idx="876">
                  <c:v>82939.0</c:v>
                </c:pt>
                <c:pt idx="877">
                  <c:v>83214.0</c:v>
                </c:pt>
                <c:pt idx="878">
                  <c:v>83238.0</c:v>
                </c:pt>
                <c:pt idx="879">
                  <c:v>83759.0</c:v>
                </c:pt>
                <c:pt idx="880">
                  <c:v>83847.0</c:v>
                </c:pt>
                <c:pt idx="881">
                  <c:v>84131.0</c:v>
                </c:pt>
                <c:pt idx="882">
                  <c:v>84131.0</c:v>
                </c:pt>
                <c:pt idx="883">
                  <c:v>84131.0</c:v>
                </c:pt>
                <c:pt idx="884">
                  <c:v>84648.0</c:v>
                </c:pt>
                <c:pt idx="885">
                  <c:v>84713.0</c:v>
                </c:pt>
                <c:pt idx="886">
                  <c:v>84803.0</c:v>
                </c:pt>
                <c:pt idx="887">
                  <c:v>85035.0</c:v>
                </c:pt>
                <c:pt idx="888">
                  <c:v>85139.0</c:v>
                </c:pt>
                <c:pt idx="889">
                  <c:v>85569.0</c:v>
                </c:pt>
                <c:pt idx="890">
                  <c:v>86182.0</c:v>
                </c:pt>
                <c:pt idx="891">
                  <c:v>86316.0</c:v>
                </c:pt>
                <c:pt idx="892">
                  <c:v>86522.0</c:v>
                </c:pt>
                <c:pt idx="893">
                  <c:v>86881.0</c:v>
                </c:pt>
                <c:pt idx="894">
                  <c:v>87054.0</c:v>
                </c:pt>
                <c:pt idx="895">
                  <c:v>87555.0</c:v>
                </c:pt>
                <c:pt idx="896">
                  <c:v>87989.0</c:v>
                </c:pt>
                <c:pt idx="897">
                  <c:v>88604.0</c:v>
                </c:pt>
                <c:pt idx="898">
                  <c:v>88665.0</c:v>
                </c:pt>
                <c:pt idx="899">
                  <c:v>88794.0</c:v>
                </c:pt>
                <c:pt idx="900">
                  <c:v>89070.0</c:v>
                </c:pt>
                <c:pt idx="901">
                  <c:v>89363.0</c:v>
                </c:pt>
                <c:pt idx="902">
                  <c:v>89696.0</c:v>
                </c:pt>
                <c:pt idx="903">
                  <c:v>89718.0</c:v>
                </c:pt>
                <c:pt idx="904">
                  <c:v>89812.0</c:v>
                </c:pt>
                <c:pt idx="905">
                  <c:v>90008.0</c:v>
                </c:pt>
                <c:pt idx="906">
                  <c:v>90543.0</c:v>
                </c:pt>
                <c:pt idx="907">
                  <c:v>90779.0</c:v>
                </c:pt>
                <c:pt idx="908">
                  <c:v>90873.0</c:v>
                </c:pt>
                <c:pt idx="909">
                  <c:v>91410.0</c:v>
                </c:pt>
                <c:pt idx="910">
                  <c:v>91565.0</c:v>
                </c:pt>
                <c:pt idx="911">
                  <c:v>91885.0</c:v>
                </c:pt>
                <c:pt idx="912">
                  <c:v>92498.0</c:v>
                </c:pt>
                <c:pt idx="913">
                  <c:v>92538.0</c:v>
                </c:pt>
                <c:pt idx="914">
                  <c:v>92538.0</c:v>
                </c:pt>
                <c:pt idx="915">
                  <c:v>93487.0</c:v>
                </c:pt>
                <c:pt idx="916">
                  <c:v>93807.0</c:v>
                </c:pt>
                <c:pt idx="917">
                  <c:v>94810.0</c:v>
                </c:pt>
                <c:pt idx="918">
                  <c:v>94823.0</c:v>
                </c:pt>
                <c:pt idx="919">
                  <c:v>97434.0</c:v>
                </c:pt>
                <c:pt idx="920">
                  <c:v>97800.0</c:v>
                </c:pt>
                <c:pt idx="921">
                  <c:v>99980.0</c:v>
                </c:pt>
                <c:pt idx="922">
                  <c:v>100423.0</c:v>
                </c:pt>
                <c:pt idx="923">
                  <c:v>100533.0</c:v>
                </c:pt>
                <c:pt idx="924">
                  <c:v>101817.0</c:v>
                </c:pt>
                <c:pt idx="925">
                  <c:v>102051.0</c:v>
                </c:pt>
                <c:pt idx="926">
                  <c:v>102491.0</c:v>
                </c:pt>
                <c:pt idx="927">
                  <c:v>103470.0</c:v>
                </c:pt>
                <c:pt idx="928">
                  <c:v>103494.0</c:v>
                </c:pt>
                <c:pt idx="929">
                  <c:v>103937.0</c:v>
                </c:pt>
                <c:pt idx="930">
                  <c:v>104043.0</c:v>
                </c:pt>
                <c:pt idx="931">
                  <c:v>104736.0</c:v>
                </c:pt>
                <c:pt idx="932">
                  <c:v>105584.0</c:v>
                </c:pt>
                <c:pt idx="933">
                  <c:v>108772.0</c:v>
                </c:pt>
                <c:pt idx="934">
                  <c:v>109183.0</c:v>
                </c:pt>
                <c:pt idx="935">
                  <c:v>110066.0</c:v>
                </c:pt>
                <c:pt idx="936">
                  <c:v>111371.0</c:v>
                </c:pt>
                <c:pt idx="937">
                  <c:v>114862.0</c:v>
                </c:pt>
                <c:pt idx="938">
                  <c:v>120959.0</c:v>
                </c:pt>
                <c:pt idx="939">
                  <c:v>124080.0</c:v>
                </c:pt>
                <c:pt idx="940">
                  <c:v>128566.0</c:v>
                </c:pt>
                <c:pt idx="941">
                  <c:v>138687.0</c:v>
                </c:pt>
                <c:pt idx="942">
                  <c:v>143372.0</c:v>
                </c:pt>
              </c:numCache>
            </c:numRef>
          </c:yVal>
          <c:smooth val="0"/>
        </c:ser>
        <c:ser>
          <c:idx val="1"/>
          <c:order val="1"/>
          <c:tx>
            <c:strRef>
              <c:f>Sheet1!$B$946</c:f>
              <c:strCache>
                <c:ptCount val="1"/>
                <c:pt idx="0">
                  <c:v>Public institutions</c:v>
                </c:pt>
              </c:strCache>
            </c:strRef>
          </c:tx>
          <c:spPr>
            <a:ln w="47625">
              <a:noFill/>
            </a:ln>
          </c:spPr>
          <c:marker>
            <c:symbol val="circle"/>
            <c:size val="4"/>
            <c:spPr>
              <a:solidFill>
                <a:srgbClr val="8A8D8F">
                  <a:alpha val="80000"/>
                </a:srgbClr>
              </a:solidFill>
              <a:ln>
                <a:noFill/>
              </a:ln>
            </c:spPr>
          </c:marker>
          <c:xVal>
            <c:numRef>
              <c:f>Sheet1!$A$947:$A$1529</c:f>
              <c:numCache>
                <c:formatCode>General</c:formatCode>
                <c:ptCount val="583"/>
                <c:pt idx="0">
                  <c:v>13648.0</c:v>
                </c:pt>
                <c:pt idx="1">
                  <c:v>2789.0</c:v>
                </c:pt>
                <c:pt idx="2">
                  <c:v>7765.0</c:v>
                </c:pt>
                <c:pt idx="3">
                  <c:v>12675.0</c:v>
                </c:pt>
                <c:pt idx="4">
                  <c:v>10680.0</c:v>
                </c:pt>
                <c:pt idx="5">
                  <c:v>12945.0</c:v>
                </c:pt>
                <c:pt idx="6">
                  <c:v>10176.0</c:v>
                </c:pt>
                <c:pt idx="7">
                  <c:v>9922.0</c:v>
                </c:pt>
                <c:pt idx="8">
                  <c:v>10990.0</c:v>
                </c:pt>
                <c:pt idx="9">
                  <c:v>9686.0</c:v>
                </c:pt>
                <c:pt idx="10">
                  <c:v>5258.0</c:v>
                </c:pt>
                <c:pt idx="11">
                  <c:v>11504.0</c:v>
                </c:pt>
                <c:pt idx="12">
                  <c:v>13096.0</c:v>
                </c:pt>
                <c:pt idx="13">
                  <c:v>14810.0</c:v>
                </c:pt>
                <c:pt idx="14">
                  <c:v>8484.0</c:v>
                </c:pt>
                <c:pt idx="15">
                  <c:v>20435.0</c:v>
                </c:pt>
                <c:pt idx="16">
                  <c:v>6842.0</c:v>
                </c:pt>
                <c:pt idx="17">
                  <c:v>1807.0</c:v>
                </c:pt>
                <c:pt idx="18">
                  <c:v>12653.0</c:v>
                </c:pt>
                <c:pt idx="19">
                  <c:v>8767.0</c:v>
                </c:pt>
                <c:pt idx="20">
                  <c:v>9175.0</c:v>
                </c:pt>
                <c:pt idx="21">
                  <c:v>8598.0</c:v>
                </c:pt>
                <c:pt idx="22">
                  <c:v>8040.0</c:v>
                </c:pt>
                <c:pt idx="23">
                  <c:v>13265.0</c:v>
                </c:pt>
                <c:pt idx="24">
                  <c:v>7770.0</c:v>
                </c:pt>
                <c:pt idx="25">
                  <c:v>10338.0</c:v>
                </c:pt>
                <c:pt idx="26">
                  <c:v>3957.0</c:v>
                </c:pt>
                <c:pt idx="27">
                  <c:v>14287.0</c:v>
                </c:pt>
                <c:pt idx="28">
                  <c:v>7177.0</c:v>
                </c:pt>
                <c:pt idx="29">
                  <c:v>6440.0</c:v>
                </c:pt>
                <c:pt idx="30">
                  <c:v>1133.0</c:v>
                </c:pt>
                <c:pt idx="31">
                  <c:v>14265.0</c:v>
                </c:pt>
                <c:pt idx="32">
                  <c:v>8105.0</c:v>
                </c:pt>
                <c:pt idx="33">
                  <c:v>5364.0</c:v>
                </c:pt>
                <c:pt idx="34">
                  <c:v>8172.0</c:v>
                </c:pt>
                <c:pt idx="35">
                  <c:v>7276.0</c:v>
                </c:pt>
                <c:pt idx="36">
                  <c:v>12088.0</c:v>
                </c:pt>
                <c:pt idx="37">
                  <c:v>13684.0</c:v>
                </c:pt>
                <c:pt idx="38">
                  <c:v>18097.0</c:v>
                </c:pt>
                <c:pt idx="39">
                  <c:v>3815.0</c:v>
                </c:pt>
                <c:pt idx="40">
                  <c:v>4904.0</c:v>
                </c:pt>
                <c:pt idx="41">
                  <c:v>7469.0</c:v>
                </c:pt>
                <c:pt idx="42">
                  <c:v>12798.0</c:v>
                </c:pt>
                <c:pt idx="43">
                  <c:v>16590.0</c:v>
                </c:pt>
                <c:pt idx="44">
                  <c:v>23836.0</c:v>
                </c:pt>
                <c:pt idx="45">
                  <c:v>8889.0</c:v>
                </c:pt>
                <c:pt idx="46">
                  <c:v>8522.0</c:v>
                </c:pt>
                <c:pt idx="47">
                  <c:v>8471.0</c:v>
                </c:pt>
                <c:pt idx="48">
                  <c:v>14006.0</c:v>
                </c:pt>
                <c:pt idx="49">
                  <c:v>15261.0</c:v>
                </c:pt>
                <c:pt idx="50">
                  <c:v>19092.0</c:v>
                </c:pt>
                <c:pt idx="51">
                  <c:v>14381.0</c:v>
                </c:pt>
                <c:pt idx="52">
                  <c:v>4571.0</c:v>
                </c:pt>
                <c:pt idx="53">
                  <c:v>5203.0</c:v>
                </c:pt>
                <c:pt idx="54">
                  <c:v>3877.0</c:v>
                </c:pt>
                <c:pt idx="55">
                  <c:v>6364.0</c:v>
                </c:pt>
                <c:pt idx="56">
                  <c:v>10912.0</c:v>
                </c:pt>
                <c:pt idx="57">
                  <c:v>7892.0</c:v>
                </c:pt>
                <c:pt idx="58">
                  <c:v>5012.0</c:v>
                </c:pt>
                <c:pt idx="59">
                  <c:v>22356.0</c:v>
                </c:pt>
                <c:pt idx="60">
                  <c:v>10924.0</c:v>
                </c:pt>
                <c:pt idx="61">
                  <c:v>11139.0</c:v>
                </c:pt>
                <c:pt idx="62">
                  <c:v>9427.0</c:v>
                </c:pt>
                <c:pt idx="63">
                  <c:v>17621.0</c:v>
                </c:pt>
                <c:pt idx="64">
                  <c:v>11898.0</c:v>
                </c:pt>
                <c:pt idx="65">
                  <c:v>12361.0</c:v>
                </c:pt>
                <c:pt idx="66">
                  <c:v>7035.0</c:v>
                </c:pt>
                <c:pt idx="67">
                  <c:v>10574.0</c:v>
                </c:pt>
                <c:pt idx="68">
                  <c:v>19809.0</c:v>
                </c:pt>
                <c:pt idx="69">
                  <c:v>11225.0</c:v>
                </c:pt>
                <c:pt idx="70">
                  <c:v>12767.0</c:v>
                </c:pt>
                <c:pt idx="71">
                  <c:v>6135.0</c:v>
                </c:pt>
                <c:pt idx="72">
                  <c:v>8970.0</c:v>
                </c:pt>
                <c:pt idx="73">
                  <c:v>12970.0</c:v>
                </c:pt>
                <c:pt idx="74">
                  <c:v>13286.0</c:v>
                </c:pt>
                <c:pt idx="75">
                  <c:v>6624.0</c:v>
                </c:pt>
                <c:pt idx="76">
                  <c:v>13540.0</c:v>
                </c:pt>
                <c:pt idx="77">
                  <c:v>16527.0</c:v>
                </c:pt>
                <c:pt idx="78">
                  <c:v>7065.0</c:v>
                </c:pt>
                <c:pt idx="79">
                  <c:v>4128.0</c:v>
                </c:pt>
                <c:pt idx="80">
                  <c:v>14027.0</c:v>
                </c:pt>
                <c:pt idx="81">
                  <c:v>15363.0</c:v>
                </c:pt>
                <c:pt idx="82">
                  <c:v>1471.0</c:v>
                </c:pt>
                <c:pt idx="83">
                  <c:v>12366.0</c:v>
                </c:pt>
                <c:pt idx="84">
                  <c:v>12007.0</c:v>
                </c:pt>
                <c:pt idx="85">
                  <c:v>13251.0</c:v>
                </c:pt>
                <c:pt idx="86">
                  <c:v>9966.0</c:v>
                </c:pt>
                <c:pt idx="87">
                  <c:v>15796.0</c:v>
                </c:pt>
                <c:pt idx="88">
                  <c:v>12335.0</c:v>
                </c:pt>
                <c:pt idx="89">
                  <c:v>17683.0</c:v>
                </c:pt>
                <c:pt idx="90">
                  <c:v>15359.0</c:v>
                </c:pt>
                <c:pt idx="91">
                  <c:v>9862.0</c:v>
                </c:pt>
                <c:pt idx="92">
                  <c:v>15314.0</c:v>
                </c:pt>
                <c:pt idx="93">
                  <c:v>14977.0</c:v>
                </c:pt>
                <c:pt idx="94">
                  <c:v>6928.0</c:v>
                </c:pt>
                <c:pt idx="95">
                  <c:v>9793.0</c:v>
                </c:pt>
                <c:pt idx="96">
                  <c:v>16558.0</c:v>
                </c:pt>
                <c:pt idx="97">
                  <c:v>15939.0</c:v>
                </c:pt>
                <c:pt idx="98">
                  <c:v>15366.0</c:v>
                </c:pt>
                <c:pt idx="99">
                  <c:v>5130.0</c:v>
                </c:pt>
                <c:pt idx="100">
                  <c:v>20077.0</c:v>
                </c:pt>
                <c:pt idx="101">
                  <c:v>10260.0</c:v>
                </c:pt>
                <c:pt idx="102">
                  <c:v>7247.0</c:v>
                </c:pt>
                <c:pt idx="103">
                  <c:v>23405.0</c:v>
                </c:pt>
                <c:pt idx="104">
                  <c:v>11386.0</c:v>
                </c:pt>
                <c:pt idx="105">
                  <c:v>10990.0</c:v>
                </c:pt>
                <c:pt idx="106">
                  <c:v>12250.0</c:v>
                </c:pt>
                <c:pt idx="107">
                  <c:v>15882.0</c:v>
                </c:pt>
                <c:pt idx="108">
                  <c:v>7813.0</c:v>
                </c:pt>
                <c:pt idx="109">
                  <c:v>21708.0</c:v>
                </c:pt>
                <c:pt idx="110">
                  <c:v>10701.0</c:v>
                </c:pt>
                <c:pt idx="111">
                  <c:v>12684.0</c:v>
                </c:pt>
                <c:pt idx="112">
                  <c:v>10648.0</c:v>
                </c:pt>
                <c:pt idx="113">
                  <c:v>16524.0</c:v>
                </c:pt>
                <c:pt idx="114">
                  <c:v>9735.0</c:v>
                </c:pt>
                <c:pt idx="115">
                  <c:v>13739.0</c:v>
                </c:pt>
                <c:pt idx="116">
                  <c:v>10104.0</c:v>
                </c:pt>
                <c:pt idx="117">
                  <c:v>12980.0</c:v>
                </c:pt>
                <c:pt idx="118">
                  <c:v>13224.0</c:v>
                </c:pt>
                <c:pt idx="119">
                  <c:v>16857.0</c:v>
                </c:pt>
                <c:pt idx="120">
                  <c:v>10846.0</c:v>
                </c:pt>
                <c:pt idx="121">
                  <c:v>16784.0</c:v>
                </c:pt>
                <c:pt idx="122">
                  <c:v>13115.0</c:v>
                </c:pt>
                <c:pt idx="123">
                  <c:v>16039.0</c:v>
                </c:pt>
                <c:pt idx="124">
                  <c:v>15282.0</c:v>
                </c:pt>
                <c:pt idx="125">
                  <c:v>9096.0</c:v>
                </c:pt>
                <c:pt idx="126">
                  <c:v>15489.0</c:v>
                </c:pt>
                <c:pt idx="127">
                  <c:v>15983.0</c:v>
                </c:pt>
                <c:pt idx="128">
                  <c:v>7413.0</c:v>
                </c:pt>
                <c:pt idx="129">
                  <c:v>8653.0</c:v>
                </c:pt>
                <c:pt idx="130">
                  <c:v>8683.0</c:v>
                </c:pt>
                <c:pt idx="131">
                  <c:v>18701.0</c:v>
                </c:pt>
                <c:pt idx="132">
                  <c:v>8039.0</c:v>
                </c:pt>
                <c:pt idx="133">
                  <c:v>18913.0</c:v>
                </c:pt>
                <c:pt idx="134">
                  <c:v>14279.0</c:v>
                </c:pt>
                <c:pt idx="135">
                  <c:v>17248.0</c:v>
                </c:pt>
                <c:pt idx="136">
                  <c:v>24319.0</c:v>
                </c:pt>
                <c:pt idx="137">
                  <c:v>9210.0</c:v>
                </c:pt>
                <c:pt idx="138">
                  <c:v>13479.0</c:v>
                </c:pt>
                <c:pt idx="139">
                  <c:v>12710.0</c:v>
                </c:pt>
                <c:pt idx="140">
                  <c:v>11135.0</c:v>
                </c:pt>
                <c:pt idx="141">
                  <c:v>12542.0</c:v>
                </c:pt>
                <c:pt idx="142">
                  <c:v>13799.0</c:v>
                </c:pt>
                <c:pt idx="143">
                  <c:v>20787.0</c:v>
                </c:pt>
                <c:pt idx="144">
                  <c:v>13570.0</c:v>
                </c:pt>
                <c:pt idx="145">
                  <c:v>12170.0</c:v>
                </c:pt>
                <c:pt idx="146">
                  <c:v>12947.0</c:v>
                </c:pt>
                <c:pt idx="147">
                  <c:v>12997.0</c:v>
                </c:pt>
                <c:pt idx="148">
                  <c:v>15840.0</c:v>
                </c:pt>
                <c:pt idx="149">
                  <c:v>11641.0</c:v>
                </c:pt>
                <c:pt idx="150">
                  <c:v>12193.0</c:v>
                </c:pt>
                <c:pt idx="151">
                  <c:v>10999.0</c:v>
                </c:pt>
                <c:pt idx="152">
                  <c:v>14459.0</c:v>
                </c:pt>
                <c:pt idx="153">
                  <c:v>11040.0</c:v>
                </c:pt>
                <c:pt idx="154">
                  <c:v>15103.0</c:v>
                </c:pt>
                <c:pt idx="155">
                  <c:v>13171.0</c:v>
                </c:pt>
                <c:pt idx="156">
                  <c:v>14838.0</c:v>
                </c:pt>
                <c:pt idx="157">
                  <c:v>16511.0</c:v>
                </c:pt>
                <c:pt idx="158">
                  <c:v>15635.0</c:v>
                </c:pt>
                <c:pt idx="159">
                  <c:v>12411.0</c:v>
                </c:pt>
                <c:pt idx="160">
                  <c:v>17296.0</c:v>
                </c:pt>
                <c:pt idx="161">
                  <c:v>7502.0</c:v>
                </c:pt>
                <c:pt idx="162">
                  <c:v>12493.0</c:v>
                </c:pt>
                <c:pt idx="163">
                  <c:v>13154.0</c:v>
                </c:pt>
                <c:pt idx="164">
                  <c:v>9977.0</c:v>
                </c:pt>
                <c:pt idx="165">
                  <c:v>5718.0</c:v>
                </c:pt>
                <c:pt idx="166">
                  <c:v>13946.0</c:v>
                </c:pt>
                <c:pt idx="167">
                  <c:v>15911.0</c:v>
                </c:pt>
                <c:pt idx="168">
                  <c:v>8317.0</c:v>
                </c:pt>
                <c:pt idx="169">
                  <c:v>13466.0</c:v>
                </c:pt>
                <c:pt idx="170">
                  <c:v>16425.0</c:v>
                </c:pt>
                <c:pt idx="171">
                  <c:v>9032.0</c:v>
                </c:pt>
                <c:pt idx="172">
                  <c:v>12549.0</c:v>
                </c:pt>
                <c:pt idx="173">
                  <c:v>13606.0</c:v>
                </c:pt>
                <c:pt idx="174">
                  <c:v>11632.0</c:v>
                </c:pt>
                <c:pt idx="175">
                  <c:v>15360.0</c:v>
                </c:pt>
                <c:pt idx="176">
                  <c:v>13530.0</c:v>
                </c:pt>
                <c:pt idx="177">
                  <c:v>14085.0</c:v>
                </c:pt>
                <c:pt idx="178">
                  <c:v>8134.0</c:v>
                </c:pt>
                <c:pt idx="179">
                  <c:v>15343.0</c:v>
                </c:pt>
                <c:pt idx="180">
                  <c:v>13966.0</c:v>
                </c:pt>
                <c:pt idx="181">
                  <c:v>15931.0</c:v>
                </c:pt>
                <c:pt idx="182">
                  <c:v>7022.0</c:v>
                </c:pt>
                <c:pt idx="183">
                  <c:v>7888.0</c:v>
                </c:pt>
                <c:pt idx="184">
                  <c:v>16261.0</c:v>
                </c:pt>
                <c:pt idx="185">
                  <c:v>12923.0</c:v>
                </c:pt>
                <c:pt idx="186">
                  <c:v>15812.0</c:v>
                </c:pt>
                <c:pt idx="187">
                  <c:v>13171.0</c:v>
                </c:pt>
                <c:pt idx="188">
                  <c:v>13338.0</c:v>
                </c:pt>
                <c:pt idx="189">
                  <c:v>10740.0</c:v>
                </c:pt>
                <c:pt idx="190">
                  <c:v>15844.0</c:v>
                </c:pt>
                <c:pt idx="191">
                  <c:v>11456.0</c:v>
                </c:pt>
                <c:pt idx="192">
                  <c:v>11856.0</c:v>
                </c:pt>
                <c:pt idx="193">
                  <c:v>15268.0</c:v>
                </c:pt>
                <c:pt idx="194">
                  <c:v>13624.0</c:v>
                </c:pt>
                <c:pt idx="195">
                  <c:v>12384.0</c:v>
                </c:pt>
                <c:pt idx="196">
                  <c:v>16244.0</c:v>
                </c:pt>
                <c:pt idx="197">
                  <c:v>24022.0</c:v>
                </c:pt>
                <c:pt idx="198">
                  <c:v>7195.0</c:v>
                </c:pt>
                <c:pt idx="199">
                  <c:v>14656.0</c:v>
                </c:pt>
                <c:pt idx="200">
                  <c:v>16068.0</c:v>
                </c:pt>
                <c:pt idx="201">
                  <c:v>10965.0</c:v>
                </c:pt>
                <c:pt idx="202">
                  <c:v>6079.0</c:v>
                </c:pt>
                <c:pt idx="203">
                  <c:v>18309.0</c:v>
                </c:pt>
                <c:pt idx="204">
                  <c:v>3637.0</c:v>
                </c:pt>
                <c:pt idx="205">
                  <c:v>10873.0</c:v>
                </c:pt>
                <c:pt idx="206">
                  <c:v>12397.0</c:v>
                </c:pt>
                <c:pt idx="207">
                  <c:v>13787.0</c:v>
                </c:pt>
                <c:pt idx="208">
                  <c:v>12357.0</c:v>
                </c:pt>
                <c:pt idx="209">
                  <c:v>14246.0</c:v>
                </c:pt>
                <c:pt idx="210">
                  <c:v>13359.0</c:v>
                </c:pt>
                <c:pt idx="211">
                  <c:v>13557.0</c:v>
                </c:pt>
                <c:pt idx="212">
                  <c:v>17510.0</c:v>
                </c:pt>
                <c:pt idx="213">
                  <c:v>12019.0</c:v>
                </c:pt>
                <c:pt idx="214">
                  <c:v>10892.0</c:v>
                </c:pt>
                <c:pt idx="215">
                  <c:v>12569.0</c:v>
                </c:pt>
                <c:pt idx="216">
                  <c:v>17936.0</c:v>
                </c:pt>
                <c:pt idx="217">
                  <c:v>12822.0</c:v>
                </c:pt>
                <c:pt idx="218">
                  <c:v>9364.0</c:v>
                </c:pt>
                <c:pt idx="219">
                  <c:v>16732.0</c:v>
                </c:pt>
                <c:pt idx="220">
                  <c:v>8365.0</c:v>
                </c:pt>
                <c:pt idx="221">
                  <c:v>13910.0</c:v>
                </c:pt>
                <c:pt idx="222">
                  <c:v>11363.0</c:v>
                </c:pt>
                <c:pt idx="223">
                  <c:v>10945.0</c:v>
                </c:pt>
                <c:pt idx="224">
                  <c:v>5127.0</c:v>
                </c:pt>
                <c:pt idx="225">
                  <c:v>17648.0</c:v>
                </c:pt>
                <c:pt idx="226">
                  <c:v>13315.0</c:v>
                </c:pt>
                <c:pt idx="227">
                  <c:v>11081.0</c:v>
                </c:pt>
                <c:pt idx="228">
                  <c:v>15415.0</c:v>
                </c:pt>
                <c:pt idx="229">
                  <c:v>12664.0</c:v>
                </c:pt>
                <c:pt idx="230">
                  <c:v>14462.0</c:v>
                </c:pt>
                <c:pt idx="231">
                  <c:v>12786.0</c:v>
                </c:pt>
                <c:pt idx="232">
                  <c:v>12220.0</c:v>
                </c:pt>
                <c:pt idx="233">
                  <c:v>4831.0</c:v>
                </c:pt>
                <c:pt idx="234">
                  <c:v>14260.0</c:v>
                </c:pt>
                <c:pt idx="235">
                  <c:v>9366.0</c:v>
                </c:pt>
                <c:pt idx="236">
                  <c:v>15280.0</c:v>
                </c:pt>
                <c:pt idx="237">
                  <c:v>17613.0</c:v>
                </c:pt>
                <c:pt idx="238">
                  <c:v>3968.0</c:v>
                </c:pt>
                <c:pt idx="239">
                  <c:v>13596.0</c:v>
                </c:pt>
                <c:pt idx="240">
                  <c:v>16242.0</c:v>
                </c:pt>
                <c:pt idx="241">
                  <c:v>17148.0</c:v>
                </c:pt>
                <c:pt idx="242">
                  <c:v>15091.0</c:v>
                </c:pt>
                <c:pt idx="243">
                  <c:v>9823.0</c:v>
                </c:pt>
                <c:pt idx="244">
                  <c:v>8191.0</c:v>
                </c:pt>
                <c:pt idx="245">
                  <c:v>10462.0</c:v>
                </c:pt>
                <c:pt idx="246">
                  <c:v>11841.0</c:v>
                </c:pt>
                <c:pt idx="247">
                  <c:v>18212.0</c:v>
                </c:pt>
                <c:pt idx="248">
                  <c:v>15016.0</c:v>
                </c:pt>
                <c:pt idx="249">
                  <c:v>17997.0</c:v>
                </c:pt>
                <c:pt idx="250">
                  <c:v>15784.0</c:v>
                </c:pt>
                <c:pt idx="251">
                  <c:v>17249.0</c:v>
                </c:pt>
                <c:pt idx="252">
                  <c:v>6817.0</c:v>
                </c:pt>
                <c:pt idx="253">
                  <c:v>14985.0</c:v>
                </c:pt>
                <c:pt idx="254">
                  <c:v>13803.0</c:v>
                </c:pt>
                <c:pt idx="255">
                  <c:v>14092.0</c:v>
                </c:pt>
                <c:pt idx="256">
                  <c:v>19487.0</c:v>
                </c:pt>
                <c:pt idx="257">
                  <c:v>8837.0</c:v>
                </c:pt>
                <c:pt idx="258">
                  <c:v>9403.0</c:v>
                </c:pt>
                <c:pt idx="259">
                  <c:v>21057.0</c:v>
                </c:pt>
                <c:pt idx="260">
                  <c:v>13314.0</c:v>
                </c:pt>
                <c:pt idx="261">
                  <c:v>16804.0</c:v>
                </c:pt>
                <c:pt idx="262">
                  <c:v>7482.0</c:v>
                </c:pt>
                <c:pt idx="263">
                  <c:v>11772.0</c:v>
                </c:pt>
                <c:pt idx="264">
                  <c:v>14265.0</c:v>
                </c:pt>
                <c:pt idx="265">
                  <c:v>15291.0</c:v>
                </c:pt>
                <c:pt idx="266">
                  <c:v>12090.0</c:v>
                </c:pt>
                <c:pt idx="267">
                  <c:v>17595.0</c:v>
                </c:pt>
                <c:pt idx="268">
                  <c:v>13194.0</c:v>
                </c:pt>
                <c:pt idx="269">
                  <c:v>17225.0</c:v>
                </c:pt>
                <c:pt idx="270">
                  <c:v>21610.0</c:v>
                </c:pt>
                <c:pt idx="271">
                  <c:v>12703.0</c:v>
                </c:pt>
                <c:pt idx="272">
                  <c:v>15407.0</c:v>
                </c:pt>
                <c:pt idx="273">
                  <c:v>17237.0</c:v>
                </c:pt>
                <c:pt idx="274">
                  <c:v>14940.0</c:v>
                </c:pt>
                <c:pt idx="275">
                  <c:v>16836.0</c:v>
                </c:pt>
                <c:pt idx="276">
                  <c:v>15225.0</c:v>
                </c:pt>
                <c:pt idx="277">
                  <c:v>15301.0</c:v>
                </c:pt>
                <c:pt idx="278">
                  <c:v>19858.0</c:v>
                </c:pt>
                <c:pt idx="279">
                  <c:v>10775.0</c:v>
                </c:pt>
                <c:pt idx="280">
                  <c:v>12786.0</c:v>
                </c:pt>
                <c:pt idx="281">
                  <c:v>14559.0</c:v>
                </c:pt>
                <c:pt idx="282">
                  <c:v>10327.0</c:v>
                </c:pt>
                <c:pt idx="283">
                  <c:v>15327.0</c:v>
                </c:pt>
                <c:pt idx="284">
                  <c:v>14764.0</c:v>
                </c:pt>
                <c:pt idx="285">
                  <c:v>17760.0</c:v>
                </c:pt>
                <c:pt idx="286">
                  <c:v>14109.0</c:v>
                </c:pt>
                <c:pt idx="287">
                  <c:v>11864.0</c:v>
                </c:pt>
                <c:pt idx="288">
                  <c:v>11346.0</c:v>
                </c:pt>
                <c:pt idx="289">
                  <c:v>19066.0</c:v>
                </c:pt>
                <c:pt idx="290">
                  <c:v>16114.0</c:v>
                </c:pt>
                <c:pt idx="291">
                  <c:v>13369.0</c:v>
                </c:pt>
                <c:pt idx="292">
                  <c:v>25110.0</c:v>
                </c:pt>
                <c:pt idx="293">
                  <c:v>21637.0</c:v>
                </c:pt>
                <c:pt idx="294">
                  <c:v>11890.0</c:v>
                </c:pt>
                <c:pt idx="295">
                  <c:v>16053.0</c:v>
                </c:pt>
                <c:pt idx="296">
                  <c:v>19608.0</c:v>
                </c:pt>
                <c:pt idx="297">
                  <c:v>15071.0</c:v>
                </c:pt>
                <c:pt idx="298">
                  <c:v>20783.0</c:v>
                </c:pt>
                <c:pt idx="299">
                  <c:v>14068.0</c:v>
                </c:pt>
                <c:pt idx="300">
                  <c:v>7007.0</c:v>
                </c:pt>
                <c:pt idx="301">
                  <c:v>15267.0</c:v>
                </c:pt>
                <c:pt idx="302">
                  <c:v>22499.0</c:v>
                </c:pt>
                <c:pt idx="303">
                  <c:v>13297.0</c:v>
                </c:pt>
                <c:pt idx="304">
                  <c:v>12766.0</c:v>
                </c:pt>
                <c:pt idx="305">
                  <c:v>5579.0</c:v>
                </c:pt>
                <c:pt idx="306">
                  <c:v>10542.0</c:v>
                </c:pt>
                <c:pt idx="307">
                  <c:v>15273.0</c:v>
                </c:pt>
                <c:pt idx="308">
                  <c:v>14578.0</c:v>
                </c:pt>
                <c:pt idx="309">
                  <c:v>15261.0</c:v>
                </c:pt>
                <c:pt idx="310">
                  <c:v>21331.0</c:v>
                </c:pt>
                <c:pt idx="311">
                  <c:v>14262.0</c:v>
                </c:pt>
                <c:pt idx="312">
                  <c:v>17988.0</c:v>
                </c:pt>
                <c:pt idx="313">
                  <c:v>13441.0</c:v>
                </c:pt>
                <c:pt idx="314">
                  <c:v>14936.0</c:v>
                </c:pt>
                <c:pt idx="315">
                  <c:v>11676.0</c:v>
                </c:pt>
                <c:pt idx="316">
                  <c:v>12937.0</c:v>
                </c:pt>
                <c:pt idx="317">
                  <c:v>16404.0</c:v>
                </c:pt>
                <c:pt idx="318">
                  <c:v>15897.0</c:v>
                </c:pt>
                <c:pt idx="319">
                  <c:v>16481.0</c:v>
                </c:pt>
                <c:pt idx="320">
                  <c:v>11196.0</c:v>
                </c:pt>
                <c:pt idx="321">
                  <c:v>17887.0</c:v>
                </c:pt>
                <c:pt idx="322">
                  <c:v>14158.0</c:v>
                </c:pt>
                <c:pt idx="323">
                  <c:v>14054.0</c:v>
                </c:pt>
                <c:pt idx="324">
                  <c:v>8109.0</c:v>
                </c:pt>
                <c:pt idx="325">
                  <c:v>16353.0</c:v>
                </c:pt>
                <c:pt idx="326">
                  <c:v>18749.0</c:v>
                </c:pt>
                <c:pt idx="327">
                  <c:v>19298.0</c:v>
                </c:pt>
                <c:pt idx="328">
                  <c:v>12568.0</c:v>
                </c:pt>
                <c:pt idx="329">
                  <c:v>15788.0</c:v>
                </c:pt>
                <c:pt idx="330">
                  <c:v>14831.0</c:v>
                </c:pt>
                <c:pt idx="331">
                  <c:v>8624.0</c:v>
                </c:pt>
                <c:pt idx="332">
                  <c:v>25648.0</c:v>
                </c:pt>
                <c:pt idx="333">
                  <c:v>14638.0</c:v>
                </c:pt>
                <c:pt idx="334">
                  <c:v>20109.0</c:v>
                </c:pt>
                <c:pt idx="335">
                  <c:v>15014.0</c:v>
                </c:pt>
                <c:pt idx="336">
                  <c:v>10359.0</c:v>
                </c:pt>
                <c:pt idx="337">
                  <c:v>20857.0</c:v>
                </c:pt>
                <c:pt idx="338">
                  <c:v>19841.0</c:v>
                </c:pt>
                <c:pt idx="339">
                  <c:v>10809.0</c:v>
                </c:pt>
                <c:pt idx="340">
                  <c:v>11286.0</c:v>
                </c:pt>
                <c:pt idx="341">
                  <c:v>28384.0</c:v>
                </c:pt>
                <c:pt idx="342">
                  <c:v>15739.0</c:v>
                </c:pt>
                <c:pt idx="343">
                  <c:v>15901.0</c:v>
                </c:pt>
                <c:pt idx="344">
                  <c:v>11668.0</c:v>
                </c:pt>
                <c:pt idx="345">
                  <c:v>20787.0</c:v>
                </c:pt>
                <c:pt idx="346">
                  <c:v>14158.0</c:v>
                </c:pt>
                <c:pt idx="347">
                  <c:v>6376.0</c:v>
                </c:pt>
                <c:pt idx="348">
                  <c:v>16715.0</c:v>
                </c:pt>
                <c:pt idx="349">
                  <c:v>14305.0</c:v>
                </c:pt>
                <c:pt idx="350">
                  <c:v>10051.0</c:v>
                </c:pt>
                <c:pt idx="351">
                  <c:v>11656.0</c:v>
                </c:pt>
                <c:pt idx="352">
                  <c:v>18952.0</c:v>
                </c:pt>
                <c:pt idx="353">
                  <c:v>13529.0</c:v>
                </c:pt>
                <c:pt idx="354">
                  <c:v>17597.0</c:v>
                </c:pt>
                <c:pt idx="355">
                  <c:v>9197.0</c:v>
                </c:pt>
                <c:pt idx="356">
                  <c:v>9337.0</c:v>
                </c:pt>
                <c:pt idx="357">
                  <c:v>15634.0</c:v>
                </c:pt>
                <c:pt idx="358">
                  <c:v>12723.0</c:v>
                </c:pt>
                <c:pt idx="359">
                  <c:v>16317.0</c:v>
                </c:pt>
                <c:pt idx="360">
                  <c:v>18134.0</c:v>
                </c:pt>
                <c:pt idx="361">
                  <c:v>3203.0</c:v>
                </c:pt>
                <c:pt idx="362">
                  <c:v>12780.0</c:v>
                </c:pt>
                <c:pt idx="363">
                  <c:v>10258.0</c:v>
                </c:pt>
                <c:pt idx="364">
                  <c:v>11430.0</c:v>
                </c:pt>
                <c:pt idx="365">
                  <c:v>9478.0</c:v>
                </c:pt>
                <c:pt idx="366">
                  <c:v>10154.0</c:v>
                </c:pt>
                <c:pt idx="367">
                  <c:v>14889.0</c:v>
                </c:pt>
                <c:pt idx="368">
                  <c:v>23726.0</c:v>
                </c:pt>
                <c:pt idx="369">
                  <c:v>17156.0</c:v>
                </c:pt>
                <c:pt idx="370">
                  <c:v>18960.0</c:v>
                </c:pt>
                <c:pt idx="371">
                  <c:v>21067.0</c:v>
                </c:pt>
                <c:pt idx="372">
                  <c:v>11963.0</c:v>
                </c:pt>
                <c:pt idx="373">
                  <c:v>15996.0</c:v>
                </c:pt>
                <c:pt idx="374">
                  <c:v>8752.0</c:v>
                </c:pt>
                <c:pt idx="375">
                  <c:v>13599.0</c:v>
                </c:pt>
                <c:pt idx="376">
                  <c:v>17747.0</c:v>
                </c:pt>
                <c:pt idx="377">
                  <c:v>16805.0</c:v>
                </c:pt>
                <c:pt idx="378">
                  <c:v>19139.0</c:v>
                </c:pt>
                <c:pt idx="379">
                  <c:v>4456.0</c:v>
                </c:pt>
                <c:pt idx="380">
                  <c:v>15649.0</c:v>
                </c:pt>
                <c:pt idx="381">
                  <c:v>13323.0</c:v>
                </c:pt>
                <c:pt idx="382">
                  <c:v>9833.0</c:v>
                </c:pt>
                <c:pt idx="383">
                  <c:v>10836.0</c:v>
                </c:pt>
                <c:pt idx="384">
                  <c:v>8615.0</c:v>
                </c:pt>
                <c:pt idx="385">
                  <c:v>12447.0</c:v>
                </c:pt>
                <c:pt idx="386">
                  <c:v>19406.0</c:v>
                </c:pt>
                <c:pt idx="387">
                  <c:v>15435.0</c:v>
                </c:pt>
                <c:pt idx="388">
                  <c:v>19216.0</c:v>
                </c:pt>
                <c:pt idx="389">
                  <c:v>16721.0</c:v>
                </c:pt>
                <c:pt idx="390">
                  <c:v>17447.0</c:v>
                </c:pt>
                <c:pt idx="391">
                  <c:v>16383.0</c:v>
                </c:pt>
                <c:pt idx="392">
                  <c:v>15048.0</c:v>
                </c:pt>
                <c:pt idx="393">
                  <c:v>16236.0</c:v>
                </c:pt>
                <c:pt idx="394">
                  <c:v>20670.0</c:v>
                </c:pt>
                <c:pt idx="395">
                  <c:v>15664.0</c:v>
                </c:pt>
                <c:pt idx="396">
                  <c:v>9812.0</c:v>
                </c:pt>
                <c:pt idx="397">
                  <c:v>18745.0</c:v>
                </c:pt>
                <c:pt idx="398">
                  <c:v>13391.0</c:v>
                </c:pt>
                <c:pt idx="399">
                  <c:v>13886.0</c:v>
                </c:pt>
                <c:pt idx="400">
                  <c:v>9552.0</c:v>
                </c:pt>
                <c:pt idx="401">
                  <c:v>3148.0</c:v>
                </c:pt>
                <c:pt idx="402">
                  <c:v>12212.0</c:v>
                </c:pt>
                <c:pt idx="403">
                  <c:v>18809.0</c:v>
                </c:pt>
                <c:pt idx="404">
                  <c:v>17490.0</c:v>
                </c:pt>
                <c:pt idx="405">
                  <c:v>23433.0</c:v>
                </c:pt>
                <c:pt idx="406">
                  <c:v>20686.0</c:v>
                </c:pt>
                <c:pt idx="407">
                  <c:v>12329.0</c:v>
                </c:pt>
                <c:pt idx="408">
                  <c:v>18209.0</c:v>
                </c:pt>
                <c:pt idx="409">
                  <c:v>10411.0</c:v>
                </c:pt>
                <c:pt idx="410">
                  <c:v>11282.0</c:v>
                </c:pt>
                <c:pt idx="411">
                  <c:v>17503.0</c:v>
                </c:pt>
                <c:pt idx="412">
                  <c:v>16550.0</c:v>
                </c:pt>
                <c:pt idx="413">
                  <c:v>16857.0</c:v>
                </c:pt>
                <c:pt idx="414">
                  <c:v>9120.0</c:v>
                </c:pt>
                <c:pt idx="415">
                  <c:v>15563.0</c:v>
                </c:pt>
                <c:pt idx="416">
                  <c:v>5652.0</c:v>
                </c:pt>
                <c:pt idx="417">
                  <c:v>18851.0</c:v>
                </c:pt>
                <c:pt idx="418">
                  <c:v>7021.0</c:v>
                </c:pt>
                <c:pt idx="419">
                  <c:v>17604.0</c:v>
                </c:pt>
                <c:pt idx="420">
                  <c:v>3967.0</c:v>
                </c:pt>
                <c:pt idx="421">
                  <c:v>22420.0</c:v>
                </c:pt>
                <c:pt idx="422">
                  <c:v>13663.0</c:v>
                </c:pt>
                <c:pt idx="423">
                  <c:v>13310.0</c:v>
                </c:pt>
                <c:pt idx="424">
                  <c:v>9492.0</c:v>
                </c:pt>
                <c:pt idx="425">
                  <c:v>4564.0</c:v>
                </c:pt>
                <c:pt idx="426">
                  <c:v>16674.0</c:v>
                </c:pt>
                <c:pt idx="427">
                  <c:v>22408.0</c:v>
                </c:pt>
                <c:pt idx="428">
                  <c:v>18441.0</c:v>
                </c:pt>
                <c:pt idx="429">
                  <c:v>22345.0</c:v>
                </c:pt>
                <c:pt idx="430">
                  <c:v>9288.0</c:v>
                </c:pt>
                <c:pt idx="431">
                  <c:v>18976.0</c:v>
                </c:pt>
                <c:pt idx="432">
                  <c:v>16210.0</c:v>
                </c:pt>
                <c:pt idx="433">
                  <c:v>19158.0</c:v>
                </c:pt>
                <c:pt idx="434">
                  <c:v>11488.0</c:v>
                </c:pt>
                <c:pt idx="435">
                  <c:v>12940.0</c:v>
                </c:pt>
                <c:pt idx="436">
                  <c:v>14767.0</c:v>
                </c:pt>
                <c:pt idx="437">
                  <c:v>16197.0</c:v>
                </c:pt>
                <c:pt idx="438">
                  <c:v>17339.0</c:v>
                </c:pt>
                <c:pt idx="439">
                  <c:v>23015.0</c:v>
                </c:pt>
                <c:pt idx="440">
                  <c:v>21279.0</c:v>
                </c:pt>
                <c:pt idx="441">
                  <c:v>20667.0</c:v>
                </c:pt>
                <c:pt idx="442">
                  <c:v>15927.0</c:v>
                </c:pt>
                <c:pt idx="443">
                  <c:v>13381.0</c:v>
                </c:pt>
                <c:pt idx="444">
                  <c:v>3103.0</c:v>
                </c:pt>
                <c:pt idx="445">
                  <c:v>7000.0</c:v>
                </c:pt>
                <c:pt idx="446">
                  <c:v>19151.0</c:v>
                </c:pt>
                <c:pt idx="447">
                  <c:v>23331.0</c:v>
                </c:pt>
                <c:pt idx="448">
                  <c:v>22182.0</c:v>
                </c:pt>
                <c:pt idx="449">
                  <c:v>13868.0</c:v>
                </c:pt>
                <c:pt idx="450">
                  <c:v>15566.0</c:v>
                </c:pt>
                <c:pt idx="451">
                  <c:v>28014.0</c:v>
                </c:pt>
                <c:pt idx="452">
                  <c:v>17743.0</c:v>
                </c:pt>
                <c:pt idx="453">
                  <c:v>18476.0</c:v>
                </c:pt>
                <c:pt idx="454">
                  <c:v>11297.0</c:v>
                </c:pt>
                <c:pt idx="455">
                  <c:v>16032.0</c:v>
                </c:pt>
                <c:pt idx="456">
                  <c:v>18796.0</c:v>
                </c:pt>
                <c:pt idx="457">
                  <c:v>18059.0</c:v>
                </c:pt>
                <c:pt idx="458">
                  <c:v>19398.0</c:v>
                </c:pt>
                <c:pt idx="459">
                  <c:v>9849.0</c:v>
                </c:pt>
                <c:pt idx="460">
                  <c:v>22811.0</c:v>
                </c:pt>
                <c:pt idx="461">
                  <c:v>15543.0</c:v>
                </c:pt>
                <c:pt idx="462">
                  <c:v>14276.0</c:v>
                </c:pt>
                <c:pt idx="463">
                  <c:v>19070.0</c:v>
                </c:pt>
                <c:pt idx="464">
                  <c:v>19343.0</c:v>
                </c:pt>
                <c:pt idx="465">
                  <c:v>21193.0</c:v>
                </c:pt>
                <c:pt idx="466">
                  <c:v>18743.0</c:v>
                </c:pt>
                <c:pt idx="467">
                  <c:v>14967.0</c:v>
                </c:pt>
                <c:pt idx="468">
                  <c:v>19095.0</c:v>
                </c:pt>
                <c:pt idx="469">
                  <c:v>4195.0</c:v>
                </c:pt>
                <c:pt idx="470">
                  <c:v>10229.0</c:v>
                </c:pt>
                <c:pt idx="471">
                  <c:v>6555.0</c:v>
                </c:pt>
                <c:pt idx="472">
                  <c:v>15300.0</c:v>
                </c:pt>
                <c:pt idx="473">
                  <c:v>2984.0</c:v>
                </c:pt>
                <c:pt idx="474">
                  <c:v>6067.0</c:v>
                </c:pt>
                <c:pt idx="475">
                  <c:v>13951.0</c:v>
                </c:pt>
                <c:pt idx="476">
                  <c:v>18589.0</c:v>
                </c:pt>
                <c:pt idx="477">
                  <c:v>20268.0</c:v>
                </c:pt>
                <c:pt idx="478">
                  <c:v>8370.0</c:v>
                </c:pt>
                <c:pt idx="479">
                  <c:v>18551.0</c:v>
                </c:pt>
                <c:pt idx="480">
                  <c:v>28198.0</c:v>
                </c:pt>
                <c:pt idx="481">
                  <c:v>16264.0</c:v>
                </c:pt>
                <c:pt idx="482">
                  <c:v>19604.0</c:v>
                </c:pt>
                <c:pt idx="483">
                  <c:v>14480.0</c:v>
                </c:pt>
                <c:pt idx="484">
                  <c:v>15815.0</c:v>
                </c:pt>
                <c:pt idx="485">
                  <c:v>11900.0</c:v>
                </c:pt>
                <c:pt idx="486">
                  <c:v>14164.0</c:v>
                </c:pt>
                <c:pt idx="487">
                  <c:v>11983.0</c:v>
                </c:pt>
                <c:pt idx="488">
                  <c:v>17413.0</c:v>
                </c:pt>
                <c:pt idx="489">
                  <c:v>10440.0</c:v>
                </c:pt>
                <c:pt idx="490">
                  <c:v>16863.0</c:v>
                </c:pt>
                <c:pt idx="491">
                  <c:v>22531.0</c:v>
                </c:pt>
                <c:pt idx="492">
                  <c:v>17163.0</c:v>
                </c:pt>
                <c:pt idx="493">
                  <c:v>9338.0</c:v>
                </c:pt>
                <c:pt idx="494">
                  <c:v>15364.0</c:v>
                </c:pt>
                <c:pt idx="495">
                  <c:v>22063.0</c:v>
                </c:pt>
                <c:pt idx="496">
                  <c:v>24323.0</c:v>
                </c:pt>
                <c:pt idx="497">
                  <c:v>32654.0</c:v>
                </c:pt>
                <c:pt idx="498">
                  <c:v>17707.0</c:v>
                </c:pt>
                <c:pt idx="499">
                  <c:v>12885.0</c:v>
                </c:pt>
                <c:pt idx="500">
                  <c:v>3776.0</c:v>
                </c:pt>
                <c:pt idx="501">
                  <c:v>15350.0</c:v>
                </c:pt>
                <c:pt idx="502">
                  <c:v>17945.0</c:v>
                </c:pt>
                <c:pt idx="503">
                  <c:v>18202.0</c:v>
                </c:pt>
                <c:pt idx="504">
                  <c:v>30434.0</c:v>
                </c:pt>
                <c:pt idx="505">
                  <c:v>9992.0</c:v>
                </c:pt>
                <c:pt idx="506">
                  <c:v>10864.0</c:v>
                </c:pt>
                <c:pt idx="507">
                  <c:v>23805.0</c:v>
                </c:pt>
                <c:pt idx="508">
                  <c:v>16200.0</c:v>
                </c:pt>
                <c:pt idx="509">
                  <c:v>19680.0</c:v>
                </c:pt>
                <c:pt idx="510">
                  <c:v>18211.0</c:v>
                </c:pt>
                <c:pt idx="511">
                  <c:v>18173.0</c:v>
                </c:pt>
                <c:pt idx="512">
                  <c:v>14304.0</c:v>
                </c:pt>
                <c:pt idx="513">
                  <c:v>17167.0</c:v>
                </c:pt>
                <c:pt idx="514">
                  <c:v>12278.0</c:v>
                </c:pt>
                <c:pt idx="515">
                  <c:v>18267.0</c:v>
                </c:pt>
                <c:pt idx="516">
                  <c:v>17890.0</c:v>
                </c:pt>
                <c:pt idx="517">
                  <c:v>13936.0</c:v>
                </c:pt>
                <c:pt idx="518">
                  <c:v>10974.0</c:v>
                </c:pt>
                <c:pt idx="519">
                  <c:v>17303.0</c:v>
                </c:pt>
                <c:pt idx="520">
                  <c:v>20927.0</c:v>
                </c:pt>
                <c:pt idx="521">
                  <c:v>14971.0</c:v>
                </c:pt>
                <c:pt idx="522">
                  <c:v>16778.0</c:v>
                </c:pt>
                <c:pt idx="523">
                  <c:v>25346.0</c:v>
                </c:pt>
                <c:pt idx="524">
                  <c:v>21440.0</c:v>
                </c:pt>
                <c:pt idx="525">
                  <c:v>10867.0</c:v>
                </c:pt>
                <c:pt idx="526">
                  <c:v>23322.0</c:v>
                </c:pt>
                <c:pt idx="527">
                  <c:v>16467.0</c:v>
                </c:pt>
                <c:pt idx="528">
                  <c:v>20995.0</c:v>
                </c:pt>
                <c:pt idx="529">
                  <c:v>9320.0</c:v>
                </c:pt>
                <c:pt idx="530">
                  <c:v>22253.0</c:v>
                </c:pt>
                <c:pt idx="531">
                  <c:v>4815.0</c:v>
                </c:pt>
                <c:pt idx="532">
                  <c:v>6541.0</c:v>
                </c:pt>
                <c:pt idx="533">
                  <c:v>22383.0</c:v>
                </c:pt>
                <c:pt idx="534">
                  <c:v>11531.0</c:v>
                </c:pt>
                <c:pt idx="535">
                  <c:v>20723.0</c:v>
                </c:pt>
                <c:pt idx="536">
                  <c:v>21315.0</c:v>
                </c:pt>
                <c:pt idx="537">
                  <c:v>11655.0</c:v>
                </c:pt>
                <c:pt idx="538">
                  <c:v>20183.0</c:v>
                </c:pt>
                <c:pt idx="539">
                  <c:v>15706.0</c:v>
                </c:pt>
                <c:pt idx="540">
                  <c:v>14600.0</c:v>
                </c:pt>
                <c:pt idx="541">
                  <c:v>17799.0</c:v>
                </c:pt>
                <c:pt idx="542">
                  <c:v>27646.0</c:v>
                </c:pt>
                <c:pt idx="543">
                  <c:v>19096.0</c:v>
                </c:pt>
                <c:pt idx="544">
                  <c:v>17354.0</c:v>
                </c:pt>
                <c:pt idx="545">
                  <c:v>25097.0</c:v>
                </c:pt>
                <c:pt idx="546">
                  <c:v>18745.0</c:v>
                </c:pt>
                <c:pt idx="547">
                  <c:v>19703.0</c:v>
                </c:pt>
                <c:pt idx="548">
                  <c:v>24406.0</c:v>
                </c:pt>
                <c:pt idx="549">
                  <c:v>18784.0</c:v>
                </c:pt>
                <c:pt idx="550">
                  <c:v>16109.0</c:v>
                </c:pt>
                <c:pt idx="551">
                  <c:v>19857.0</c:v>
                </c:pt>
                <c:pt idx="552">
                  <c:v>3033.0</c:v>
                </c:pt>
                <c:pt idx="553">
                  <c:v>17915.0</c:v>
                </c:pt>
                <c:pt idx="554">
                  <c:v>9873.0</c:v>
                </c:pt>
                <c:pt idx="555">
                  <c:v>16510.0</c:v>
                </c:pt>
                <c:pt idx="556">
                  <c:v>17113.0</c:v>
                </c:pt>
                <c:pt idx="557">
                  <c:v>14182.0</c:v>
                </c:pt>
                <c:pt idx="558">
                  <c:v>10163.0</c:v>
                </c:pt>
                <c:pt idx="559">
                  <c:v>12319.0</c:v>
                </c:pt>
                <c:pt idx="560">
                  <c:v>14091.0</c:v>
                </c:pt>
                <c:pt idx="561">
                  <c:v>13760.0</c:v>
                </c:pt>
                <c:pt idx="562">
                  <c:v>21620.0</c:v>
                </c:pt>
                <c:pt idx="563">
                  <c:v>14251.0</c:v>
                </c:pt>
                <c:pt idx="564">
                  <c:v>14741.0</c:v>
                </c:pt>
                <c:pt idx="565">
                  <c:v>14355.0</c:v>
                </c:pt>
                <c:pt idx="566">
                  <c:v>24953.0</c:v>
                </c:pt>
                <c:pt idx="567">
                  <c:v>21582.0</c:v>
                </c:pt>
                <c:pt idx="568">
                  <c:v>12548.0</c:v>
                </c:pt>
                <c:pt idx="569">
                  <c:v>15678.0</c:v>
                </c:pt>
                <c:pt idx="570">
                  <c:v>16298.0</c:v>
                </c:pt>
                <c:pt idx="571">
                  <c:v>13138.0</c:v>
                </c:pt>
                <c:pt idx="572">
                  <c:v>16504.0</c:v>
                </c:pt>
                <c:pt idx="573">
                  <c:v>12470.0</c:v>
                </c:pt>
                <c:pt idx="574">
                  <c:v>21565.0</c:v>
                </c:pt>
                <c:pt idx="575">
                  <c:v>23414.0</c:v>
                </c:pt>
                <c:pt idx="576">
                  <c:v>6174.0</c:v>
                </c:pt>
                <c:pt idx="577">
                  <c:v>16665.0</c:v>
                </c:pt>
                <c:pt idx="578">
                  <c:v>13481.0</c:v>
                </c:pt>
                <c:pt idx="579">
                  <c:v>20555.0</c:v>
                </c:pt>
                <c:pt idx="580">
                  <c:v>22367.0</c:v>
                </c:pt>
                <c:pt idx="581">
                  <c:v>28690.0</c:v>
                </c:pt>
                <c:pt idx="582">
                  <c:v>12116.0</c:v>
                </c:pt>
              </c:numCache>
            </c:numRef>
          </c:xVal>
          <c:yVal>
            <c:numRef>
              <c:f>Sheet1!$B$947:$B$1529</c:f>
              <c:numCache>
                <c:formatCode>General</c:formatCode>
                <c:ptCount val="583"/>
                <c:pt idx="0">
                  <c:v>23906.0</c:v>
                </c:pt>
                <c:pt idx="1">
                  <c:v>27836.0</c:v>
                </c:pt>
                <c:pt idx="2">
                  <c:v>27997.0</c:v>
                </c:pt>
                <c:pt idx="3">
                  <c:v>29521.0</c:v>
                </c:pt>
                <c:pt idx="4">
                  <c:v>30512.0</c:v>
                </c:pt>
                <c:pt idx="5">
                  <c:v>30626.0</c:v>
                </c:pt>
                <c:pt idx="6">
                  <c:v>30958.0</c:v>
                </c:pt>
                <c:pt idx="7">
                  <c:v>31088.0</c:v>
                </c:pt>
                <c:pt idx="8">
                  <c:v>31394.0</c:v>
                </c:pt>
                <c:pt idx="9">
                  <c:v>31919.0</c:v>
                </c:pt>
                <c:pt idx="10">
                  <c:v>33252.0</c:v>
                </c:pt>
                <c:pt idx="11">
                  <c:v>33261.0</c:v>
                </c:pt>
                <c:pt idx="12">
                  <c:v>33267.0</c:v>
                </c:pt>
                <c:pt idx="13">
                  <c:v>34042.0</c:v>
                </c:pt>
                <c:pt idx="14">
                  <c:v>34409.0</c:v>
                </c:pt>
                <c:pt idx="15">
                  <c:v>34502.0</c:v>
                </c:pt>
                <c:pt idx="16">
                  <c:v>34996.0</c:v>
                </c:pt>
                <c:pt idx="17">
                  <c:v>35171.0</c:v>
                </c:pt>
                <c:pt idx="18">
                  <c:v>35550.0</c:v>
                </c:pt>
                <c:pt idx="19">
                  <c:v>35697.0</c:v>
                </c:pt>
                <c:pt idx="20">
                  <c:v>35723.0</c:v>
                </c:pt>
                <c:pt idx="21">
                  <c:v>35946.0</c:v>
                </c:pt>
                <c:pt idx="22">
                  <c:v>36382.0</c:v>
                </c:pt>
                <c:pt idx="23">
                  <c:v>36421.0</c:v>
                </c:pt>
                <c:pt idx="24">
                  <c:v>36596.0</c:v>
                </c:pt>
                <c:pt idx="25">
                  <c:v>36666.0</c:v>
                </c:pt>
                <c:pt idx="26">
                  <c:v>36739.0</c:v>
                </c:pt>
                <c:pt idx="27">
                  <c:v>36902.0</c:v>
                </c:pt>
                <c:pt idx="28">
                  <c:v>37096.0</c:v>
                </c:pt>
                <c:pt idx="29">
                  <c:v>37195.0</c:v>
                </c:pt>
                <c:pt idx="30">
                  <c:v>37378.0</c:v>
                </c:pt>
                <c:pt idx="31">
                  <c:v>37837.0</c:v>
                </c:pt>
                <c:pt idx="32">
                  <c:v>37871.0</c:v>
                </c:pt>
                <c:pt idx="33">
                  <c:v>37894.0</c:v>
                </c:pt>
                <c:pt idx="34">
                  <c:v>37981.0</c:v>
                </c:pt>
                <c:pt idx="35">
                  <c:v>38112.0</c:v>
                </c:pt>
                <c:pt idx="36">
                  <c:v>38203.0</c:v>
                </c:pt>
                <c:pt idx="37">
                  <c:v>38217.0</c:v>
                </c:pt>
                <c:pt idx="38">
                  <c:v>38262.0</c:v>
                </c:pt>
                <c:pt idx="39">
                  <c:v>38315.0</c:v>
                </c:pt>
                <c:pt idx="40">
                  <c:v>38550.0</c:v>
                </c:pt>
                <c:pt idx="41">
                  <c:v>38681.0</c:v>
                </c:pt>
                <c:pt idx="42">
                  <c:v>38924.0</c:v>
                </c:pt>
                <c:pt idx="43">
                  <c:v>38924.0</c:v>
                </c:pt>
                <c:pt idx="44">
                  <c:v>39060.0</c:v>
                </c:pt>
                <c:pt idx="45">
                  <c:v>39067.0</c:v>
                </c:pt>
                <c:pt idx="46">
                  <c:v>39095.0</c:v>
                </c:pt>
                <c:pt idx="47">
                  <c:v>39289.0</c:v>
                </c:pt>
                <c:pt idx="48">
                  <c:v>39315.0</c:v>
                </c:pt>
                <c:pt idx="49">
                  <c:v>39318.0</c:v>
                </c:pt>
                <c:pt idx="50">
                  <c:v>39463.0</c:v>
                </c:pt>
                <c:pt idx="51">
                  <c:v>39596.0</c:v>
                </c:pt>
                <c:pt idx="52">
                  <c:v>39664.0</c:v>
                </c:pt>
                <c:pt idx="53">
                  <c:v>39903.0</c:v>
                </c:pt>
                <c:pt idx="54">
                  <c:v>39990.0</c:v>
                </c:pt>
                <c:pt idx="55">
                  <c:v>40026.0</c:v>
                </c:pt>
                <c:pt idx="56">
                  <c:v>40118.0</c:v>
                </c:pt>
                <c:pt idx="57">
                  <c:v>40144.0</c:v>
                </c:pt>
                <c:pt idx="58">
                  <c:v>40251.0</c:v>
                </c:pt>
                <c:pt idx="59">
                  <c:v>40318.0</c:v>
                </c:pt>
                <c:pt idx="60">
                  <c:v>40342.0</c:v>
                </c:pt>
                <c:pt idx="61">
                  <c:v>40492.0</c:v>
                </c:pt>
                <c:pt idx="62">
                  <c:v>40624.0</c:v>
                </c:pt>
                <c:pt idx="63">
                  <c:v>40628.0</c:v>
                </c:pt>
                <c:pt idx="64">
                  <c:v>40674.0</c:v>
                </c:pt>
                <c:pt idx="65">
                  <c:v>40863.0</c:v>
                </c:pt>
                <c:pt idx="66">
                  <c:v>40956.0</c:v>
                </c:pt>
                <c:pt idx="67">
                  <c:v>41102.0</c:v>
                </c:pt>
                <c:pt idx="68">
                  <c:v>41109.0</c:v>
                </c:pt>
                <c:pt idx="69">
                  <c:v>41110.0</c:v>
                </c:pt>
                <c:pt idx="70">
                  <c:v>41544.0</c:v>
                </c:pt>
                <c:pt idx="71">
                  <c:v>41728.0</c:v>
                </c:pt>
                <c:pt idx="72">
                  <c:v>41733.0</c:v>
                </c:pt>
                <c:pt idx="73">
                  <c:v>41766.0</c:v>
                </c:pt>
                <c:pt idx="74">
                  <c:v>41871.0</c:v>
                </c:pt>
                <c:pt idx="75">
                  <c:v>41913.0</c:v>
                </c:pt>
                <c:pt idx="76">
                  <c:v>41991.0</c:v>
                </c:pt>
                <c:pt idx="77">
                  <c:v>42062.0</c:v>
                </c:pt>
                <c:pt idx="78">
                  <c:v>42205.0</c:v>
                </c:pt>
                <c:pt idx="79">
                  <c:v>42244.0</c:v>
                </c:pt>
                <c:pt idx="80">
                  <c:v>42386.0</c:v>
                </c:pt>
                <c:pt idx="81">
                  <c:v>42396.0</c:v>
                </c:pt>
                <c:pt idx="82">
                  <c:v>42557.0</c:v>
                </c:pt>
                <c:pt idx="83">
                  <c:v>42617.0</c:v>
                </c:pt>
                <c:pt idx="84">
                  <c:v>42620.0</c:v>
                </c:pt>
                <c:pt idx="85">
                  <c:v>42647.0</c:v>
                </c:pt>
                <c:pt idx="86">
                  <c:v>42703.0</c:v>
                </c:pt>
                <c:pt idx="87">
                  <c:v>42730.0</c:v>
                </c:pt>
                <c:pt idx="88">
                  <c:v>42778.0</c:v>
                </c:pt>
                <c:pt idx="89">
                  <c:v>42957.0</c:v>
                </c:pt>
                <c:pt idx="90">
                  <c:v>42968.0</c:v>
                </c:pt>
                <c:pt idx="91">
                  <c:v>43140.0</c:v>
                </c:pt>
                <c:pt idx="92">
                  <c:v>43166.0</c:v>
                </c:pt>
                <c:pt idx="93">
                  <c:v>43167.0</c:v>
                </c:pt>
                <c:pt idx="94">
                  <c:v>43184.0</c:v>
                </c:pt>
                <c:pt idx="95">
                  <c:v>43197.0</c:v>
                </c:pt>
                <c:pt idx="96">
                  <c:v>43229.0</c:v>
                </c:pt>
                <c:pt idx="97">
                  <c:v>43295.0</c:v>
                </c:pt>
                <c:pt idx="98">
                  <c:v>43296.0</c:v>
                </c:pt>
                <c:pt idx="99">
                  <c:v>43361.0</c:v>
                </c:pt>
                <c:pt idx="100">
                  <c:v>43371.0</c:v>
                </c:pt>
                <c:pt idx="101">
                  <c:v>43407.0</c:v>
                </c:pt>
                <c:pt idx="102">
                  <c:v>43421.0</c:v>
                </c:pt>
                <c:pt idx="103">
                  <c:v>43459.0</c:v>
                </c:pt>
                <c:pt idx="104">
                  <c:v>43888.0</c:v>
                </c:pt>
                <c:pt idx="105">
                  <c:v>43889.0</c:v>
                </c:pt>
                <c:pt idx="106">
                  <c:v>44030.0</c:v>
                </c:pt>
                <c:pt idx="107">
                  <c:v>44030.0</c:v>
                </c:pt>
                <c:pt idx="108">
                  <c:v>44127.0</c:v>
                </c:pt>
                <c:pt idx="109">
                  <c:v>44140.0</c:v>
                </c:pt>
                <c:pt idx="110">
                  <c:v>44213.0</c:v>
                </c:pt>
                <c:pt idx="111">
                  <c:v>44232.0</c:v>
                </c:pt>
                <c:pt idx="112">
                  <c:v>44236.0</c:v>
                </c:pt>
                <c:pt idx="113">
                  <c:v>44296.0</c:v>
                </c:pt>
                <c:pt idx="114">
                  <c:v>44301.0</c:v>
                </c:pt>
                <c:pt idx="115">
                  <c:v>44349.0</c:v>
                </c:pt>
                <c:pt idx="116">
                  <c:v>44358.0</c:v>
                </c:pt>
                <c:pt idx="117">
                  <c:v>44372.0</c:v>
                </c:pt>
                <c:pt idx="118">
                  <c:v>44391.0</c:v>
                </c:pt>
                <c:pt idx="119">
                  <c:v>44433.0</c:v>
                </c:pt>
                <c:pt idx="120">
                  <c:v>44440.0</c:v>
                </c:pt>
                <c:pt idx="121">
                  <c:v>44511.0</c:v>
                </c:pt>
                <c:pt idx="122">
                  <c:v>44544.0</c:v>
                </c:pt>
                <c:pt idx="123">
                  <c:v>44570.0</c:v>
                </c:pt>
                <c:pt idx="124">
                  <c:v>44666.0</c:v>
                </c:pt>
                <c:pt idx="125">
                  <c:v>44737.0</c:v>
                </c:pt>
                <c:pt idx="126">
                  <c:v>44792.0</c:v>
                </c:pt>
                <c:pt idx="127">
                  <c:v>44859.0</c:v>
                </c:pt>
                <c:pt idx="128">
                  <c:v>44933.0</c:v>
                </c:pt>
                <c:pt idx="129">
                  <c:v>44947.0</c:v>
                </c:pt>
                <c:pt idx="130">
                  <c:v>44962.0</c:v>
                </c:pt>
                <c:pt idx="131">
                  <c:v>45030.0</c:v>
                </c:pt>
                <c:pt idx="132">
                  <c:v>45079.0</c:v>
                </c:pt>
                <c:pt idx="133">
                  <c:v>45092.0</c:v>
                </c:pt>
                <c:pt idx="134">
                  <c:v>45235.0</c:v>
                </c:pt>
                <c:pt idx="135">
                  <c:v>45265.0</c:v>
                </c:pt>
                <c:pt idx="136">
                  <c:v>45320.0</c:v>
                </c:pt>
                <c:pt idx="137">
                  <c:v>45325.0</c:v>
                </c:pt>
                <c:pt idx="138">
                  <c:v>45344.0</c:v>
                </c:pt>
                <c:pt idx="139">
                  <c:v>45379.0</c:v>
                </c:pt>
                <c:pt idx="140">
                  <c:v>45388.0</c:v>
                </c:pt>
                <c:pt idx="141">
                  <c:v>45388.0</c:v>
                </c:pt>
                <c:pt idx="142">
                  <c:v>45388.0</c:v>
                </c:pt>
                <c:pt idx="143">
                  <c:v>45388.0</c:v>
                </c:pt>
                <c:pt idx="144">
                  <c:v>45411.0</c:v>
                </c:pt>
                <c:pt idx="145">
                  <c:v>45415.0</c:v>
                </c:pt>
                <c:pt idx="146">
                  <c:v>45454.0</c:v>
                </c:pt>
                <c:pt idx="147">
                  <c:v>45515.0</c:v>
                </c:pt>
                <c:pt idx="148">
                  <c:v>45543.0</c:v>
                </c:pt>
                <c:pt idx="149">
                  <c:v>45603.0</c:v>
                </c:pt>
                <c:pt idx="150">
                  <c:v>45608.0</c:v>
                </c:pt>
                <c:pt idx="151">
                  <c:v>45634.0</c:v>
                </c:pt>
                <c:pt idx="152">
                  <c:v>45744.0</c:v>
                </c:pt>
                <c:pt idx="153">
                  <c:v>45795.0</c:v>
                </c:pt>
                <c:pt idx="154">
                  <c:v>45823.0</c:v>
                </c:pt>
                <c:pt idx="155">
                  <c:v>45872.0</c:v>
                </c:pt>
                <c:pt idx="156">
                  <c:v>45937.0</c:v>
                </c:pt>
                <c:pt idx="157">
                  <c:v>45938.0</c:v>
                </c:pt>
                <c:pt idx="158">
                  <c:v>46001.0</c:v>
                </c:pt>
                <c:pt idx="159">
                  <c:v>46128.0</c:v>
                </c:pt>
                <c:pt idx="160">
                  <c:v>46349.0</c:v>
                </c:pt>
                <c:pt idx="161">
                  <c:v>46354.0</c:v>
                </c:pt>
                <c:pt idx="162">
                  <c:v>46453.0</c:v>
                </c:pt>
                <c:pt idx="163">
                  <c:v>46482.0</c:v>
                </c:pt>
                <c:pt idx="164">
                  <c:v>46490.0</c:v>
                </c:pt>
                <c:pt idx="165">
                  <c:v>46498.0</c:v>
                </c:pt>
                <c:pt idx="166">
                  <c:v>46600.0</c:v>
                </c:pt>
                <c:pt idx="167">
                  <c:v>46674.0</c:v>
                </c:pt>
                <c:pt idx="168">
                  <c:v>46680.0</c:v>
                </c:pt>
                <c:pt idx="169">
                  <c:v>46769.0</c:v>
                </c:pt>
                <c:pt idx="170">
                  <c:v>46833.0</c:v>
                </c:pt>
                <c:pt idx="171">
                  <c:v>46857.0</c:v>
                </c:pt>
                <c:pt idx="172">
                  <c:v>47002.0</c:v>
                </c:pt>
                <c:pt idx="173">
                  <c:v>47021.0</c:v>
                </c:pt>
                <c:pt idx="174">
                  <c:v>47071.0</c:v>
                </c:pt>
                <c:pt idx="175">
                  <c:v>47075.0</c:v>
                </c:pt>
                <c:pt idx="176">
                  <c:v>47089.0</c:v>
                </c:pt>
                <c:pt idx="177">
                  <c:v>47107.0</c:v>
                </c:pt>
                <c:pt idx="178">
                  <c:v>47156.0</c:v>
                </c:pt>
                <c:pt idx="179">
                  <c:v>47185.0</c:v>
                </c:pt>
                <c:pt idx="180">
                  <c:v>47258.0</c:v>
                </c:pt>
                <c:pt idx="181">
                  <c:v>47384.0</c:v>
                </c:pt>
                <c:pt idx="182">
                  <c:v>47477.0</c:v>
                </c:pt>
                <c:pt idx="183">
                  <c:v>47596.0</c:v>
                </c:pt>
                <c:pt idx="184">
                  <c:v>47601.0</c:v>
                </c:pt>
                <c:pt idx="185">
                  <c:v>47605.0</c:v>
                </c:pt>
                <c:pt idx="186">
                  <c:v>47618.0</c:v>
                </c:pt>
                <c:pt idx="187">
                  <c:v>47626.0</c:v>
                </c:pt>
                <c:pt idx="188">
                  <c:v>47697.0</c:v>
                </c:pt>
                <c:pt idx="189">
                  <c:v>47728.0</c:v>
                </c:pt>
                <c:pt idx="190">
                  <c:v>47730.0</c:v>
                </c:pt>
                <c:pt idx="191">
                  <c:v>47828.0</c:v>
                </c:pt>
                <c:pt idx="192">
                  <c:v>47856.0</c:v>
                </c:pt>
                <c:pt idx="193">
                  <c:v>47860.0</c:v>
                </c:pt>
                <c:pt idx="194">
                  <c:v>47866.0</c:v>
                </c:pt>
                <c:pt idx="195">
                  <c:v>47872.0</c:v>
                </c:pt>
                <c:pt idx="196">
                  <c:v>47885.0</c:v>
                </c:pt>
                <c:pt idx="197">
                  <c:v>47896.0</c:v>
                </c:pt>
                <c:pt idx="198">
                  <c:v>48082.0</c:v>
                </c:pt>
                <c:pt idx="199">
                  <c:v>48088.0</c:v>
                </c:pt>
                <c:pt idx="200">
                  <c:v>48102.0</c:v>
                </c:pt>
                <c:pt idx="201">
                  <c:v>48160.0</c:v>
                </c:pt>
                <c:pt idx="202">
                  <c:v>48318.0</c:v>
                </c:pt>
                <c:pt idx="203">
                  <c:v>48351.0</c:v>
                </c:pt>
                <c:pt idx="204">
                  <c:v>48386.0</c:v>
                </c:pt>
                <c:pt idx="205">
                  <c:v>48387.0</c:v>
                </c:pt>
                <c:pt idx="206">
                  <c:v>48458.0</c:v>
                </c:pt>
                <c:pt idx="207">
                  <c:v>48472.0</c:v>
                </c:pt>
                <c:pt idx="208">
                  <c:v>48475.0</c:v>
                </c:pt>
                <c:pt idx="209">
                  <c:v>48501.0</c:v>
                </c:pt>
                <c:pt idx="210">
                  <c:v>48541.0</c:v>
                </c:pt>
                <c:pt idx="211">
                  <c:v>48587.0</c:v>
                </c:pt>
                <c:pt idx="212">
                  <c:v>48653.0</c:v>
                </c:pt>
                <c:pt idx="213">
                  <c:v>48757.0</c:v>
                </c:pt>
                <c:pt idx="214">
                  <c:v>48866.0</c:v>
                </c:pt>
                <c:pt idx="215">
                  <c:v>48928.0</c:v>
                </c:pt>
                <c:pt idx="216">
                  <c:v>48992.0</c:v>
                </c:pt>
                <c:pt idx="217">
                  <c:v>49045.0</c:v>
                </c:pt>
                <c:pt idx="218">
                  <c:v>49137.0</c:v>
                </c:pt>
                <c:pt idx="219">
                  <c:v>49175.0</c:v>
                </c:pt>
                <c:pt idx="220">
                  <c:v>49179.0</c:v>
                </c:pt>
                <c:pt idx="221">
                  <c:v>49307.0</c:v>
                </c:pt>
                <c:pt idx="222">
                  <c:v>49358.0</c:v>
                </c:pt>
                <c:pt idx="223">
                  <c:v>49361.0</c:v>
                </c:pt>
                <c:pt idx="224">
                  <c:v>49365.0</c:v>
                </c:pt>
                <c:pt idx="225">
                  <c:v>49379.0</c:v>
                </c:pt>
                <c:pt idx="226">
                  <c:v>49458.0</c:v>
                </c:pt>
                <c:pt idx="227">
                  <c:v>49500.0</c:v>
                </c:pt>
                <c:pt idx="228">
                  <c:v>49500.0</c:v>
                </c:pt>
                <c:pt idx="229">
                  <c:v>49505.0</c:v>
                </c:pt>
                <c:pt idx="230">
                  <c:v>49560.0</c:v>
                </c:pt>
                <c:pt idx="231">
                  <c:v>49587.0</c:v>
                </c:pt>
                <c:pt idx="232">
                  <c:v>49606.0</c:v>
                </c:pt>
                <c:pt idx="233">
                  <c:v>49620.0</c:v>
                </c:pt>
                <c:pt idx="234">
                  <c:v>49634.0</c:v>
                </c:pt>
                <c:pt idx="235">
                  <c:v>49652.0</c:v>
                </c:pt>
                <c:pt idx="236">
                  <c:v>49774.0</c:v>
                </c:pt>
                <c:pt idx="237">
                  <c:v>49827.0</c:v>
                </c:pt>
                <c:pt idx="238">
                  <c:v>49917.0</c:v>
                </c:pt>
                <c:pt idx="239">
                  <c:v>49958.0</c:v>
                </c:pt>
                <c:pt idx="240">
                  <c:v>50105.0</c:v>
                </c:pt>
                <c:pt idx="241">
                  <c:v>50112.0</c:v>
                </c:pt>
                <c:pt idx="242">
                  <c:v>50116.0</c:v>
                </c:pt>
                <c:pt idx="243">
                  <c:v>50135.0</c:v>
                </c:pt>
                <c:pt idx="244">
                  <c:v>50220.0</c:v>
                </c:pt>
                <c:pt idx="245">
                  <c:v>50296.0</c:v>
                </c:pt>
                <c:pt idx="246">
                  <c:v>50296.0</c:v>
                </c:pt>
                <c:pt idx="247">
                  <c:v>50331.0</c:v>
                </c:pt>
                <c:pt idx="248">
                  <c:v>50445.0</c:v>
                </c:pt>
                <c:pt idx="249">
                  <c:v>50527.0</c:v>
                </c:pt>
                <c:pt idx="250">
                  <c:v>50579.0</c:v>
                </c:pt>
                <c:pt idx="251">
                  <c:v>50632.0</c:v>
                </c:pt>
                <c:pt idx="252">
                  <c:v>50669.0</c:v>
                </c:pt>
                <c:pt idx="253">
                  <c:v>50698.0</c:v>
                </c:pt>
                <c:pt idx="254">
                  <c:v>50712.0</c:v>
                </c:pt>
                <c:pt idx="255">
                  <c:v>50720.0</c:v>
                </c:pt>
                <c:pt idx="256">
                  <c:v>50741.0</c:v>
                </c:pt>
                <c:pt idx="257">
                  <c:v>50919.0</c:v>
                </c:pt>
                <c:pt idx="258">
                  <c:v>50923.0</c:v>
                </c:pt>
                <c:pt idx="259">
                  <c:v>50970.0</c:v>
                </c:pt>
                <c:pt idx="260">
                  <c:v>50994.0</c:v>
                </c:pt>
                <c:pt idx="261">
                  <c:v>51019.0</c:v>
                </c:pt>
                <c:pt idx="262">
                  <c:v>51077.0</c:v>
                </c:pt>
                <c:pt idx="263">
                  <c:v>51129.0</c:v>
                </c:pt>
                <c:pt idx="264">
                  <c:v>51151.0</c:v>
                </c:pt>
                <c:pt idx="265">
                  <c:v>51342.0</c:v>
                </c:pt>
                <c:pt idx="266">
                  <c:v>51450.0</c:v>
                </c:pt>
                <c:pt idx="267">
                  <c:v>51513.0</c:v>
                </c:pt>
                <c:pt idx="268">
                  <c:v>51532.0</c:v>
                </c:pt>
                <c:pt idx="269">
                  <c:v>51629.0</c:v>
                </c:pt>
                <c:pt idx="270">
                  <c:v>51658.0</c:v>
                </c:pt>
                <c:pt idx="271">
                  <c:v>51759.0</c:v>
                </c:pt>
                <c:pt idx="272">
                  <c:v>51793.0</c:v>
                </c:pt>
                <c:pt idx="273">
                  <c:v>51815.0</c:v>
                </c:pt>
                <c:pt idx="274">
                  <c:v>51833.0</c:v>
                </c:pt>
                <c:pt idx="275">
                  <c:v>51836.0</c:v>
                </c:pt>
                <c:pt idx="276">
                  <c:v>51865.0</c:v>
                </c:pt>
                <c:pt idx="277">
                  <c:v>51871.0</c:v>
                </c:pt>
                <c:pt idx="278">
                  <c:v>51926.0</c:v>
                </c:pt>
                <c:pt idx="279">
                  <c:v>51955.0</c:v>
                </c:pt>
                <c:pt idx="280">
                  <c:v>51989.0</c:v>
                </c:pt>
                <c:pt idx="281">
                  <c:v>52021.0</c:v>
                </c:pt>
                <c:pt idx="282">
                  <c:v>52075.0</c:v>
                </c:pt>
                <c:pt idx="283">
                  <c:v>52093.0</c:v>
                </c:pt>
                <c:pt idx="284">
                  <c:v>52131.0</c:v>
                </c:pt>
                <c:pt idx="285">
                  <c:v>52231.0</c:v>
                </c:pt>
                <c:pt idx="286">
                  <c:v>52234.0</c:v>
                </c:pt>
                <c:pt idx="287">
                  <c:v>52279.0</c:v>
                </c:pt>
                <c:pt idx="288">
                  <c:v>52334.0</c:v>
                </c:pt>
                <c:pt idx="289">
                  <c:v>52347.0</c:v>
                </c:pt>
                <c:pt idx="290">
                  <c:v>52349.0</c:v>
                </c:pt>
                <c:pt idx="291">
                  <c:v>52528.0</c:v>
                </c:pt>
                <c:pt idx="292">
                  <c:v>52567.0</c:v>
                </c:pt>
                <c:pt idx="293">
                  <c:v>52581.0</c:v>
                </c:pt>
                <c:pt idx="294">
                  <c:v>52725.0</c:v>
                </c:pt>
                <c:pt idx="295">
                  <c:v>52745.0</c:v>
                </c:pt>
                <c:pt idx="296">
                  <c:v>53032.0</c:v>
                </c:pt>
                <c:pt idx="297">
                  <c:v>53037.0</c:v>
                </c:pt>
                <c:pt idx="298">
                  <c:v>53040.0</c:v>
                </c:pt>
                <c:pt idx="299">
                  <c:v>53166.0</c:v>
                </c:pt>
                <c:pt idx="300">
                  <c:v>53230.0</c:v>
                </c:pt>
                <c:pt idx="301">
                  <c:v>53236.0</c:v>
                </c:pt>
                <c:pt idx="302">
                  <c:v>53263.0</c:v>
                </c:pt>
                <c:pt idx="303">
                  <c:v>53390.0</c:v>
                </c:pt>
                <c:pt idx="304">
                  <c:v>53493.0</c:v>
                </c:pt>
                <c:pt idx="305">
                  <c:v>53501.0</c:v>
                </c:pt>
                <c:pt idx="306">
                  <c:v>53551.0</c:v>
                </c:pt>
                <c:pt idx="307">
                  <c:v>53562.0</c:v>
                </c:pt>
                <c:pt idx="308">
                  <c:v>53739.0</c:v>
                </c:pt>
                <c:pt idx="309">
                  <c:v>53755.0</c:v>
                </c:pt>
                <c:pt idx="310">
                  <c:v>53775.0</c:v>
                </c:pt>
                <c:pt idx="311">
                  <c:v>53874.0</c:v>
                </c:pt>
                <c:pt idx="312">
                  <c:v>53899.0</c:v>
                </c:pt>
                <c:pt idx="313">
                  <c:v>53909.0</c:v>
                </c:pt>
                <c:pt idx="314">
                  <c:v>54022.0</c:v>
                </c:pt>
                <c:pt idx="315">
                  <c:v>54080.0</c:v>
                </c:pt>
                <c:pt idx="316">
                  <c:v>54163.0</c:v>
                </c:pt>
                <c:pt idx="317">
                  <c:v>54211.0</c:v>
                </c:pt>
                <c:pt idx="318">
                  <c:v>54247.0</c:v>
                </c:pt>
                <c:pt idx="319">
                  <c:v>54329.0</c:v>
                </c:pt>
                <c:pt idx="320">
                  <c:v>54338.0</c:v>
                </c:pt>
                <c:pt idx="321">
                  <c:v>54368.0</c:v>
                </c:pt>
                <c:pt idx="322">
                  <c:v>54384.0</c:v>
                </c:pt>
                <c:pt idx="323">
                  <c:v>54458.0</c:v>
                </c:pt>
                <c:pt idx="324">
                  <c:v>54467.0</c:v>
                </c:pt>
                <c:pt idx="325">
                  <c:v>54496.0</c:v>
                </c:pt>
                <c:pt idx="326">
                  <c:v>54501.0</c:v>
                </c:pt>
                <c:pt idx="327">
                  <c:v>54537.0</c:v>
                </c:pt>
                <c:pt idx="328">
                  <c:v>54560.0</c:v>
                </c:pt>
                <c:pt idx="329">
                  <c:v>54659.0</c:v>
                </c:pt>
                <c:pt idx="330">
                  <c:v>54670.0</c:v>
                </c:pt>
                <c:pt idx="331">
                  <c:v>54735.0</c:v>
                </c:pt>
                <c:pt idx="332">
                  <c:v>54810.0</c:v>
                </c:pt>
                <c:pt idx="333">
                  <c:v>54914.0</c:v>
                </c:pt>
                <c:pt idx="334">
                  <c:v>54967.0</c:v>
                </c:pt>
                <c:pt idx="335">
                  <c:v>54990.0</c:v>
                </c:pt>
                <c:pt idx="336">
                  <c:v>55037.0</c:v>
                </c:pt>
                <c:pt idx="337">
                  <c:v>55043.0</c:v>
                </c:pt>
                <c:pt idx="338">
                  <c:v>55070.0</c:v>
                </c:pt>
                <c:pt idx="339">
                  <c:v>55076.0</c:v>
                </c:pt>
                <c:pt idx="340">
                  <c:v>55076.0</c:v>
                </c:pt>
                <c:pt idx="341">
                  <c:v>55076.0</c:v>
                </c:pt>
                <c:pt idx="342">
                  <c:v>55146.0</c:v>
                </c:pt>
                <c:pt idx="343">
                  <c:v>55177.0</c:v>
                </c:pt>
                <c:pt idx="344">
                  <c:v>55198.0</c:v>
                </c:pt>
                <c:pt idx="345">
                  <c:v>55246.0</c:v>
                </c:pt>
                <c:pt idx="346">
                  <c:v>55356.0</c:v>
                </c:pt>
                <c:pt idx="347">
                  <c:v>55486.0</c:v>
                </c:pt>
                <c:pt idx="348">
                  <c:v>55493.0</c:v>
                </c:pt>
                <c:pt idx="349">
                  <c:v>55548.0</c:v>
                </c:pt>
                <c:pt idx="350">
                  <c:v>55563.0</c:v>
                </c:pt>
                <c:pt idx="351">
                  <c:v>55747.0</c:v>
                </c:pt>
                <c:pt idx="352">
                  <c:v>55763.0</c:v>
                </c:pt>
                <c:pt idx="353">
                  <c:v>55813.0</c:v>
                </c:pt>
                <c:pt idx="354">
                  <c:v>55874.0</c:v>
                </c:pt>
                <c:pt idx="355">
                  <c:v>55939.0</c:v>
                </c:pt>
                <c:pt idx="356">
                  <c:v>55939.0</c:v>
                </c:pt>
                <c:pt idx="357">
                  <c:v>55939.0</c:v>
                </c:pt>
                <c:pt idx="358">
                  <c:v>56073.0</c:v>
                </c:pt>
                <c:pt idx="359">
                  <c:v>56118.0</c:v>
                </c:pt>
                <c:pt idx="360">
                  <c:v>56148.0</c:v>
                </c:pt>
                <c:pt idx="361">
                  <c:v>56195.0</c:v>
                </c:pt>
                <c:pt idx="362">
                  <c:v>56280.0</c:v>
                </c:pt>
                <c:pt idx="363">
                  <c:v>56287.0</c:v>
                </c:pt>
                <c:pt idx="364">
                  <c:v>56310.0</c:v>
                </c:pt>
                <c:pt idx="365">
                  <c:v>56318.0</c:v>
                </c:pt>
                <c:pt idx="366">
                  <c:v>56343.0</c:v>
                </c:pt>
                <c:pt idx="367">
                  <c:v>56346.0</c:v>
                </c:pt>
                <c:pt idx="368">
                  <c:v>56351.0</c:v>
                </c:pt>
                <c:pt idx="369">
                  <c:v>56403.0</c:v>
                </c:pt>
                <c:pt idx="370">
                  <c:v>56416.0</c:v>
                </c:pt>
                <c:pt idx="371">
                  <c:v>56469.0</c:v>
                </c:pt>
                <c:pt idx="372">
                  <c:v>56544.0</c:v>
                </c:pt>
                <c:pt idx="373">
                  <c:v>56662.0</c:v>
                </c:pt>
                <c:pt idx="374">
                  <c:v>56746.0</c:v>
                </c:pt>
                <c:pt idx="375">
                  <c:v>56880.0</c:v>
                </c:pt>
                <c:pt idx="376">
                  <c:v>56887.0</c:v>
                </c:pt>
                <c:pt idx="377">
                  <c:v>56906.0</c:v>
                </c:pt>
                <c:pt idx="378">
                  <c:v>56922.0</c:v>
                </c:pt>
                <c:pt idx="379">
                  <c:v>56945.0</c:v>
                </c:pt>
                <c:pt idx="380">
                  <c:v>57010.0</c:v>
                </c:pt>
                <c:pt idx="381">
                  <c:v>57053.0</c:v>
                </c:pt>
                <c:pt idx="382">
                  <c:v>57103.0</c:v>
                </c:pt>
                <c:pt idx="383">
                  <c:v>57131.0</c:v>
                </c:pt>
                <c:pt idx="384">
                  <c:v>57162.0</c:v>
                </c:pt>
                <c:pt idx="385">
                  <c:v>57237.0</c:v>
                </c:pt>
                <c:pt idx="386">
                  <c:v>57262.0</c:v>
                </c:pt>
                <c:pt idx="387">
                  <c:v>57289.0</c:v>
                </c:pt>
                <c:pt idx="388">
                  <c:v>57304.0</c:v>
                </c:pt>
                <c:pt idx="389">
                  <c:v>57346.0</c:v>
                </c:pt>
                <c:pt idx="390">
                  <c:v>57413.0</c:v>
                </c:pt>
                <c:pt idx="391">
                  <c:v>57466.0</c:v>
                </c:pt>
                <c:pt idx="392">
                  <c:v>57552.0</c:v>
                </c:pt>
                <c:pt idx="393">
                  <c:v>57566.0</c:v>
                </c:pt>
                <c:pt idx="394">
                  <c:v>57602.0</c:v>
                </c:pt>
                <c:pt idx="395">
                  <c:v>57624.0</c:v>
                </c:pt>
                <c:pt idx="396">
                  <c:v>57743.0</c:v>
                </c:pt>
                <c:pt idx="397">
                  <c:v>57780.0</c:v>
                </c:pt>
                <c:pt idx="398">
                  <c:v>57808.0</c:v>
                </c:pt>
                <c:pt idx="399">
                  <c:v>57897.0</c:v>
                </c:pt>
                <c:pt idx="400">
                  <c:v>57906.0</c:v>
                </c:pt>
                <c:pt idx="401">
                  <c:v>58013.0</c:v>
                </c:pt>
                <c:pt idx="402">
                  <c:v>58056.0</c:v>
                </c:pt>
                <c:pt idx="403">
                  <c:v>58073.0</c:v>
                </c:pt>
                <c:pt idx="404">
                  <c:v>58084.0</c:v>
                </c:pt>
                <c:pt idx="405">
                  <c:v>58128.0</c:v>
                </c:pt>
                <c:pt idx="406">
                  <c:v>58140.0</c:v>
                </c:pt>
                <c:pt idx="407">
                  <c:v>58169.0</c:v>
                </c:pt>
                <c:pt idx="408">
                  <c:v>58191.0</c:v>
                </c:pt>
                <c:pt idx="409">
                  <c:v>58308.0</c:v>
                </c:pt>
                <c:pt idx="410">
                  <c:v>58526.0</c:v>
                </c:pt>
                <c:pt idx="411">
                  <c:v>58532.0</c:v>
                </c:pt>
                <c:pt idx="412">
                  <c:v>58561.0</c:v>
                </c:pt>
                <c:pt idx="413">
                  <c:v>58562.0</c:v>
                </c:pt>
                <c:pt idx="414">
                  <c:v>58612.0</c:v>
                </c:pt>
                <c:pt idx="415">
                  <c:v>59004.0</c:v>
                </c:pt>
                <c:pt idx="416">
                  <c:v>59009.0</c:v>
                </c:pt>
                <c:pt idx="417">
                  <c:v>59025.0</c:v>
                </c:pt>
                <c:pt idx="418">
                  <c:v>59115.0</c:v>
                </c:pt>
                <c:pt idx="419">
                  <c:v>59115.0</c:v>
                </c:pt>
                <c:pt idx="420">
                  <c:v>59211.0</c:v>
                </c:pt>
                <c:pt idx="421">
                  <c:v>59221.0</c:v>
                </c:pt>
                <c:pt idx="422">
                  <c:v>59247.0</c:v>
                </c:pt>
                <c:pt idx="423">
                  <c:v>59637.0</c:v>
                </c:pt>
                <c:pt idx="424">
                  <c:v>59649.0</c:v>
                </c:pt>
                <c:pt idx="425">
                  <c:v>59977.0</c:v>
                </c:pt>
                <c:pt idx="426">
                  <c:v>59979.0</c:v>
                </c:pt>
                <c:pt idx="427">
                  <c:v>59988.0</c:v>
                </c:pt>
                <c:pt idx="428">
                  <c:v>60110.0</c:v>
                </c:pt>
                <c:pt idx="429">
                  <c:v>60236.0</c:v>
                </c:pt>
                <c:pt idx="430">
                  <c:v>60249.0</c:v>
                </c:pt>
                <c:pt idx="431">
                  <c:v>60249.0</c:v>
                </c:pt>
                <c:pt idx="432">
                  <c:v>60378.0</c:v>
                </c:pt>
                <c:pt idx="433">
                  <c:v>60386.0</c:v>
                </c:pt>
                <c:pt idx="434">
                  <c:v>60409.0</c:v>
                </c:pt>
                <c:pt idx="435">
                  <c:v>60409.0</c:v>
                </c:pt>
                <c:pt idx="436">
                  <c:v>60409.0</c:v>
                </c:pt>
                <c:pt idx="437">
                  <c:v>60409.0</c:v>
                </c:pt>
                <c:pt idx="438">
                  <c:v>60409.0</c:v>
                </c:pt>
                <c:pt idx="439">
                  <c:v>60509.0</c:v>
                </c:pt>
                <c:pt idx="440">
                  <c:v>60543.0</c:v>
                </c:pt>
                <c:pt idx="441">
                  <c:v>60613.0</c:v>
                </c:pt>
                <c:pt idx="442">
                  <c:v>60614.0</c:v>
                </c:pt>
                <c:pt idx="443">
                  <c:v>60624.0</c:v>
                </c:pt>
                <c:pt idx="444">
                  <c:v>60752.0</c:v>
                </c:pt>
                <c:pt idx="445">
                  <c:v>61244.0</c:v>
                </c:pt>
                <c:pt idx="446">
                  <c:v>61251.0</c:v>
                </c:pt>
                <c:pt idx="447">
                  <c:v>61258.0</c:v>
                </c:pt>
                <c:pt idx="448">
                  <c:v>61324.0</c:v>
                </c:pt>
                <c:pt idx="449">
                  <c:v>61335.0</c:v>
                </c:pt>
                <c:pt idx="450">
                  <c:v>61415.0</c:v>
                </c:pt>
                <c:pt idx="451">
                  <c:v>61415.0</c:v>
                </c:pt>
                <c:pt idx="452">
                  <c:v>61515.0</c:v>
                </c:pt>
                <c:pt idx="453">
                  <c:v>61580.0</c:v>
                </c:pt>
                <c:pt idx="454">
                  <c:v>61675.0</c:v>
                </c:pt>
                <c:pt idx="455">
                  <c:v>61760.0</c:v>
                </c:pt>
                <c:pt idx="456">
                  <c:v>61767.0</c:v>
                </c:pt>
                <c:pt idx="457">
                  <c:v>61945.0</c:v>
                </c:pt>
                <c:pt idx="458">
                  <c:v>62117.0</c:v>
                </c:pt>
                <c:pt idx="459">
                  <c:v>62152.0</c:v>
                </c:pt>
                <c:pt idx="460">
                  <c:v>62177.0</c:v>
                </c:pt>
                <c:pt idx="461">
                  <c:v>62203.0</c:v>
                </c:pt>
                <c:pt idx="462">
                  <c:v>62377.0</c:v>
                </c:pt>
                <c:pt idx="463">
                  <c:v>62454.0</c:v>
                </c:pt>
                <c:pt idx="464">
                  <c:v>62472.0</c:v>
                </c:pt>
                <c:pt idx="465">
                  <c:v>62569.0</c:v>
                </c:pt>
                <c:pt idx="466">
                  <c:v>62616.0</c:v>
                </c:pt>
                <c:pt idx="467">
                  <c:v>62668.0</c:v>
                </c:pt>
                <c:pt idx="468">
                  <c:v>62696.0</c:v>
                </c:pt>
                <c:pt idx="469">
                  <c:v>62763.0</c:v>
                </c:pt>
                <c:pt idx="470">
                  <c:v>62908.0</c:v>
                </c:pt>
                <c:pt idx="471">
                  <c:v>62951.0</c:v>
                </c:pt>
                <c:pt idx="472">
                  <c:v>63126.0</c:v>
                </c:pt>
                <c:pt idx="473">
                  <c:v>63163.0</c:v>
                </c:pt>
                <c:pt idx="474">
                  <c:v>63188.0</c:v>
                </c:pt>
                <c:pt idx="475">
                  <c:v>63199.0</c:v>
                </c:pt>
                <c:pt idx="476">
                  <c:v>63386.0</c:v>
                </c:pt>
                <c:pt idx="477">
                  <c:v>63403.0</c:v>
                </c:pt>
                <c:pt idx="478">
                  <c:v>63496.0</c:v>
                </c:pt>
                <c:pt idx="479">
                  <c:v>63552.0</c:v>
                </c:pt>
                <c:pt idx="480">
                  <c:v>63727.0</c:v>
                </c:pt>
                <c:pt idx="481">
                  <c:v>63742.0</c:v>
                </c:pt>
                <c:pt idx="482">
                  <c:v>64010.0</c:v>
                </c:pt>
                <c:pt idx="483">
                  <c:v>64172.0</c:v>
                </c:pt>
                <c:pt idx="484">
                  <c:v>64209.0</c:v>
                </c:pt>
                <c:pt idx="485">
                  <c:v>64270.0</c:v>
                </c:pt>
                <c:pt idx="486">
                  <c:v>64355.0</c:v>
                </c:pt>
                <c:pt idx="487">
                  <c:v>64368.0</c:v>
                </c:pt>
                <c:pt idx="488">
                  <c:v>64390.0</c:v>
                </c:pt>
                <c:pt idx="489">
                  <c:v>64403.0</c:v>
                </c:pt>
                <c:pt idx="490">
                  <c:v>64705.0</c:v>
                </c:pt>
                <c:pt idx="491">
                  <c:v>64762.0</c:v>
                </c:pt>
                <c:pt idx="492">
                  <c:v>64874.0</c:v>
                </c:pt>
                <c:pt idx="493">
                  <c:v>64876.0</c:v>
                </c:pt>
                <c:pt idx="494">
                  <c:v>64909.0</c:v>
                </c:pt>
                <c:pt idx="495">
                  <c:v>65287.0</c:v>
                </c:pt>
                <c:pt idx="496">
                  <c:v>65337.0</c:v>
                </c:pt>
                <c:pt idx="497">
                  <c:v>65703.0</c:v>
                </c:pt>
                <c:pt idx="498">
                  <c:v>65865.0</c:v>
                </c:pt>
                <c:pt idx="499">
                  <c:v>65986.0</c:v>
                </c:pt>
                <c:pt idx="500">
                  <c:v>66039.0</c:v>
                </c:pt>
                <c:pt idx="501">
                  <c:v>66125.0</c:v>
                </c:pt>
                <c:pt idx="502">
                  <c:v>66125.0</c:v>
                </c:pt>
                <c:pt idx="503">
                  <c:v>66125.0</c:v>
                </c:pt>
                <c:pt idx="504">
                  <c:v>66125.0</c:v>
                </c:pt>
                <c:pt idx="505">
                  <c:v>66479.0</c:v>
                </c:pt>
                <c:pt idx="506">
                  <c:v>66479.0</c:v>
                </c:pt>
                <c:pt idx="507">
                  <c:v>66479.0</c:v>
                </c:pt>
                <c:pt idx="508">
                  <c:v>67170.0</c:v>
                </c:pt>
                <c:pt idx="509">
                  <c:v>67253.0</c:v>
                </c:pt>
                <c:pt idx="510">
                  <c:v>67316.0</c:v>
                </c:pt>
                <c:pt idx="511">
                  <c:v>67541.0</c:v>
                </c:pt>
                <c:pt idx="512">
                  <c:v>67699.0</c:v>
                </c:pt>
                <c:pt idx="513">
                  <c:v>67979.0</c:v>
                </c:pt>
                <c:pt idx="514">
                  <c:v>68077.0</c:v>
                </c:pt>
                <c:pt idx="515">
                  <c:v>68227.0</c:v>
                </c:pt>
                <c:pt idx="516">
                  <c:v>68396.0</c:v>
                </c:pt>
                <c:pt idx="517">
                  <c:v>68726.0</c:v>
                </c:pt>
                <c:pt idx="518">
                  <c:v>68740.0</c:v>
                </c:pt>
                <c:pt idx="519">
                  <c:v>68758.0</c:v>
                </c:pt>
                <c:pt idx="520">
                  <c:v>68804.0</c:v>
                </c:pt>
                <c:pt idx="521">
                  <c:v>68905.0</c:v>
                </c:pt>
                <c:pt idx="522">
                  <c:v>69020.0</c:v>
                </c:pt>
                <c:pt idx="523">
                  <c:v>69738.0</c:v>
                </c:pt>
                <c:pt idx="524">
                  <c:v>69743.0</c:v>
                </c:pt>
                <c:pt idx="525">
                  <c:v>69781.0</c:v>
                </c:pt>
                <c:pt idx="526">
                  <c:v>69954.0</c:v>
                </c:pt>
                <c:pt idx="527">
                  <c:v>69960.0</c:v>
                </c:pt>
                <c:pt idx="528">
                  <c:v>70814.0</c:v>
                </c:pt>
                <c:pt idx="529">
                  <c:v>71401.0</c:v>
                </c:pt>
                <c:pt idx="530">
                  <c:v>71513.0</c:v>
                </c:pt>
                <c:pt idx="531">
                  <c:v>71588.0</c:v>
                </c:pt>
                <c:pt idx="532">
                  <c:v>71588.0</c:v>
                </c:pt>
                <c:pt idx="533">
                  <c:v>71631.0</c:v>
                </c:pt>
                <c:pt idx="534">
                  <c:v>71902.0</c:v>
                </c:pt>
                <c:pt idx="535">
                  <c:v>72085.0</c:v>
                </c:pt>
                <c:pt idx="536">
                  <c:v>72097.0</c:v>
                </c:pt>
                <c:pt idx="537">
                  <c:v>72200.0</c:v>
                </c:pt>
                <c:pt idx="538">
                  <c:v>72257.0</c:v>
                </c:pt>
                <c:pt idx="539">
                  <c:v>72273.0</c:v>
                </c:pt>
                <c:pt idx="540">
                  <c:v>72424.0</c:v>
                </c:pt>
                <c:pt idx="541">
                  <c:v>72950.0</c:v>
                </c:pt>
                <c:pt idx="542">
                  <c:v>73323.0</c:v>
                </c:pt>
                <c:pt idx="543">
                  <c:v>73490.0</c:v>
                </c:pt>
                <c:pt idx="544">
                  <c:v>73792.0</c:v>
                </c:pt>
                <c:pt idx="545">
                  <c:v>73997.0</c:v>
                </c:pt>
                <c:pt idx="546">
                  <c:v>74479.0</c:v>
                </c:pt>
                <c:pt idx="547">
                  <c:v>74479.0</c:v>
                </c:pt>
                <c:pt idx="548">
                  <c:v>74479.0</c:v>
                </c:pt>
                <c:pt idx="549">
                  <c:v>74502.0</c:v>
                </c:pt>
                <c:pt idx="550">
                  <c:v>74915.0</c:v>
                </c:pt>
                <c:pt idx="551">
                  <c:v>75121.0</c:v>
                </c:pt>
                <c:pt idx="552">
                  <c:v>75971.0</c:v>
                </c:pt>
                <c:pt idx="553">
                  <c:v>76343.0</c:v>
                </c:pt>
                <c:pt idx="554">
                  <c:v>76489.0</c:v>
                </c:pt>
                <c:pt idx="555">
                  <c:v>76813.0</c:v>
                </c:pt>
                <c:pt idx="556">
                  <c:v>77369.0</c:v>
                </c:pt>
                <c:pt idx="557">
                  <c:v>78198.0</c:v>
                </c:pt>
                <c:pt idx="558">
                  <c:v>78466.0</c:v>
                </c:pt>
                <c:pt idx="559">
                  <c:v>78466.0</c:v>
                </c:pt>
                <c:pt idx="560">
                  <c:v>78466.0</c:v>
                </c:pt>
                <c:pt idx="561">
                  <c:v>78988.0</c:v>
                </c:pt>
                <c:pt idx="562">
                  <c:v>80596.0</c:v>
                </c:pt>
                <c:pt idx="563">
                  <c:v>80735.0</c:v>
                </c:pt>
                <c:pt idx="564">
                  <c:v>80838.0</c:v>
                </c:pt>
                <c:pt idx="565">
                  <c:v>81054.0</c:v>
                </c:pt>
                <c:pt idx="566">
                  <c:v>81698.0</c:v>
                </c:pt>
                <c:pt idx="567">
                  <c:v>82392.0</c:v>
                </c:pt>
                <c:pt idx="568">
                  <c:v>82511.0</c:v>
                </c:pt>
                <c:pt idx="569">
                  <c:v>82860.0</c:v>
                </c:pt>
                <c:pt idx="570">
                  <c:v>82957.0</c:v>
                </c:pt>
                <c:pt idx="571">
                  <c:v>83648.0</c:v>
                </c:pt>
                <c:pt idx="572">
                  <c:v>84276.0</c:v>
                </c:pt>
                <c:pt idx="573">
                  <c:v>84943.0</c:v>
                </c:pt>
                <c:pt idx="574">
                  <c:v>86863.0</c:v>
                </c:pt>
                <c:pt idx="575">
                  <c:v>89964.0</c:v>
                </c:pt>
                <c:pt idx="576">
                  <c:v>90610.0</c:v>
                </c:pt>
                <c:pt idx="577">
                  <c:v>90768.0</c:v>
                </c:pt>
                <c:pt idx="578">
                  <c:v>92446.0</c:v>
                </c:pt>
                <c:pt idx="579">
                  <c:v>94784.0</c:v>
                </c:pt>
                <c:pt idx="580">
                  <c:v>95951.0</c:v>
                </c:pt>
                <c:pt idx="581">
                  <c:v>97335.0</c:v>
                </c:pt>
                <c:pt idx="582">
                  <c:v>102772.0</c:v>
                </c:pt>
              </c:numCache>
            </c:numRef>
          </c:yVal>
          <c:smooth val="0"/>
        </c:ser>
        <c:ser>
          <c:idx val="2"/>
          <c:order val="2"/>
          <c:tx>
            <c:strRef>
              <c:f>Sheet1!$B$1531</c:f>
              <c:strCache>
                <c:ptCount val="1"/>
                <c:pt idx="0">
                  <c:v>Northeastern</c:v>
                </c:pt>
              </c:strCache>
            </c:strRef>
          </c:tx>
          <c:spPr>
            <a:ln w="47625">
              <a:noFill/>
            </a:ln>
          </c:spPr>
          <c:marker>
            <c:symbol val="circle"/>
            <c:size val="11"/>
            <c:spPr>
              <a:solidFill>
                <a:srgbClr val="C8102E"/>
              </a:solidFill>
              <a:ln w="15875">
                <a:solidFill>
                  <a:srgbClr val="FFFFFF"/>
                </a:solidFill>
              </a:ln>
            </c:spPr>
          </c:marker>
          <c:xVal>
            <c:numRef>
              <c:f>Sheet1!$A$1532:$A$1532</c:f>
              <c:numCache>
                <c:formatCode>General</c:formatCode>
                <c:ptCount val="1"/>
                <c:pt idx="0">
                  <c:v>30915.0</c:v>
                </c:pt>
              </c:numCache>
            </c:numRef>
          </c:xVal>
          <c:yVal>
            <c:numRef>
              <c:f>Sheet1!$B$1532:$B$1532</c:f>
              <c:numCache>
                <c:formatCode>General</c:formatCode>
                <c:ptCount val="1"/>
                <c:pt idx="0">
                  <c:v>92538.0</c:v>
                </c:pt>
              </c:numCache>
            </c:numRef>
          </c:yVal>
          <c:smooth val="0"/>
        </c:ser>
        <c:axId val="-2128940872"/>
        <c:axId val="-2129643912"/>
      </c:scatterChart>
      <c:valAx>
        <c:axId val="-2128940872"/>
        <c:scaling>
          <c:orientation val="minMax"/>
          <c:max val="60000.0"/>
          <c:min val="0.0"/>
        </c:scaling>
        <c:delete val="0"/>
        <c:axPos val="b"/>
        <c:majorGridlines>
          <c:spPr>
            <a:ln w="6350">
              <a:solidFill>
                <a:srgbClr val="E4E4E6"/>
              </a:solidFill>
            </a:ln>
          </c:spPr>
        </c:majorGridlines>
        <c:title>
          <c:tx>
            <c:rich>
              <a:bodyPr/>
              <a:lstStyle/>
              <a:p>
                <a:pPr>
                  <a:defRPr/>
                </a:pPr>
                <a:r>
                  <a:rPr sz="1000" b="1">
                    <a:solidFill>
                      <a:srgbClr val="000000"/>
                    </a:solidFill>
                    <a:latin typeface="Lato"/>
                  </a:rPr>
                  <a:t>Average annual net cost of attendance (2)</a:t>
                </a:r>
              </a:p>
            </c:rich>
          </c:tx>
          <c:layout/>
          <c:overlay val="0"/>
        </c:title>
        <c:numFmt formatCode="&quot;$&quot;#,##0" sourceLinked="0"/>
        <c:majorTickMark val="out"/>
        <c:minorTickMark val="none"/>
        <c:tickLblPos val="nextTo"/>
        <c:spPr>
          <a:ln w="9525">
            <a:solidFill>
              <a:srgbClr val="000000"/>
            </a:solidFill>
          </a:ln>
        </c:spPr>
        <c:txPr>
          <a:bodyPr/>
          <a:lstStyle/>
          <a:p>
            <a:pPr>
              <a:defRPr sz="900">
                <a:solidFill>
                  <a:srgbClr val="000000"/>
                </a:solidFill>
                <a:latin typeface="Lato"/>
              </a:defRPr>
            </a:pPr>
          </a:p>
        </c:txPr>
        <c:crossAx val="-2129643912"/>
        <c:crosses val="autoZero"/>
        <c:crossBetween val="midCat"/>
        <c:majorUnit val="10000.0"/>
      </c:valAx>
      <c:valAx>
        <c:axId val="-2129643912"/>
        <c:scaling>
          <c:orientation val="minMax"/>
          <c:max val="150000.0"/>
          <c:min val="0.0"/>
        </c:scaling>
        <c:delete val="0"/>
        <c:axPos val="l"/>
        <c:majorGridlines>
          <c:spPr>
            <a:ln w="6350">
              <a:solidFill>
                <a:srgbClr val="E4E4E6"/>
              </a:solidFill>
            </a:ln>
          </c:spPr>
        </c:majorGridlines>
        <c:title>
          <c:tx>
            <c:rich>
              <a:bodyPr rot="-5400000" vert="horz"/>
              <a:lstStyle/>
              <a:p>
                <a:pPr>
                  <a:defRPr/>
                </a:pPr>
                <a:r>
                  <a:rPr sz="1000" b="1">
                    <a:solidFill>
                      <a:srgbClr val="000000"/>
                    </a:solidFill>
                    <a:latin typeface="Lato"/>
                  </a:rPr>
                  <a:t>Median earnings ten years after entry (1)</a:t>
                </a:r>
              </a:p>
            </c:rich>
          </c:tx>
          <c:layout/>
          <c:overlay val="0"/>
        </c:title>
        <c:numFmt formatCode="&quot;$&quot;#,##0" sourceLinked="0"/>
        <c:majorTickMark val="out"/>
        <c:minorTickMark val="none"/>
        <c:tickLblPos val="nextTo"/>
        <c:spPr>
          <a:ln w="9525">
            <a:solidFill>
              <a:srgbClr val="000000"/>
            </a:solidFill>
          </a:ln>
        </c:spPr>
        <c:txPr>
          <a:bodyPr/>
          <a:lstStyle/>
          <a:p>
            <a:pPr>
              <a:defRPr sz="900">
                <a:solidFill>
                  <a:srgbClr val="000000"/>
                </a:solidFill>
                <a:latin typeface="Lato"/>
              </a:defRPr>
            </a:pPr>
          </a:p>
        </c:txPr>
        <c:crossAx val="-2128940872"/>
        <c:crosses val="autoZero"/>
        <c:crossBetween val="midCat"/>
        <c:majorUnit val="10000.0"/>
      </c:valAx>
    </c:plotArea>
    <c:plotVisOnly val="1"/>
    <c:dispBlanksAs val="gap"/>
    <c:showDLblsOverMax val="0"/>
  </c:chart>
  <c:spPr>
    <a:noFill/>
    <a:ln>
      <a:noFill/>
    </a:ln>
  </c:spPr>
  <c:txPr>
    <a:bodyPr/>
    <a:lstStyle/>
    <a:p>
      <a:pPr>
        <a:defRPr sz="900">
          <a:solidFill>
            <a:srgbClr val="000000"/>
          </a:solidFill>
          <a:latin typeface="La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manualLayout>
          <c:layoutTarget val="inner"/>
          <c:xMode val="edge"/>
          <c:yMode val="edge"/>
          <c:x val="0.05533596837944663"/>
          <c:y val="0.01196172248803828"/>
          <c:w val="0.8932806324110673"/>
          <c:h val="0.8923444976076556"/>
        </c:manualLayout>
      </c:layout>
      <c:scatterChart>
        <c:scatterStyle val="lineMarker"/>
        <c:varyColors val="0"/>
        <c:ser>
          <c:idx val="0"/>
          <c:order val="0"/>
          <c:tx>
            <c:strRef>
              <c:f>Sheet1!$B$1</c:f>
              <c:strCache>
                <c:ptCount val="1"/>
                <c:pt idx="0">
                  <c:v>Faculty</c:v>
                </c:pt>
              </c:strCache>
            </c:strRef>
          </c:tx>
          <c:spPr>
            <a:ln w="9525">
              <a:solidFill>
                <a:srgbClr val="C8102E"/>
              </a:solidFill>
              <a:prstDash val="sysDash"/>
            </a:ln>
          </c:spPr>
          <c:marker>
            <c:symbol val="circle"/>
            <c:size val="13"/>
            <c:spPr>
              <a:solidFill>
                <a:srgbClr val="C8102E"/>
              </a:solidFill>
              <a:ln>
                <a:noFill/>
              </a:ln>
            </c:spPr>
          </c:marker>
          <c:dLbls>
            <c:dLbl>
              <c:idx val="0"/>
              <c:tx>
                <c:rich>
                  <a:bodyPr/>
                  <a:lstStyle/>
                  <a:p>
                    <a:pPr>
                      <a:defRPr/>
                    </a:pPr>
                    <a:r>
                      <a:rPr sz="1000" b="1" i="1">
                        <a:solidFill>
                          <a:srgbClr val="C8102E"/>
                        </a:solidFill>
                        <a:latin typeface="Lato"/>
                      </a:rPr>
                      <a:t>32%</a:t>
                    </a:r>
                  </a:p>
                </c:rich>
              </c:tx>
              <c:dLblPos val="r"/>
              <c:showLegendKey val="0"/>
              <c:showVal val="1"/>
              <c:showCatName val="0"/>
              <c:showSerName val="0"/>
              <c:showPercent val="0"/>
              <c:showBubbleSize val="0"/>
            </c:dLbl>
            <c:dLbl>
              <c:idx val="1"/>
              <c:tx>
                <c:rich>
                  <a:bodyPr/>
                  <a:lstStyle/>
                  <a:p>
                    <a:pPr>
                      <a:defRPr/>
                    </a:pPr>
                    <a:r>
                      <a:rPr sz="1000" b="1" i="1">
                        <a:solidFill>
                          <a:srgbClr val="C8102E"/>
                        </a:solidFill>
                        <a:latin typeface="Lato"/>
                      </a:rPr>
                      <a:t>27%*</a:t>
                    </a:r>
                  </a:p>
                </c:rich>
              </c:tx>
              <c:dLblPos val="l"/>
              <c:showLegendKey val="0"/>
              <c:showVal val="1"/>
              <c:showCatName val="0"/>
              <c:showSerName val="0"/>
              <c:showPercent val="0"/>
              <c:showBubbleSize val="0"/>
            </c:dLbl>
            <c:dLbl>
              <c:idx val="2"/>
              <c:tx>
                <c:rich>
                  <a:bodyPr/>
                  <a:lstStyle/>
                  <a:p>
                    <a:pPr>
                      <a:defRPr/>
                    </a:pPr>
                    <a:r>
                      <a:rPr sz="1000" b="1" i="1">
                        <a:solidFill>
                          <a:srgbClr val="C8102E"/>
                        </a:solidFill>
                        <a:latin typeface="Lato"/>
                      </a:rPr>
                      <a:t>32%*</a:t>
                    </a:r>
                  </a:p>
                </c:rich>
              </c:tx>
              <c:dLblPos val="t"/>
              <c:showLegendKey val="0"/>
              <c:showVal val="1"/>
              <c:showCatName val="0"/>
              <c:showSerName val="0"/>
              <c:showPercent val="0"/>
              <c:showBubbleSize val="0"/>
            </c:dLbl>
            <c:dLbl>
              <c:idx val="3"/>
              <c:tx>
                <c:rich>
                  <a:bodyPr/>
                  <a:lstStyle/>
                  <a:p>
                    <a:pPr>
                      <a:defRPr/>
                    </a:pPr>
                    <a:r>
                      <a:rPr sz="1000" b="1" i="1">
                        <a:solidFill>
                          <a:srgbClr val="C8102E"/>
                        </a:solidFill>
                        <a:latin typeface="Lato"/>
                      </a:rPr>
                      <a:t>44%</a:t>
                    </a:r>
                  </a:p>
                </c:rich>
              </c:tx>
              <c:dLblPos val="r"/>
              <c:showLegendKey val="0"/>
              <c:showVal val="1"/>
              <c:showCatName val="0"/>
              <c:showSerName val="0"/>
              <c:showPercent val="0"/>
              <c:showBubbleSize val="0"/>
            </c:dLbl>
            <c:dLbl>
              <c:idx val="4"/>
              <c:tx>
                <c:rich>
                  <a:bodyPr/>
                  <a:lstStyle/>
                  <a:p>
                    <a:pPr>
                      <a:defRPr/>
                    </a:pPr>
                    <a:r>
                      <a:rPr sz="1000" b="1" i="1">
                        <a:solidFill>
                          <a:srgbClr val="C8102E"/>
                        </a:solidFill>
                        <a:latin typeface="Lato"/>
                      </a:rPr>
                      <a:t>32%</a:t>
                    </a:r>
                  </a:p>
                </c:rich>
              </c:tx>
              <c:dLblPos val="l"/>
              <c:showLegendKey val="0"/>
              <c:showVal val="1"/>
              <c:showCatName val="0"/>
              <c:showSerName val="0"/>
              <c:showPercent val="0"/>
              <c:showBubbleSize val="0"/>
            </c:dLbl>
            <c:dLbl>
              <c:idx val="5"/>
              <c:tx>
                <c:rich>
                  <a:bodyPr/>
                  <a:lstStyle/>
                  <a:p>
                    <a:pPr>
                      <a:defRPr/>
                    </a:pPr>
                    <a:r>
                      <a:rPr sz="1000" b="1" i="1">
                        <a:solidFill>
                          <a:srgbClr val="C8102E"/>
                        </a:solidFill>
                        <a:latin typeface="Lato"/>
                      </a:rPr>
                      <a:t>34%</a:t>
                    </a:r>
                  </a:p>
                </c:rich>
              </c:tx>
              <c:dLblPos val="l"/>
              <c:showLegendKey val="0"/>
              <c:showVal val="1"/>
              <c:showCatName val="0"/>
              <c:showSerName val="0"/>
              <c:showPercent val="0"/>
              <c:showBubbleSize val="0"/>
            </c:dLbl>
            <c:dLbl>
              <c:idx val="6"/>
              <c:tx>
                <c:rich>
                  <a:bodyPr/>
                  <a:lstStyle/>
                  <a:p>
                    <a:pPr>
                      <a:defRPr/>
                    </a:pPr>
                    <a:r>
                      <a:rPr sz="1000" b="1" i="1">
                        <a:solidFill>
                          <a:srgbClr val="C8102E"/>
                        </a:solidFill>
                        <a:latin typeface="Lato"/>
                      </a:rPr>
                      <a:t>50%</a:t>
                    </a:r>
                  </a:p>
                </c:rich>
              </c:tx>
              <c:dLblPos val="r"/>
              <c:showLegendKey val="0"/>
              <c:showVal val="1"/>
              <c:showCatName val="0"/>
              <c:showSerName val="0"/>
              <c:showPercent val="0"/>
              <c:showBubbleSize val="0"/>
            </c:dLbl>
            <c:dLbl>
              <c:idx val="7"/>
              <c:tx>
                <c:rich>
                  <a:bodyPr/>
                  <a:lstStyle/>
                  <a:p>
                    <a:pPr>
                      <a:defRPr/>
                    </a:pPr>
                    <a:r>
                      <a:rPr sz="1000" b="1" i="1">
                        <a:solidFill>
                          <a:srgbClr val="C8102E"/>
                        </a:solidFill>
                        <a:latin typeface="Lato"/>
                      </a:rPr>
                      <a:t>53%</a:t>
                    </a:r>
                  </a:p>
                </c:rich>
              </c:tx>
              <c:dLblPos val="r"/>
              <c:showLegendKey val="0"/>
              <c:showVal val="1"/>
              <c:showCatName val="0"/>
              <c:showSerName val="0"/>
              <c:showPercent val="0"/>
              <c:showBubbleSize val="0"/>
            </c:dLbl>
            <c:dLbl>
              <c:idx val="8"/>
              <c:tx>
                <c:rich>
                  <a:bodyPr/>
                  <a:lstStyle/>
                  <a:p>
                    <a:pPr>
                      <a:defRPr/>
                    </a:pPr>
                    <a:r>
                      <a:rPr sz="1000" b="1" i="1">
                        <a:solidFill>
                          <a:srgbClr val="C8102E"/>
                        </a:solidFill>
                        <a:latin typeface="Lato"/>
                      </a:rPr>
                      <a:t>45%</a:t>
                    </a:r>
                  </a:p>
                </c:rich>
              </c:tx>
              <c:dLblPos val="t"/>
              <c:showLegendKey val="0"/>
              <c:showVal val="1"/>
              <c:showCatName val="0"/>
              <c:showSerName val="0"/>
              <c:showPercent val="0"/>
              <c:showBubbleSize val="0"/>
            </c:dLbl>
            <c:dLbl>
              <c:idx val="9"/>
              <c:tx>
                <c:rich>
                  <a:bodyPr/>
                  <a:lstStyle/>
                  <a:p>
                    <a:pPr>
                      <a:defRPr/>
                    </a:pPr>
                    <a:r>
                      <a:rPr sz="1000" b="1" i="1">
                        <a:solidFill>
                          <a:srgbClr val="C8102E"/>
                        </a:solidFill>
                        <a:latin typeface="Lato"/>
                      </a:rPr>
                      <a:t>39%</a:t>
                    </a:r>
                  </a:p>
                </c:rich>
              </c:tx>
              <c:dLblPos val="l"/>
              <c:showLegendKey val="0"/>
              <c:showVal val="1"/>
              <c:showCatName val="0"/>
              <c:showSerName val="0"/>
              <c:showPercent val="0"/>
              <c:showBubbleSize val="0"/>
            </c:dLbl>
            <c:showLegendKey val="0"/>
            <c:showVal val="0"/>
            <c:showCatName val="0"/>
            <c:showSerName val="0"/>
            <c:showPercent val="0"/>
            <c:showBubbleSize val="0"/>
          </c:dLbls>
          <c:xVal>
            <c:numRef>
              <c:f>Sheet1!$A$2:$A$11</c:f>
              <c:numCache>
                <c:formatCode>General</c:formatCode>
                <c:ptCount val="10"/>
                <c:pt idx="0">
                  <c:v>32.0</c:v>
                </c:pt>
                <c:pt idx="1">
                  <c:v>27.0</c:v>
                </c:pt>
                <c:pt idx="2">
                  <c:v>32.0</c:v>
                </c:pt>
                <c:pt idx="3">
                  <c:v>44.0</c:v>
                </c:pt>
                <c:pt idx="4">
                  <c:v>32.0</c:v>
                </c:pt>
                <c:pt idx="5">
                  <c:v>34.0</c:v>
                </c:pt>
                <c:pt idx="6">
                  <c:v>50.0</c:v>
                </c:pt>
                <c:pt idx="7">
                  <c:v>53.0</c:v>
                </c:pt>
                <c:pt idx="8">
                  <c:v>45.0</c:v>
                </c:pt>
                <c:pt idx="9">
                  <c:v>39.0</c:v>
                </c:pt>
              </c:numCache>
            </c:numRef>
          </c:xVal>
          <c:yVal>
            <c:numRef>
              <c:f>Sheet1!$B$2:$B$11</c:f>
              <c:numCache>
                <c:formatCode>General</c:formatCode>
                <c:ptCount val="10"/>
                <c:pt idx="0">
                  <c:v>2015.0</c:v>
                </c:pt>
                <c:pt idx="1">
                  <c:v>2016.0</c:v>
                </c:pt>
                <c:pt idx="2">
                  <c:v>2017.0</c:v>
                </c:pt>
                <c:pt idx="3">
                  <c:v>2018.0</c:v>
                </c:pt>
                <c:pt idx="4">
                  <c:v>2019.0</c:v>
                </c:pt>
                <c:pt idx="5">
                  <c:v>2020.0</c:v>
                </c:pt>
                <c:pt idx="6">
                  <c:v>2021.0</c:v>
                </c:pt>
                <c:pt idx="7">
                  <c:v>2022.0</c:v>
                </c:pt>
                <c:pt idx="8">
                  <c:v>2023.0</c:v>
                </c:pt>
                <c:pt idx="9">
                  <c:v>2024.0</c:v>
                </c:pt>
              </c:numCache>
            </c:numRef>
          </c:yVal>
          <c:smooth val="0"/>
        </c:ser>
        <c:ser>
          <c:idx val="1"/>
          <c:order val="1"/>
          <c:tx>
            <c:strRef>
              <c:f>Sheet1!$B$13</c:f>
              <c:strCache>
                <c:ptCount val="1"/>
                <c:pt idx="0">
                  <c:v>Trustees</c:v>
                </c:pt>
              </c:strCache>
            </c:strRef>
          </c:tx>
          <c:spPr>
            <a:ln w="9525">
              <a:solidFill>
                <a:srgbClr val="8A8D8F"/>
              </a:solidFill>
              <a:prstDash val="sysDash"/>
            </a:ln>
          </c:spPr>
          <c:marker>
            <c:symbol val="circle"/>
            <c:size val="15"/>
            <c:spPr>
              <a:solidFill>
                <a:srgbClr val="8A8D8F"/>
              </a:solidFill>
              <a:ln>
                <a:noFill/>
              </a:ln>
            </c:spPr>
          </c:marker>
          <c:dLbls>
            <c:dLbl>
              <c:idx val="0"/>
              <c:tx>
                <c:rich>
                  <a:bodyPr/>
                  <a:lstStyle/>
                  <a:p>
                    <a:pPr>
                      <a:defRPr/>
                    </a:pPr>
                    <a:r>
                      <a:rPr sz="1000" b="1" i="1">
                        <a:solidFill>
                          <a:srgbClr val="3A3A3F"/>
                        </a:solidFill>
                        <a:latin typeface="Lato"/>
                      </a:rPr>
                      <a:t>79%</a:t>
                    </a:r>
                  </a:p>
                </c:rich>
              </c:tx>
              <c:dLblPos val="t"/>
              <c:showLegendKey val="0"/>
              <c:showVal val="1"/>
              <c:showCatName val="0"/>
              <c:showSerName val="0"/>
              <c:showPercent val="0"/>
              <c:showBubbleSize val="0"/>
            </c:dLbl>
            <c:dLbl>
              <c:idx val="1"/>
              <c:tx>
                <c:rich>
                  <a:bodyPr/>
                  <a:lstStyle/>
                  <a:p>
                    <a:pPr>
                      <a:defRPr/>
                    </a:pPr>
                    <a:r>
                      <a:rPr sz="1000" b="1" i="1">
                        <a:solidFill>
                          <a:srgbClr val="3A3A3F"/>
                        </a:solidFill>
                        <a:latin typeface="Lato"/>
                      </a:rPr>
                      <a:t>74%</a:t>
                    </a:r>
                  </a:p>
                </c:rich>
              </c:tx>
              <c:dLblPos val="l"/>
              <c:showLegendKey val="0"/>
              <c:showVal val="1"/>
              <c:showCatName val="0"/>
              <c:showSerName val="0"/>
              <c:showPercent val="0"/>
              <c:showBubbleSize val="0"/>
            </c:dLbl>
            <c:dLbl>
              <c:idx val="2"/>
              <c:tx>
                <c:rich>
                  <a:bodyPr/>
                  <a:lstStyle/>
                  <a:p>
                    <a:pPr>
                      <a:defRPr/>
                    </a:pPr>
                    <a:r>
                      <a:rPr sz="1000" b="1" i="1">
                        <a:solidFill>
                          <a:srgbClr val="3A3A3F"/>
                        </a:solidFill>
                        <a:latin typeface="Lato"/>
                      </a:rPr>
                      <a:t>77%</a:t>
                    </a:r>
                  </a:p>
                </c:rich>
              </c:tx>
              <c:dLblPos val="l"/>
              <c:showLegendKey val="0"/>
              <c:showVal val="1"/>
              <c:showCatName val="0"/>
              <c:showSerName val="0"/>
              <c:showPercent val="0"/>
              <c:showBubbleSize val="0"/>
            </c:dLbl>
            <c:dLbl>
              <c:idx val="3"/>
              <c:tx>
                <c:rich>
                  <a:bodyPr/>
                  <a:lstStyle/>
                  <a:p>
                    <a:pPr>
                      <a:defRPr/>
                    </a:pPr>
                    <a:r>
                      <a:rPr sz="1000" b="1" i="1">
                        <a:solidFill>
                          <a:srgbClr val="3A3A3F"/>
                        </a:solidFill>
                        <a:latin typeface="Lato"/>
                      </a:rPr>
                      <a:t>78%</a:t>
                    </a:r>
                  </a:p>
                </c:rich>
              </c:tx>
              <c:dLblPos val="l"/>
              <c:showLegendKey val="0"/>
              <c:showVal val="1"/>
              <c:showCatName val="0"/>
              <c:showSerName val="0"/>
              <c:showPercent val="0"/>
              <c:showBubbleSize val="0"/>
            </c:dLbl>
            <c:dLbl>
              <c:idx val="4"/>
              <c:tx>
                <c:rich>
                  <a:bodyPr/>
                  <a:lstStyle/>
                  <a:p>
                    <a:pPr>
                      <a:defRPr/>
                    </a:pPr>
                    <a:r>
                      <a:rPr sz="1000" b="1" i="1">
                        <a:solidFill>
                          <a:srgbClr val="3A3A3F"/>
                        </a:solidFill>
                        <a:latin typeface="Lato"/>
                      </a:rPr>
                      <a:t>78%</a:t>
                    </a:r>
                  </a:p>
                </c:rich>
              </c:tx>
              <c:dLblPos val="l"/>
              <c:showLegendKey val="0"/>
              <c:showVal val="1"/>
              <c:showCatName val="0"/>
              <c:showSerName val="0"/>
              <c:showPercent val="0"/>
              <c:showBubbleSize val="0"/>
            </c:dLbl>
            <c:dLbl>
              <c:idx val="5"/>
              <c:tx>
                <c:rich>
                  <a:bodyPr/>
                  <a:lstStyle/>
                  <a:p>
                    <a:pPr>
                      <a:defRPr/>
                    </a:pPr>
                    <a:r>
                      <a:rPr sz="1000" b="1" i="1">
                        <a:solidFill>
                          <a:srgbClr val="3A3A3F"/>
                        </a:solidFill>
                        <a:latin typeface="Lato"/>
                      </a:rPr>
                      <a:t>84%</a:t>
                    </a:r>
                  </a:p>
                </c:rich>
              </c:tx>
              <c:dLblPos val="t"/>
              <c:showLegendKey val="0"/>
              <c:showVal val="1"/>
              <c:showCatName val="0"/>
              <c:showSerName val="0"/>
              <c:showPercent val="0"/>
              <c:showBubbleSize val="0"/>
            </c:dLbl>
            <c:dLbl>
              <c:idx val="6"/>
              <c:tx>
                <c:rich>
                  <a:bodyPr/>
                  <a:lstStyle/>
                  <a:p>
                    <a:pPr>
                      <a:defRPr/>
                    </a:pPr>
                    <a:r>
                      <a:rPr sz="1000" b="1" i="1">
                        <a:solidFill>
                          <a:srgbClr val="3A3A3F"/>
                        </a:solidFill>
                        <a:latin typeface="Lato"/>
                      </a:rPr>
                      <a:t>85%</a:t>
                    </a:r>
                  </a:p>
                </c:rich>
              </c:tx>
              <c:dLblPos val="l"/>
              <c:showLegendKey val="0"/>
              <c:showVal val="1"/>
              <c:showCatName val="0"/>
              <c:showSerName val="0"/>
              <c:showPercent val="0"/>
              <c:showBubbleSize val="0"/>
            </c:dLbl>
            <c:dLbl>
              <c:idx val="7"/>
              <c:tx>
                <c:rich>
                  <a:bodyPr/>
                  <a:lstStyle/>
                  <a:p>
                    <a:pPr>
                      <a:defRPr/>
                    </a:pPr>
                    <a:r>
                      <a:rPr sz="1000" b="1" i="1">
                        <a:solidFill>
                          <a:srgbClr val="3A3A3F"/>
                        </a:solidFill>
                        <a:latin typeface="Lato"/>
                      </a:rPr>
                      <a:t>90%</a:t>
                    </a:r>
                  </a:p>
                </c:rich>
              </c:tx>
              <c:dLblPos val="l"/>
              <c:showLegendKey val="0"/>
              <c:showVal val="1"/>
              <c:showCatName val="0"/>
              <c:showSerName val="0"/>
              <c:showPercent val="0"/>
              <c:showBubbleSize val="0"/>
            </c:dLbl>
            <c:dLbl>
              <c:idx val="8"/>
              <c:tx>
                <c:rich>
                  <a:bodyPr/>
                  <a:lstStyle/>
                  <a:p>
                    <a:pPr>
                      <a:defRPr/>
                    </a:pPr>
                    <a:r>
                      <a:rPr sz="1000" b="1" i="1">
                        <a:solidFill>
                          <a:srgbClr val="3A3A3F"/>
                        </a:solidFill>
                        <a:latin typeface="Lato"/>
                      </a:rPr>
                      <a:t>86%</a:t>
                    </a:r>
                  </a:p>
                </c:rich>
              </c:tx>
              <c:dLblPos val="l"/>
              <c:showLegendKey val="0"/>
              <c:showVal val="1"/>
              <c:showCatName val="0"/>
              <c:showSerName val="0"/>
              <c:showPercent val="0"/>
              <c:showBubbleSize val="0"/>
            </c:dLbl>
            <c:dLbl>
              <c:idx val="9"/>
              <c:tx>
                <c:rich>
                  <a:bodyPr/>
                  <a:lstStyle/>
                  <a:p>
                    <a:pPr>
                      <a:defRPr/>
                    </a:pPr>
                    <a:r>
                      <a:rPr sz="1000" b="1" i="1">
                        <a:solidFill>
                          <a:srgbClr val="3A3A3F"/>
                        </a:solidFill>
                        <a:latin typeface="Lato"/>
                      </a:rPr>
                      <a:t>79%</a:t>
                    </a:r>
                  </a:p>
                </c:rich>
              </c:tx>
              <c:dLblPos val="l"/>
              <c:showLegendKey val="0"/>
              <c:showVal val="1"/>
              <c:showCatName val="0"/>
              <c:showSerName val="0"/>
              <c:showPercent val="0"/>
              <c:showBubbleSize val="0"/>
            </c:dLbl>
            <c:showLegendKey val="0"/>
            <c:showVal val="0"/>
            <c:showCatName val="0"/>
            <c:showSerName val="0"/>
            <c:showPercent val="0"/>
            <c:showBubbleSize val="0"/>
          </c:dLbls>
          <c:xVal>
            <c:numRef>
              <c:f>Sheet1!$A$14:$A$23</c:f>
              <c:numCache>
                <c:formatCode>General</c:formatCode>
                <c:ptCount val="10"/>
                <c:pt idx="0">
                  <c:v>79.0</c:v>
                </c:pt>
                <c:pt idx="1">
                  <c:v>74.0</c:v>
                </c:pt>
                <c:pt idx="2">
                  <c:v>77.0</c:v>
                </c:pt>
                <c:pt idx="3">
                  <c:v>78.0</c:v>
                </c:pt>
                <c:pt idx="4">
                  <c:v>78.0</c:v>
                </c:pt>
                <c:pt idx="5">
                  <c:v>84.0</c:v>
                </c:pt>
                <c:pt idx="6">
                  <c:v>85.0</c:v>
                </c:pt>
                <c:pt idx="7">
                  <c:v>90.0</c:v>
                </c:pt>
                <c:pt idx="8">
                  <c:v>86.0</c:v>
                </c:pt>
                <c:pt idx="9">
                  <c:v>79.0</c:v>
                </c:pt>
              </c:numCache>
            </c:numRef>
          </c:xVal>
          <c:yVal>
            <c:numRef>
              <c:f>Sheet1!$B$14:$B$23</c:f>
              <c:numCache>
                <c:formatCode>General</c:formatCode>
                <c:ptCount val="10"/>
                <c:pt idx="0">
                  <c:v>2015.0</c:v>
                </c:pt>
                <c:pt idx="1">
                  <c:v>2016.0</c:v>
                </c:pt>
                <c:pt idx="2">
                  <c:v>2017.0</c:v>
                </c:pt>
                <c:pt idx="3">
                  <c:v>2018.0</c:v>
                </c:pt>
                <c:pt idx="4">
                  <c:v>2019.0</c:v>
                </c:pt>
                <c:pt idx="5">
                  <c:v>2020.0</c:v>
                </c:pt>
                <c:pt idx="6">
                  <c:v>2021.0</c:v>
                </c:pt>
                <c:pt idx="7">
                  <c:v>2022.0</c:v>
                </c:pt>
                <c:pt idx="8">
                  <c:v>2023.0</c:v>
                </c:pt>
                <c:pt idx="9">
                  <c:v>2024.0</c:v>
                </c:pt>
              </c:numCache>
            </c:numRef>
          </c:yVal>
          <c:smooth val="0"/>
        </c:ser>
        <c:ser>
          <c:idx val="2"/>
          <c:order val="2"/>
          <c:tx>
            <c:strRef>
              <c:f>Sheet1!$B$25</c:f>
              <c:strCache>
                <c:ptCount val="1"/>
                <c:pt idx="0">
                  <c:v>Sr. Administrators</c:v>
                </c:pt>
              </c:strCache>
            </c:strRef>
          </c:tx>
          <c:spPr>
            <a:ln w="9525">
              <a:solidFill>
                <a:srgbClr val="000000"/>
              </a:solidFill>
              <a:prstDash val="sysDash"/>
            </a:ln>
          </c:spPr>
          <c:marker>
            <c:symbol val="circle"/>
            <c:size val="9"/>
            <c:spPr>
              <a:solidFill>
                <a:srgbClr val="000000"/>
              </a:solidFill>
              <a:ln>
                <a:noFill/>
              </a:ln>
            </c:spPr>
          </c:marker>
          <c:dLbls>
            <c:dLbl>
              <c:idx val="0"/>
              <c:tx>
                <c:rich>
                  <a:bodyPr/>
                  <a:lstStyle/>
                  <a:p>
                    <a:pPr>
                      <a:defRPr/>
                    </a:pPr>
                    <a:r>
                      <a:rPr sz="1000" b="1" i="1">
                        <a:solidFill>
                          <a:srgbClr val="000000"/>
                        </a:solidFill>
                        <a:latin typeface="Lato"/>
                      </a:rPr>
                      <a:t>88%</a:t>
                    </a:r>
                  </a:p>
                </c:rich>
              </c:tx>
              <c:dLblPos val="r"/>
              <c:showLegendKey val="0"/>
              <c:showVal val="1"/>
              <c:showCatName val="0"/>
              <c:showSerName val="0"/>
              <c:showPercent val="0"/>
              <c:showBubbleSize val="0"/>
            </c:dLbl>
            <c:dLbl>
              <c:idx val="1"/>
              <c:tx>
                <c:rich>
                  <a:bodyPr/>
                  <a:lstStyle/>
                  <a:p>
                    <a:pPr>
                      <a:defRPr/>
                    </a:pPr>
                    <a:r>
                      <a:rPr sz="1000" b="1" i="1">
                        <a:solidFill>
                          <a:srgbClr val="000000"/>
                        </a:solidFill>
                        <a:latin typeface="Lato"/>
                      </a:rPr>
                      <a:t>86%</a:t>
                    </a:r>
                  </a:p>
                </c:rich>
              </c:tx>
              <c:dLblPos val="r"/>
              <c:showLegendKey val="0"/>
              <c:showVal val="1"/>
              <c:showCatName val="0"/>
              <c:showSerName val="0"/>
              <c:showPercent val="0"/>
              <c:showBubbleSize val="0"/>
            </c:dLbl>
            <c:dLbl>
              <c:idx val="2"/>
              <c:tx>
                <c:rich>
                  <a:bodyPr/>
                  <a:lstStyle/>
                  <a:p>
                    <a:pPr>
                      <a:defRPr/>
                    </a:pPr>
                    <a:r>
                      <a:rPr sz="1000" b="1" i="1">
                        <a:solidFill>
                          <a:srgbClr val="000000"/>
                        </a:solidFill>
                        <a:latin typeface="Lato"/>
                      </a:rPr>
                      <a:t>85%</a:t>
                    </a:r>
                  </a:p>
                </c:rich>
              </c:tx>
              <c:dLblPos val="r"/>
              <c:showLegendKey val="0"/>
              <c:showVal val="1"/>
              <c:showCatName val="0"/>
              <c:showSerName val="0"/>
              <c:showPercent val="0"/>
              <c:showBubbleSize val="0"/>
            </c:dLbl>
            <c:dLbl>
              <c:idx val="3"/>
              <c:tx>
                <c:rich>
                  <a:bodyPr/>
                  <a:lstStyle/>
                  <a:p>
                    <a:pPr>
                      <a:defRPr/>
                    </a:pPr>
                    <a:r>
                      <a:rPr sz="1000" b="1" i="1">
                        <a:solidFill>
                          <a:srgbClr val="000000"/>
                        </a:solidFill>
                        <a:latin typeface="Lato"/>
                      </a:rPr>
                      <a:t>80%</a:t>
                    </a:r>
                  </a:p>
                </c:rich>
              </c:tx>
              <c:dLblPos val="r"/>
              <c:showLegendKey val="0"/>
              <c:showVal val="1"/>
              <c:showCatName val="0"/>
              <c:showSerName val="0"/>
              <c:showPercent val="0"/>
              <c:showBubbleSize val="0"/>
            </c:dLbl>
            <c:dLbl>
              <c:idx val="4"/>
              <c:tx>
                <c:rich>
                  <a:bodyPr/>
                  <a:lstStyle/>
                  <a:p>
                    <a:pPr>
                      <a:defRPr/>
                    </a:pPr>
                    <a:r>
                      <a:rPr sz="1000" b="1" i="1">
                        <a:solidFill>
                          <a:srgbClr val="000000"/>
                        </a:solidFill>
                        <a:latin typeface="Lato"/>
                      </a:rPr>
                      <a:t>90%</a:t>
                    </a:r>
                  </a:p>
                </c:rich>
              </c:tx>
              <c:dLblPos val="r"/>
              <c:showLegendKey val="0"/>
              <c:showVal val="1"/>
              <c:showCatName val="0"/>
              <c:showSerName val="0"/>
              <c:showPercent val="0"/>
              <c:showBubbleSize val="0"/>
            </c:dLbl>
            <c:dLbl>
              <c:idx val="5"/>
              <c:tx>
                <c:rich>
                  <a:bodyPr/>
                  <a:lstStyle/>
                  <a:p>
                    <a:pPr>
                      <a:defRPr/>
                    </a:pPr>
                    <a:r>
                      <a:rPr sz="1000" b="1" i="1">
                        <a:solidFill>
                          <a:srgbClr val="000000"/>
                        </a:solidFill>
                        <a:latin typeface="Lato"/>
                      </a:rPr>
                      <a:t>90%</a:t>
                    </a:r>
                  </a:p>
                </c:rich>
              </c:tx>
              <c:dLblPos val="r"/>
              <c:showLegendKey val="0"/>
              <c:showVal val="1"/>
              <c:showCatName val="0"/>
              <c:showSerName val="0"/>
              <c:showPercent val="0"/>
              <c:showBubbleSize val="0"/>
            </c:dLbl>
            <c:dLbl>
              <c:idx val="6"/>
              <c:tx>
                <c:rich>
                  <a:bodyPr/>
                  <a:lstStyle/>
                  <a:p>
                    <a:pPr>
                      <a:defRPr/>
                    </a:pPr>
                    <a:r>
                      <a:rPr sz="1000" b="1" i="1">
                        <a:solidFill>
                          <a:srgbClr val="000000"/>
                        </a:solidFill>
                        <a:latin typeface="Lato"/>
                      </a:rPr>
                      <a:t>90%</a:t>
                    </a:r>
                  </a:p>
                </c:rich>
              </c:tx>
              <c:dLblPos val="r"/>
              <c:showLegendKey val="0"/>
              <c:showVal val="1"/>
              <c:showCatName val="0"/>
              <c:showSerName val="0"/>
              <c:showPercent val="0"/>
              <c:showBubbleSize val="0"/>
            </c:dLbl>
            <c:dLbl>
              <c:idx val="7"/>
              <c:tx>
                <c:rich>
                  <a:bodyPr/>
                  <a:lstStyle/>
                  <a:p>
                    <a:pPr>
                      <a:defRPr/>
                    </a:pPr>
                    <a:r>
                      <a:rPr sz="1000" b="1" i="1">
                        <a:solidFill>
                          <a:srgbClr val="000000"/>
                        </a:solidFill>
                        <a:latin typeface="Lato"/>
                      </a:rPr>
                      <a:t>91%</a:t>
                    </a:r>
                  </a:p>
                </c:rich>
              </c:tx>
              <c:dLblPos val="r"/>
              <c:showLegendKey val="0"/>
              <c:showVal val="1"/>
              <c:showCatName val="0"/>
              <c:showSerName val="0"/>
              <c:showPercent val="0"/>
              <c:showBubbleSize val="0"/>
            </c:dLbl>
            <c:dLbl>
              <c:idx val="8"/>
              <c:tx>
                <c:rich>
                  <a:bodyPr/>
                  <a:lstStyle/>
                  <a:p>
                    <a:pPr>
                      <a:defRPr/>
                    </a:pPr>
                    <a:r>
                      <a:rPr sz="1000" b="1" i="1">
                        <a:solidFill>
                          <a:srgbClr val="000000"/>
                        </a:solidFill>
                        <a:latin typeface="Lato"/>
                      </a:rPr>
                      <a:t>91%</a:t>
                    </a:r>
                  </a:p>
                </c:rich>
              </c:tx>
              <c:dLblPos val="r"/>
              <c:showLegendKey val="0"/>
              <c:showVal val="1"/>
              <c:showCatName val="0"/>
              <c:showSerName val="0"/>
              <c:showPercent val="0"/>
              <c:showBubbleSize val="0"/>
            </c:dLbl>
            <c:dLbl>
              <c:idx val="9"/>
              <c:tx>
                <c:rich>
                  <a:bodyPr/>
                  <a:lstStyle/>
                  <a:p>
                    <a:pPr>
                      <a:defRPr/>
                    </a:pPr>
                    <a:r>
                      <a:rPr sz="1000" b="1" i="1">
                        <a:solidFill>
                          <a:srgbClr val="000000"/>
                        </a:solidFill>
                        <a:latin typeface="Lato"/>
                      </a:rPr>
                      <a:t>88%</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Sheet1!$A$26:$A$35</c:f>
              <c:numCache>
                <c:formatCode>General</c:formatCode>
                <c:ptCount val="10"/>
                <c:pt idx="0">
                  <c:v>88.0</c:v>
                </c:pt>
                <c:pt idx="1">
                  <c:v>86.0</c:v>
                </c:pt>
                <c:pt idx="2">
                  <c:v>85.0</c:v>
                </c:pt>
                <c:pt idx="3">
                  <c:v>80.0</c:v>
                </c:pt>
                <c:pt idx="4">
                  <c:v>90.0</c:v>
                </c:pt>
                <c:pt idx="5">
                  <c:v>90.0</c:v>
                </c:pt>
                <c:pt idx="6">
                  <c:v>90.0</c:v>
                </c:pt>
                <c:pt idx="7">
                  <c:v>91.0</c:v>
                </c:pt>
                <c:pt idx="8">
                  <c:v>91.0</c:v>
                </c:pt>
                <c:pt idx="9">
                  <c:v>88.0</c:v>
                </c:pt>
              </c:numCache>
            </c:numRef>
          </c:xVal>
          <c:yVal>
            <c:numRef>
              <c:f>Sheet1!$B$26:$B$35</c:f>
              <c:numCache>
                <c:formatCode>General</c:formatCode>
                <c:ptCount val="10"/>
                <c:pt idx="0">
                  <c:v>2015.0</c:v>
                </c:pt>
                <c:pt idx="1">
                  <c:v>2016.0</c:v>
                </c:pt>
                <c:pt idx="2">
                  <c:v>2017.0</c:v>
                </c:pt>
                <c:pt idx="3">
                  <c:v>2018.0</c:v>
                </c:pt>
                <c:pt idx="4">
                  <c:v>2019.0</c:v>
                </c:pt>
                <c:pt idx="5">
                  <c:v>2020.0</c:v>
                </c:pt>
                <c:pt idx="6">
                  <c:v>2021.0</c:v>
                </c:pt>
                <c:pt idx="7">
                  <c:v>2022.0</c:v>
                </c:pt>
                <c:pt idx="8">
                  <c:v>2023.0</c:v>
                </c:pt>
                <c:pt idx="9">
                  <c:v>2024.0</c:v>
                </c:pt>
              </c:numCache>
            </c:numRef>
          </c:yVal>
          <c:smooth val="0"/>
        </c:ser>
        <c:ser>
          <c:idx val="3"/>
          <c:order val="3"/>
          <c:tx>
            <c:strRef>
              <c:f>Sheet1!$B$37</c:f>
              <c:strCache>
                <c:ptCount val="1"/>
                <c:pt idx="0">
                  <c:v>Trustees only (2025–26 item)</c:v>
                </c:pt>
              </c:strCache>
            </c:strRef>
          </c:tx>
          <c:spPr>
            <a:ln>
              <a:noFill/>
            </a:ln>
          </c:spPr>
          <c:marker>
            <c:symbol val="circle"/>
            <c:size val="11"/>
            <c:spPr>
              <a:solidFill>
                <a:srgbClr val="C9C9CC"/>
              </a:solidFill>
              <a:ln w="22225">
                <a:solidFill>
                  <a:srgbClr val="8A8D8F"/>
                </a:solidFill>
              </a:ln>
            </c:spPr>
          </c:marker>
          <c:dLbls>
            <c:dLbl>
              <c:idx val="0"/>
              <c:tx>
                <c:rich>
                  <a:bodyPr/>
                  <a:lstStyle/>
                  <a:p>
                    <a:pPr>
                      <a:defRPr/>
                    </a:pPr>
                    <a:r>
                      <a:rPr sz="1000" b="1" i="1">
                        <a:solidFill>
                          <a:srgbClr val="3A3A3F"/>
                        </a:solidFill>
                        <a:latin typeface="Lato"/>
                      </a:rPr>
                      <a:t>74%</a:t>
                    </a:r>
                  </a:p>
                </c:rich>
              </c:tx>
              <c:dLblPos val="l"/>
              <c:showLegendKey val="0"/>
              <c:showVal val="1"/>
              <c:showCatName val="0"/>
              <c:showSerName val="0"/>
              <c:showPercent val="0"/>
              <c:showBubbleSize val="0"/>
            </c:dLbl>
            <c:dLbl>
              <c:idx val="1"/>
              <c:tx>
                <c:rich>
                  <a:bodyPr/>
                  <a:lstStyle/>
                  <a:p>
                    <a:pPr>
                      <a:defRPr/>
                    </a:pPr>
                    <a:r>
                      <a:rPr sz="1000" b="1" i="1">
                        <a:solidFill>
                          <a:srgbClr val="3A3A3F"/>
                        </a:solidFill>
                        <a:latin typeface="Lato"/>
                      </a:rPr>
                      <a:t>79%</a:t>
                    </a:r>
                  </a:p>
                </c:rich>
              </c:tx>
              <c:dLblPos val="l"/>
              <c:showLegendKey val="0"/>
              <c:showVal val="1"/>
              <c:showCatName val="0"/>
              <c:showSerName val="0"/>
              <c:showPercent val="0"/>
              <c:showBubbleSize val="0"/>
            </c:dLbl>
            <c:showLegendKey val="0"/>
            <c:showVal val="0"/>
            <c:showCatName val="0"/>
            <c:showSerName val="0"/>
            <c:showPercent val="0"/>
            <c:showBubbleSize val="0"/>
          </c:dLbls>
          <c:xVal>
            <c:numRef>
              <c:f>Sheet1!$A$38:$A$39</c:f>
              <c:numCache>
                <c:formatCode>General</c:formatCode>
                <c:ptCount val="2"/>
                <c:pt idx="0">
                  <c:v>74.0</c:v>
                </c:pt>
                <c:pt idx="1">
                  <c:v>79.0</c:v>
                </c:pt>
              </c:numCache>
            </c:numRef>
          </c:xVal>
          <c:yVal>
            <c:numRef>
              <c:f>Sheet1!$B$38:$B$39</c:f>
              <c:numCache>
                <c:formatCode>General</c:formatCode>
                <c:ptCount val="2"/>
                <c:pt idx="0">
                  <c:v>2025.0</c:v>
                </c:pt>
                <c:pt idx="1">
                  <c:v>2026.0</c:v>
                </c:pt>
              </c:numCache>
            </c:numRef>
          </c:yVal>
          <c:smooth val="0"/>
        </c:ser>
        <c:axId val="-2128940872"/>
        <c:axId val="-2129643912"/>
      </c:scatterChart>
      <c:valAx>
        <c:axId val="-2128940872"/>
        <c:scaling>
          <c:orientation val="minMax"/>
          <c:max val="100.0"/>
          <c:min val="0.0"/>
        </c:scaling>
        <c:delete val="0"/>
        <c:axPos val="b"/>
        <c:majorGridlines>
          <c:spPr>
            <a:ln w="6350">
              <a:solidFill>
                <a:srgbClr val="E4E4E6"/>
              </a:solidFill>
            </a:ln>
          </c:spPr>
        </c:majorGridlines>
        <c:numFmt formatCode="0&quot;%&quot;" sourceLinked="0"/>
        <c:majorTickMark val="out"/>
        <c:minorTickMark val="none"/>
        <c:tickLblPos val="nextTo"/>
        <c:spPr>
          <a:ln w="9525">
            <a:solidFill>
              <a:srgbClr val="000000"/>
            </a:solidFill>
          </a:ln>
        </c:spPr>
        <c:txPr>
          <a:bodyPr/>
          <a:lstStyle/>
          <a:p>
            <a:pPr>
              <a:defRPr sz="900">
                <a:solidFill>
                  <a:srgbClr val="000000"/>
                </a:solidFill>
                <a:latin typeface="Lato"/>
              </a:defRPr>
            </a:pPr>
          </a:p>
        </c:txPr>
        <c:crossAx val="-2129643912"/>
        <c:crosses val="max"/>
        <c:crossBetween val="midCat"/>
        <c:majorUnit val="25.0"/>
      </c:valAx>
      <c:valAx>
        <c:axId val="-2129643912"/>
        <c:scaling>
          <c:orientation val="maxMin"/>
          <c:max val="2027.0"/>
          <c:min val="2014.0"/>
        </c:scaling>
        <c:delete val="0"/>
        <c:axPos val="l"/>
        <c:majorGridlines>
          <c:spPr>
            <a:ln w="6350">
              <a:solidFill>
                <a:srgbClr val="C9C9CC"/>
              </a:solidFill>
            </a:ln>
          </c:spPr>
        </c:majorGridlines>
        <c:numFmt formatCode="[&lt;2015]&quot;&quot;;[&gt;2026]&quot;&quot;;0" sourceLinked="0"/>
        <c:majorTickMark val="none"/>
        <c:minorTickMark val="none"/>
        <c:tickLblPos val="nextTo"/>
        <c:spPr>
          <a:ln w="9525">
            <a:noFill/>
          </a:ln>
        </c:spPr>
        <c:txPr>
          <a:bodyPr/>
          <a:lstStyle/>
          <a:p>
            <a:pPr>
              <a:defRPr sz="1100" b="1">
                <a:solidFill>
                  <a:srgbClr val="000000"/>
                </a:solidFill>
                <a:latin typeface="Lato"/>
              </a:defRPr>
            </a:pPr>
          </a:p>
        </c:txPr>
        <c:crossAx val="-2128940872"/>
        <c:crosses val="autoZero"/>
        <c:crossBetween val="midCat"/>
        <c:majorUnit val="1.0"/>
      </c:valAx>
    </c:plotArea>
    <c:plotVisOnly val="1"/>
    <c:dispBlanksAs val="gap"/>
    <c:showDLblsOverMax val="0"/>
  </c:chart>
  <c:spPr>
    <a:noFill/>
    <a:ln>
      <a:noFill/>
    </a:ln>
  </c:spPr>
  <c:txPr>
    <a:bodyPr/>
    <a:lstStyle/>
    <a:p>
      <a:pPr>
        <a:defRPr sz="1000">
          <a:solidFill>
            <a:srgbClr val="000000"/>
          </a:solidFill>
          <a:latin typeface="La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manualLayout>
          <c:layoutTarget val="inner"/>
          <c:xMode val="edge"/>
          <c:yMode val="edge"/>
          <c:x val="0.07114624505928854"/>
          <c:y val="0.014598540145985403"/>
          <c:w val="0.849802371541502"/>
          <c:h val="0.8102189781021899"/>
        </c:manualLayout>
      </c:layout>
      <c:scatterChart>
        <c:scatterStyle val="lineMarker"/>
        <c:varyColors val="0"/>
        <c:ser>
          <c:idx val="0"/>
          <c:order val="0"/>
          <c:tx>
            <c:strRef>
              <c:f>Sheet1!$B$1</c:f>
              <c:strCache>
                <c:ptCount val="1"/>
                <c:pt idx="0">
                  <c:v>$40K S&amp;W per student iso-line</c:v>
                </c:pt>
              </c:strCache>
            </c:strRef>
          </c:tx>
          <c:spPr>
            <a:ln w="12700">
              <a:solidFill>
                <a:srgbClr val="8A8D8F"/>
              </a:solidFill>
              <a:prstDash val="dash"/>
            </a:ln>
          </c:spPr>
          <c:marker>
            <c:symbol val="none"/>
          </c:marker>
          <c:dLbls>
            <c:dLbl>
              <c:idx val="95"/>
              <c:tx>
                <c:rich>
                  <a:bodyPr/>
                  <a:lstStyle/>
                  <a:p>
                    <a:pPr>
                      <a:defRPr/>
                    </a:pPr>
                    <a:r>
                      <a:rPr sz="850" b="0" i="1">
                        <a:solidFill>
                          <a:srgbClr val="6B6B70"/>
                        </a:solidFill>
                        <a:latin typeface="Lato"/>
                      </a:rPr>
                      <a:t>$40K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Sheet1!$A$2:$A$97</c:f>
              <c:numCache>
                <c:formatCode>General</c:formatCode>
                <c:ptCount val="96"/>
                <c:pt idx="0">
                  <c:v>50000.0</c:v>
                </c:pt>
                <c:pt idx="1">
                  <c:v>60000.0</c:v>
                </c:pt>
                <c:pt idx="2">
                  <c:v>70000.0</c:v>
                </c:pt>
                <c:pt idx="3">
                  <c:v>80000.0</c:v>
                </c:pt>
                <c:pt idx="4">
                  <c:v>90000.0</c:v>
                </c:pt>
                <c:pt idx="5">
                  <c:v>100000.0</c:v>
                </c:pt>
                <c:pt idx="6">
                  <c:v>110000.0</c:v>
                </c:pt>
                <c:pt idx="7">
                  <c:v>120000.0</c:v>
                </c:pt>
                <c:pt idx="8">
                  <c:v>130000.0</c:v>
                </c:pt>
                <c:pt idx="9">
                  <c:v>140000.0</c:v>
                </c:pt>
                <c:pt idx="10">
                  <c:v>150000.0</c:v>
                </c:pt>
                <c:pt idx="11">
                  <c:v>160000.0</c:v>
                </c:pt>
                <c:pt idx="12">
                  <c:v>170000.0</c:v>
                </c:pt>
                <c:pt idx="13">
                  <c:v>180000.0</c:v>
                </c:pt>
                <c:pt idx="14">
                  <c:v>190000.0</c:v>
                </c:pt>
                <c:pt idx="15">
                  <c:v>200000.0</c:v>
                </c:pt>
                <c:pt idx="16">
                  <c:v>210000.0</c:v>
                </c:pt>
                <c:pt idx="17">
                  <c:v>220000.0</c:v>
                </c:pt>
                <c:pt idx="18">
                  <c:v>230000.0</c:v>
                </c:pt>
                <c:pt idx="19">
                  <c:v>240000.0</c:v>
                </c:pt>
                <c:pt idx="20">
                  <c:v>250000.0</c:v>
                </c:pt>
                <c:pt idx="21">
                  <c:v>260000.0</c:v>
                </c:pt>
                <c:pt idx="22">
                  <c:v>270000.0</c:v>
                </c:pt>
                <c:pt idx="23">
                  <c:v>280000.0</c:v>
                </c:pt>
                <c:pt idx="24">
                  <c:v>290000.0</c:v>
                </c:pt>
                <c:pt idx="25">
                  <c:v>300000.0</c:v>
                </c:pt>
                <c:pt idx="26">
                  <c:v>310000.0</c:v>
                </c:pt>
                <c:pt idx="27">
                  <c:v>320000.0</c:v>
                </c:pt>
                <c:pt idx="28">
                  <c:v>330000.0</c:v>
                </c:pt>
                <c:pt idx="29">
                  <c:v>340000.0</c:v>
                </c:pt>
                <c:pt idx="30">
                  <c:v>350000.0</c:v>
                </c:pt>
                <c:pt idx="31">
                  <c:v>360000.0</c:v>
                </c:pt>
                <c:pt idx="32">
                  <c:v>370000.0</c:v>
                </c:pt>
                <c:pt idx="33">
                  <c:v>380000.0</c:v>
                </c:pt>
                <c:pt idx="34">
                  <c:v>390000.0</c:v>
                </c:pt>
                <c:pt idx="35">
                  <c:v>400000.0</c:v>
                </c:pt>
                <c:pt idx="36">
                  <c:v>410000.0</c:v>
                </c:pt>
                <c:pt idx="37">
                  <c:v>420000.0</c:v>
                </c:pt>
                <c:pt idx="38">
                  <c:v>430000.0</c:v>
                </c:pt>
                <c:pt idx="39">
                  <c:v>440000.0</c:v>
                </c:pt>
                <c:pt idx="40">
                  <c:v>450000.0</c:v>
                </c:pt>
                <c:pt idx="41">
                  <c:v>460000.0</c:v>
                </c:pt>
                <c:pt idx="42">
                  <c:v>470000.0</c:v>
                </c:pt>
                <c:pt idx="43">
                  <c:v>480000.0</c:v>
                </c:pt>
                <c:pt idx="44">
                  <c:v>490000.0</c:v>
                </c:pt>
                <c:pt idx="45">
                  <c:v>500000.0</c:v>
                </c:pt>
                <c:pt idx="46">
                  <c:v>510000.0</c:v>
                </c:pt>
                <c:pt idx="47">
                  <c:v>520000.0</c:v>
                </c:pt>
                <c:pt idx="48">
                  <c:v>530000.0</c:v>
                </c:pt>
                <c:pt idx="49">
                  <c:v>540000.0</c:v>
                </c:pt>
                <c:pt idx="50">
                  <c:v>550000.0</c:v>
                </c:pt>
                <c:pt idx="51">
                  <c:v>560000.0</c:v>
                </c:pt>
                <c:pt idx="52">
                  <c:v>570000.0</c:v>
                </c:pt>
                <c:pt idx="53">
                  <c:v>580000.0</c:v>
                </c:pt>
                <c:pt idx="54">
                  <c:v>590000.0</c:v>
                </c:pt>
                <c:pt idx="55">
                  <c:v>600000.0</c:v>
                </c:pt>
                <c:pt idx="56">
                  <c:v>610000.0</c:v>
                </c:pt>
                <c:pt idx="57">
                  <c:v>620000.0</c:v>
                </c:pt>
                <c:pt idx="58">
                  <c:v>630000.0</c:v>
                </c:pt>
                <c:pt idx="59">
                  <c:v>640000.0</c:v>
                </c:pt>
                <c:pt idx="60">
                  <c:v>650000.0</c:v>
                </c:pt>
                <c:pt idx="61">
                  <c:v>660000.0</c:v>
                </c:pt>
                <c:pt idx="62">
                  <c:v>670000.0</c:v>
                </c:pt>
                <c:pt idx="63">
                  <c:v>680000.0</c:v>
                </c:pt>
                <c:pt idx="64">
                  <c:v>690000.0</c:v>
                </c:pt>
                <c:pt idx="65">
                  <c:v>700000.0</c:v>
                </c:pt>
                <c:pt idx="66">
                  <c:v>710000.0</c:v>
                </c:pt>
                <c:pt idx="67">
                  <c:v>720000.0</c:v>
                </c:pt>
                <c:pt idx="68">
                  <c:v>730000.0</c:v>
                </c:pt>
                <c:pt idx="69">
                  <c:v>740000.0</c:v>
                </c:pt>
                <c:pt idx="70">
                  <c:v>750000.0</c:v>
                </c:pt>
                <c:pt idx="71">
                  <c:v>760000.0</c:v>
                </c:pt>
                <c:pt idx="72">
                  <c:v>770000.0</c:v>
                </c:pt>
                <c:pt idx="73">
                  <c:v>780000.0</c:v>
                </c:pt>
                <c:pt idx="74">
                  <c:v>790000.0</c:v>
                </c:pt>
                <c:pt idx="75">
                  <c:v>800000.0</c:v>
                </c:pt>
                <c:pt idx="76">
                  <c:v>810000.0</c:v>
                </c:pt>
                <c:pt idx="77">
                  <c:v>820000.0</c:v>
                </c:pt>
                <c:pt idx="78">
                  <c:v>830000.0</c:v>
                </c:pt>
                <c:pt idx="79">
                  <c:v>840000.0</c:v>
                </c:pt>
                <c:pt idx="80">
                  <c:v>850000.0</c:v>
                </c:pt>
                <c:pt idx="81">
                  <c:v>860000.0</c:v>
                </c:pt>
                <c:pt idx="82">
                  <c:v>870000.0</c:v>
                </c:pt>
                <c:pt idx="83">
                  <c:v>880000.0</c:v>
                </c:pt>
                <c:pt idx="84">
                  <c:v>890000.0</c:v>
                </c:pt>
                <c:pt idx="85">
                  <c:v>900000.0</c:v>
                </c:pt>
                <c:pt idx="86">
                  <c:v>910000.0</c:v>
                </c:pt>
                <c:pt idx="87">
                  <c:v>920000.0</c:v>
                </c:pt>
                <c:pt idx="88">
                  <c:v>930000.0</c:v>
                </c:pt>
                <c:pt idx="89">
                  <c:v>940000.0</c:v>
                </c:pt>
                <c:pt idx="90">
                  <c:v>950000.0</c:v>
                </c:pt>
                <c:pt idx="91">
                  <c:v>960000.0</c:v>
                </c:pt>
                <c:pt idx="92">
                  <c:v>970000.0</c:v>
                </c:pt>
                <c:pt idx="93">
                  <c:v>980000.0</c:v>
                </c:pt>
                <c:pt idx="94">
                  <c:v>990000.0</c:v>
                </c:pt>
                <c:pt idx="95">
                  <c:v>1000000.0</c:v>
                </c:pt>
              </c:numCache>
            </c:numRef>
          </c:xVal>
          <c:yVal>
            <c:numRef>
              <c:f>Sheet1!$B$2:$B$97</c:f>
              <c:numCache>
                <c:formatCode>General</c:formatCode>
                <c:ptCount val="96"/>
                <c:pt idx="0">
                  <c:v>0.8</c:v>
                </c:pt>
                <c:pt idx="1">
                  <c:v>0.6666666666666666</c:v>
                </c:pt>
                <c:pt idx="2">
                  <c:v>0.5714285714285714</c:v>
                </c:pt>
                <c:pt idx="3">
                  <c:v>0.5</c:v>
                </c:pt>
                <c:pt idx="4">
                  <c:v>0.4444444444444444</c:v>
                </c:pt>
                <c:pt idx="5">
                  <c:v>0.4</c:v>
                </c:pt>
                <c:pt idx="6">
                  <c:v>0.36363636363636365</c:v>
                </c:pt>
                <c:pt idx="7">
                  <c:v>0.3333333333333333</c:v>
                </c:pt>
                <c:pt idx="8">
                  <c:v>0.3076923076923077</c:v>
                </c:pt>
                <c:pt idx="9">
                  <c:v>0.2857142857142857</c:v>
                </c:pt>
                <c:pt idx="10">
                  <c:v>0.26666666666666666</c:v>
                </c:pt>
                <c:pt idx="11">
                  <c:v>0.25</c:v>
                </c:pt>
                <c:pt idx="12">
                  <c:v>0.23529411764705882</c:v>
                </c:pt>
                <c:pt idx="13">
                  <c:v>0.2222222222222222</c:v>
                </c:pt>
                <c:pt idx="14">
                  <c:v>0.21052631578947367</c:v>
                </c:pt>
                <c:pt idx="15">
                  <c:v>0.2</c:v>
                </c:pt>
                <c:pt idx="16">
                  <c:v>0.19047619047619047</c:v>
                </c:pt>
                <c:pt idx="17">
                  <c:v>0.18181818181818182</c:v>
                </c:pt>
                <c:pt idx="18">
                  <c:v>0.17391304347826086</c:v>
                </c:pt>
                <c:pt idx="19">
                  <c:v>0.16666666666666666</c:v>
                </c:pt>
                <c:pt idx="20">
                  <c:v>0.16</c:v>
                </c:pt>
                <c:pt idx="21">
                  <c:v>0.15384615384615385</c:v>
                </c:pt>
                <c:pt idx="22">
                  <c:v>0.14814814814814814</c:v>
                </c:pt>
                <c:pt idx="23">
                  <c:v>0.14285714285714285</c:v>
                </c:pt>
                <c:pt idx="24">
                  <c:v>0.13793103448275862</c:v>
                </c:pt>
                <c:pt idx="25">
                  <c:v>0.13333333333333333</c:v>
                </c:pt>
                <c:pt idx="26">
                  <c:v>0.12903225806451613</c:v>
                </c:pt>
                <c:pt idx="27">
                  <c:v>0.125</c:v>
                </c:pt>
                <c:pt idx="28">
                  <c:v>0.12121212121212122</c:v>
                </c:pt>
                <c:pt idx="29">
                  <c:v>0.11764705882352941</c:v>
                </c:pt>
                <c:pt idx="30">
                  <c:v>0.11428571428571428</c:v>
                </c:pt>
                <c:pt idx="31">
                  <c:v>0.1111111111111111</c:v>
                </c:pt>
                <c:pt idx="32">
                  <c:v>0.10810810810810811</c:v>
                </c:pt>
                <c:pt idx="33">
                  <c:v>0.10526315789473684</c:v>
                </c:pt>
                <c:pt idx="34">
                  <c:v>0.10256410256410256</c:v>
                </c:pt>
                <c:pt idx="35">
                  <c:v>0.1</c:v>
                </c:pt>
                <c:pt idx="36">
                  <c:v>0.0975609756097561</c:v>
                </c:pt>
                <c:pt idx="37">
                  <c:v>0.09523809523809523</c:v>
                </c:pt>
                <c:pt idx="38">
                  <c:v>0.09302325581395349</c:v>
                </c:pt>
                <c:pt idx="39">
                  <c:v>0.09090909090909091</c:v>
                </c:pt>
                <c:pt idx="40">
                  <c:v>0.08888888888888889</c:v>
                </c:pt>
                <c:pt idx="41">
                  <c:v>0.08695652173913043</c:v>
                </c:pt>
                <c:pt idx="42">
                  <c:v>0.0851063829787234</c:v>
                </c:pt>
                <c:pt idx="43">
                  <c:v>0.08333333333333333</c:v>
                </c:pt>
                <c:pt idx="44">
                  <c:v>0.08163265306122448</c:v>
                </c:pt>
                <c:pt idx="45">
                  <c:v>0.08</c:v>
                </c:pt>
                <c:pt idx="46">
                  <c:v>0.0784313725490196</c:v>
                </c:pt>
                <c:pt idx="47">
                  <c:v>0.07692307692307693</c:v>
                </c:pt>
                <c:pt idx="48">
                  <c:v>0.07547169811320754</c:v>
                </c:pt>
                <c:pt idx="49">
                  <c:v>0.07407407407407407</c:v>
                </c:pt>
                <c:pt idx="50">
                  <c:v>0.07272727272727272</c:v>
                </c:pt>
                <c:pt idx="51">
                  <c:v>0.07142857142857142</c:v>
                </c:pt>
                <c:pt idx="52">
                  <c:v>0.07017543859649122</c:v>
                </c:pt>
                <c:pt idx="53">
                  <c:v>0.06896551724137931</c:v>
                </c:pt>
                <c:pt idx="54">
                  <c:v>0.06779661016949153</c:v>
                </c:pt>
                <c:pt idx="55">
                  <c:v>0.06666666666666667</c:v>
                </c:pt>
                <c:pt idx="56">
                  <c:v>0.06557377049180328</c:v>
                </c:pt>
                <c:pt idx="57">
                  <c:v>0.06451612903225806</c:v>
                </c:pt>
                <c:pt idx="58">
                  <c:v>0.06349206349206349</c:v>
                </c:pt>
                <c:pt idx="59">
                  <c:v>0.0625</c:v>
                </c:pt>
                <c:pt idx="60">
                  <c:v>0.06153846153846154</c:v>
                </c:pt>
                <c:pt idx="61">
                  <c:v>0.06060606060606061</c:v>
                </c:pt>
                <c:pt idx="62">
                  <c:v>0.05970149253731343</c:v>
                </c:pt>
                <c:pt idx="63">
                  <c:v>0.058823529411764705</c:v>
                </c:pt>
                <c:pt idx="64">
                  <c:v>0.057971014492753624</c:v>
                </c:pt>
                <c:pt idx="65">
                  <c:v>0.05714285714285714</c:v>
                </c:pt>
                <c:pt idx="66">
                  <c:v>0.056338028169014086</c:v>
                </c:pt>
                <c:pt idx="67">
                  <c:v>0.05555555555555555</c:v>
                </c:pt>
                <c:pt idx="68">
                  <c:v>0.0547945205479452</c:v>
                </c:pt>
                <c:pt idx="69">
                  <c:v>0.05405405405405406</c:v>
                </c:pt>
                <c:pt idx="70">
                  <c:v>0.05333333333333334</c:v>
                </c:pt>
                <c:pt idx="71">
                  <c:v>0.05263157894736842</c:v>
                </c:pt>
                <c:pt idx="72">
                  <c:v>0.05194805194805195</c:v>
                </c:pt>
                <c:pt idx="73">
                  <c:v>0.05128205128205128</c:v>
                </c:pt>
                <c:pt idx="74">
                  <c:v>0.05063291139240506</c:v>
                </c:pt>
                <c:pt idx="75">
                  <c:v>0.05</c:v>
                </c:pt>
                <c:pt idx="76">
                  <c:v>0.04938271604938271</c:v>
                </c:pt>
                <c:pt idx="77">
                  <c:v>0.04878048780487805</c:v>
                </c:pt>
                <c:pt idx="78">
                  <c:v>0.04819277108433735</c:v>
                </c:pt>
                <c:pt idx="79">
                  <c:v>0.047619047619047616</c:v>
                </c:pt>
                <c:pt idx="80">
                  <c:v>0.047058823529411764</c:v>
                </c:pt>
                <c:pt idx="81">
                  <c:v>0.046511627906976744</c:v>
                </c:pt>
                <c:pt idx="82">
                  <c:v>0.04597701149425287</c:v>
                </c:pt>
                <c:pt idx="83">
                  <c:v>0.045454545454545456</c:v>
                </c:pt>
                <c:pt idx="84">
                  <c:v>0.0449438202247191</c:v>
                </c:pt>
                <c:pt idx="85">
                  <c:v>0.044444444444444446</c:v>
                </c:pt>
                <c:pt idx="86">
                  <c:v>0.04395604395604396</c:v>
                </c:pt>
                <c:pt idx="87">
                  <c:v>0.043478260869565216</c:v>
                </c:pt>
                <c:pt idx="88">
                  <c:v>0.043010752688172046</c:v>
                </c:pt>
                <c:pt idx="89">
                  <c:v>0.0425531914893617</c:v>
                </c:pt>
                <c:pt idx="90">
                  <c:v>0.042105263157894736</c:v>
                </c:pt>
                <c:pt idx="91">
                  <c:v>0.041666666666666664</c:v>
                </c:pt>
                <c:pt idx="92">
                  <c:v>0.041237113402061855</c:v>
                </c:pt>
                <c:pt idx="93">
                  <c:v>0.04081632653061224</c:v>
                </c:pt>
                <c:pt idx="94">
                  <c:v>0.04040404040404041</c:v>
                </c:pt>
                <c:pt idx="95">
                  <c:v>0.04</c:v>
                </c:pt>
              </c:numCache>
            </c:numRef>
          </c:yVal>
          <c:smooth val="0"/>
        </c:ser>
        <c:ser>
          <c:idx val="1"/>
          <c:order val="1"/>
          <c:tx>
            <c:strRef>
              <c:f>Sheet1!$B$99</c:f>
              <c:strCache>
                <c:ptCount val="1"/>
                <c:pt idx="0">
                  <c:v>$80K S&amp;W per student iso-line</c:v>
                </c:pt>
              </c:strCache>
            </c:strRef>
          </c:tx>
          <c:spPr>
            <a:ln w="12700">
              <a:solidFill>
                <a:srgbClr val="8A8D8F"/>
              </a:solidFill>
              <a:prstDash val="dash"/>
            </a:ln>
          </c:spPr>
          <c:marker>
            <c:symbol val="none"/>
          </c:marker>
          <c:dLbls>
            <c:dLbl>
              <c:idx val="90"/>
              <c:tx>
                <c:rich>
                  <a:bodyPr/>
                  <a:lstStyle/>
                  <a:p>
                    <a:pPr>
                      <a:defRPr/>
                    </a:pPr>
                    <a:r>
                      <a:rPr sz="850" b="0" i="1">
                        <a:solidFill>
                          <a:srgbClr val="6B6B70"/>
                        </a:solidFill>
                        <a:latin typeface="Lato"/>
                      </a:rPr>
                      <a:t>$80K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Sheet1!$A$100:$A$190</c:f>
              <c:numCache>
                <c:formatCode>General</c:formatCode>
                <c:ptCount val="91"/>
                <c:pt idx="0">
                  <c:v>100000.0</c:v>
                </c:pt>
                <c:pt idx="1">
                  <c:v>110000.0</c:v>
                </c:pt>
                <c:pt idx="2">
                  <c:v>120000.0</c:v>
                </c:pt>
                <c:pt idx="3">
                  <c:v>130000.0</c:v>
                </c:pt>
                <c:pt idx="4">
                  <c:v>140000.0</c:v>
                </c:pt>
                <c:pt idx="5">
                  <c:v>150000.0</c:v>
                </c:pt>
                <c:pt idx="6">
                  <c:v>160000.0</c:v>
                </c:pt>
                <c:pt idx="7">
                  <c:v>170000.0</c:v>
                </c:pt>
                <c:pt idx="8">
                  <c:v>180000.0</c:v>
                </c:pt>
                <c:pt idx="9">
                  <c:v>190000.0</c:v>
                </c:pt>
                <c:pt idx="10">
                  <c:v>200000.0</c:v>
                </c:pt>
                <c:pt idx="11">
                  <c:v>210000.0</c:v>
                </c:pt>
                <c:pt idx="12">
                  <c:v>220000.0</c:v>
                </c:pt>
                <c:pt idx="13">
                  <c:v>230000.0</c:v>
                </c:pt>
                <c:pt idx="14">
                  <c:v>240000.0</c:v>
                </c:pt>
                <c:pt idx="15">
                  <c:v>250000.0</c:v>
                </c:pt>
                <c:pt idx="16">
                  <c:v>260000.0</c:v>
                </c:pt>
                <c:pt idx="17">
                  <c:v>270000.0</c:v>
                </c:pt>
                <c:pt idx="18">
                  <c:v>280000.0</c:v>
                </c:pt>
                <c:pt idx="19">
                  <c:v>290000.0</c:v>
                </c:pt>
                <c:pt idx="20">
                  <c:v>300000.0</c:v>
                </c:pt>
                <c:pt idx="21">
                  <c:v>310000.0</c:v>
                </c:pt>
                <c:pt idx="22">
                  <c:v>320000.0</c:v>
                </c:pt>
                <c:pt idx="23">
                  <c:v>330000.0</c:v>
                </c:pt>
                <c:pt idx="24">
                  <c:v>340000.0</c:v>
                </c:pt>
                <c:pt idx="25">
                  <c:v>350000.0</c:v>
                </c:pt>
                <c:pt idx="26">
                  <c:v>360000.0</c:v>
                </c:pt>
                <c:pt idx="27">
                  <c:v>370000.0</c:v>
                </c:pt>
                <c:pt idx="28">
                  <c:v>380000.0</c:v>
                </c:pt>
                <c:pt idx="29">
                  <c:v>390000.0</c:v>
                </c:pt>
                <c:pt idx="30">
                  <c:v>400000.0</c:v>
                </c:pt>
                <c:pt idx="31">
                  <c:v>410000.0</c:v>
                </c:pt>
                <c:pt idx="32">
                  <c:v>420000.0</c:v>
                </c:pt>
                <c:pt idx="33">
                  <c:v>430000.0</c:v>
                </c:pt>
                <c:pt idx="34">
                  <c:v>440000.0</c:v>
                </c:pt>
                <c:pt idx="35">
                  <c:v>450000.0</c:v>
                </c:pt>
                <c:pt idx="36">
                  <c:v>460000.0</c:v>
                </c:pt>
                <c:pt idx="37">
                  <c:v>470000.0</c:v>
                </c:pt>
                <c:pt idx="38">
                  <c:v>480000.0</c:v>
                </c:pt>
                <c:pt idx="39">
                  <c:v>490000.0</c:v>
                </c:pt>
                <c:pt idx="40">
                  <c:v>500000.0</c:v>
                </c:pt>
                <c:pt idx="41">
                  <c:v>510000.0</c:v>
                </c:pt>
                <c:pt idx="42">
                  <c:v>520000.0</c:v>
                </c:pt>
                <c:pt idx="43">
                  <c:v>530000.0</c:v>
                </c:pt>
                <c:pt idx="44">
                  <c:v>540000.0</c:v>
                </c:pt>
                <c:pt idx="45">
                  <c:v>550000.0</c:v>
                </c:pt>
                <c:pt idx="46">
                  <c:v>560000.0</c:v>
                </c:pt>
                <c:pt idx="47">
                  <c:v>570000.0</c:v>
                </c:pt>
                <c:pt idx="48">
                  <c:v>580000.0</c:v>
                </c:pt>
                <c:pt idx="49">
                  <c:v>590000.0</c:v>
                </c:pt>
                <c:pt idx="50">
                  <c:v>600000.0</c:v>
                </c:pt>
                <c:pt idx="51">
                  <c:v>610000.0</c:v>
                </c:pt>
                <c:pt idx="52">
                  <c:v>620000.0</c:v>
                </c:pt>
                <c:pt idx="53">
                  <c:v>630000.0</c:v>
                </c:pt>
                <c:pt idx="54">
                  <c:v>640000.0</c:v>
                </c:pt>
                <c:pt idx="55">
                  <c:v>650000.0</c:v>
                </c:pt>
                <c:pt idx="56">
                  <c:v>660000.0</c:v>
                </c:pt>
                <c:pt idx="57">
                  <c:v>670000.0</c:v>
                </c:pt>
                <c:pt idx="58">
                  <c:v>680000.0</c:v>
                </c:pt>
                <c:pt idx="59">
                  <c:v>690000.0</c:v>
                </c:pt>
                <c:pt idx="60">
                  <c:v>700000.0</c:v>
                </c:pt>
                <c:pt idx="61">
                  <c:v>710000.0</c:v>
                </c:pt>
                <c:pt idx="62">
                  <c:v>720000.0</c:v>
                </c:pt>
                <c:pt idx="63">
                  <c:v>730000.0</c:v>
                </c:pt>
                <c:pt idx="64">
                  <c:v>740000.0</c:v>
                </c:pt>
                <c:pt idx="65">
                  <c:v>750000.0</c:v>
                </c:pt>
                <c:pt idx="66">
                  <c:v>760000.0</c:v>
                </c:pt>
                <c:pt idx="67">
                  <c:v>770000.0</c:v>
                </c:pt>
                <c:pt idx="68">
                  <c:v>780000.0</c:v>
                </c:pt>
                <c:pt idx="69">
                  <c:v>790000.0</c:v>
                </c:pt>
                <c:pt idx="70">
                  <c:v>800000.0</c:v>
                </c:pt>
                <c:pt idx="71">
                  <c:v>810000.0</c:v>
                </c:pt>
                <c:pt idx="72">
                  <c:v>820000.0</c:v>
                </c:pt>
                <c:pt idx="73">
                  <c:v>830000.0</c:v>
                </c:pt>
                <c:pt idx="74">
                  <c:v>840000.0</c:v>
                </c:pt>
                <c:pt idx="75">
                  <c:v>850000.0</c:v>
                </c:pt>
                <c:pt idx="76">
                  <c:v>860000.0</c:v>
                </c:pt>
                <c:pt idx="77">
                  <c:v>870000.0</c:v>
                </c:pt>
                <c:pt idx="78">
                  <c:v>880000.0</c:v>
                </c:pt>
                <c:pt idx="79">
                  <c:v>890000.0</c:v>
                </c:pt>
                <c:pt idx="80">
                  <c:v>900000.0</c:v>
                </c:pt>
                <c:pt idx="81">
                  <c:v>910000.0</c:v>
                </c:pt>
                <c:pt idx="82">
                  <c:v>920000.0</c:v>
                </c:pt>
                <c:pt idx="83">
                  <c:v>930000.0</c:v>
                </c:pt>
                <c:pt idx="84">
                  <c:v>940000.0</c:v>
                </c:pt>
                <c:pt idx="85">
                  <c:v>950000.0</c:v>
                </c:pt>
                <c:pt idx="86">
                  <c:v>960000.0</c:v>
                </c:pt>
                <c:pt idx="87">
                  <c:v>970000.0</c:v>
                </c:pt>
                <c:pt idx="88">
                  <c:v>980000.0</c:v>
                </c:pt>
                <c:pt idx="89">
                  <c:v>990000.0</c:v>
                </c:pt>
                <c:pt idx="90">
                  <c:v>1000000.0</c:v>
                </c:pt>
              </c:numCache>
            </c:numRef>
          </c:xVal>
          <c:yVal>
            <c:numRef>
              <c:f>Sheet1!$B$100:$B$190</c:f>
              <c:numCache>
                <c:formatCode>General</c:formatCode>
                <c:ptCount val="91"/>
                <c:pt idx="0">
                  <c:v>0.8</c:v>
                </c:pt>
                <c:pt idx="1">
                  <c:v>0.7272727272727273</c:v>
                </c:pt>
                <c:pt idx="2">
                  <c:v>0.6666666666666666</c:v>
                </c:pt>
                <c:pt idx="3">
                  <c:v>0.6153846153846154</c:v>
                </c:pt>
                <c:pt idx="4">
                  <c:v>0.5714285714285714</c:v>
                </c:pt>
                <c:pt idx="5">
                  <c:v>0.5333333333333333</c:v>
                </c:pt>
                <c:pt idx="6">
                  <c:v>0.5</c:v>
                </c:pt>
                <c:pt idx="7">
                  <c:v>0.47058823529411764</c:v>
                </c:pt>
                <c:pt idx="8">
                  <c:v>0.4444444444444444</c:v>
                </c:pt>
                <c:pt idx="9">
                  <c:v>0.42105263157894735</c:v>
                </c:pt>
                <c:pt idx="10">
                  <c:v>0.4</c:v>
                </c:pt>
                <c:pt idx="11">
                  <c:v>0.38095238095238093</c:v>
                </c:pt>
                <c:pt idx="12">
                  <c:v>0.36363636363636365</c:v>
                </c:pt>
                <c:pt idx="13">
                  <c:v>0.34782608695652173</c:v>
                </c:pt>
                <c:pt idx="14">
                  <c:v>0.3333333333333333</c:v>
                </c:pt>
                <c:pt idx="15">
                  <c:v>0.32</c:v>
                </c:pt>
                <c:pt idx="16">
                  <c:v>0.3076923076923077</c:v>
                </c:pt>
                <c:pt idx="17">
                  <c:v>0.2962962962962963</c:v>
                </c:pt>
                <c:pt idx="18">
                  <c:v>0.2857142857142857</c:v>
                </c:pt>
                <c:pt idx="19">
                  <c:v>0.27586206896551724</c:v>
                </c:pt>
                <c:pt idx="20">
                  <c:v>0.26666666666666666</c:v>
                </c:pt>
                <c:pt idx="21">
                  <c:v>0.25806451612903225</c:v>
                </c:pt>
                <c:pt idx="22">
                  <c:v>0.25</c:v>
                </c:pt>
                <c:pt idx="23">
                  <c:v>0.24242424242424243</c:v>
                </c:pt>
                <c:pt idx="24">
                  <c:v>0.23529411764705882</c:v>
                </c:pt>
                <c:pt idx="25">
                  <c:v>0.22857142857142856</c:v>
                </c:pt>
                <c:pt idx="26">
                  <c:v>0.2222222222222222</c:v>
                </c:pt>
                <c:pt idx="27">
                  <c:v>0.21621621621621623</c:v>
                </c:pt>
                <c:pt idx="28">
                  <c:v>0.21052631578947367</c:v>
                </c:pt>
                <c:pt idx="29">
                  <c:v>0.20512820512820512</c:v>
                </c:pt>
                <c:pt idx="30">
                  <c:v>0.2</c:v>
                </c:pt>
                <c:pt idx="31">
                  <c:v>0.1951219512195122</c:v>
                </c:pt>
                <c:pt idx="32">
                  <c:v>0.19047619047619047</c:v>
                </c:pt>
                <c:pt idx="33">
                  <c:v>0.18604651162790697</c:v>
                </c:pt>
                <c:pt idx="34">
                  <c:v>0.18181818181818182</c:v>
                </c:pt>
                <c:pt idx="35">
                  <c:v>0.17777777777777778</c:v>
                </c:pt>
                <c:pt idx="36">
                  <c:v>0.17391304347826086</c:v>
                </c:pt>
                <c:pt idx="37">
                  <c:v>0.1702127659574468</c:v>
                </c:pt>
                <c:pt idx="38">
                  <c:v>0.16666666666666666</c:v>
                </c:pt>
                <c:pt idx="39">
                  <c:v>0.16326530612244897</c:v>
                </c:pt>
                <c:pt idx="40">
                  <c:v>0.16</c:v>
                </c:pt>
                <c:pt idx="41">
                  <c:v>0.1568627450980392</c:v>
                </c:pt>
                <c:pt idx="42">
                  <c:v>0.15384615384615385</c:v>
                </c:pt>
                <c:pt idx="43">
                  <c:v>0.1509433962264151</c:v>
                </c:pt>
                <c:pt idx="44">
                  <c:v>0.14814814814814814</c:v>
                </c:pt>
                <c:pt idx="45">
                  <c:v>0.14545454545454545</c:v>
                </c:pt>
                <c:pt idx="46">
                  <c:v>0.14285714285714285</c:v>
                </c:pt>
                <c:pt idx="47">
                  <c:v>0.14035087719298245</c:v>
                </c:pt>
                <c:pt idx="48">
                  <c:v>0.13793103448275862</c:v>
                </c:pt>
                <c:pt idx="49">
                  <c:v>0.13559322033898305</c:v>
                </c:pt>
                <c:pt idx="50">
                  <c:v>0.13333333333333333</c:v>
                </c:pt>
                <c:pt idx="51">
                  <c:v>0.13114754098360656</c:v>
                </c:pt>
                <c:pt idx="52">
                  <c:v>0.12903225806451613</c:v>
                </c:pt>
                <c:pt idx="53">
                  <c:v>0.12698412698412698</c:v>
                </c:pt>
                <c:pt idx="54">
                  <c:v>0.125</c:v>
                </c:pt>
                <c:pt idx="55">
                  <c:v>0.12307692307692308</c:v>
                </c:pt>
                <c:pt idx="56">
                  <c:v>0.12121212121212122</c:v>
                </c:pt>
                <c:pt idx="57">
                  <c:v>0.11940298507462686</c:v>
                </c:pt>
                <c:pt idx="58">
                  <c:v>0.11764705882352941</c:v>
                </c:pt>
                <c:pt idx="59">
                  <c:v>0.11594202898550725</c:v>
                </c:pt>
                <c:pt idx="60">
                  <c:v>0.11428571428571428</c:v>
                </c:pt>
                <c:pt idx="61">
                  <c:v>0.11267605633802817</c:v>
                </c:pt>
                <c:pt idx="62">
                  <c:v>0.1111111111111111</c:v>
                </c:pt>
                <c:pt idx="63">
                  <c:v>0.1095890410958904</c:v>
                </c:pt>
                <c:pt idx="64">
                  <c:v>0.10810810810810811</c:v>
                </c:pt>
                <c:pt idx="65">
                  <c:v>0.10666666666666667</c:v>
                </c:pt>
                <c:pt idx="66">
                  <c:v>0.10526315789473684</c:v>
                </c:pt>
                <c:pt idx="67">
                  <c:v>0.1038961038961039</c:v>
                </c:pt>
                <c:pt idx="68">
                  <c:v>0.10256410256410256</c:v>
                </c:pt>
                <c:pt idx="69">
                  <c:v>0.10126582278481013</c:v>
                </c:pt>
                <c:pt idx="70">
                  <c:v>0.1</c:v>
                </c:pt>
                <c:pt idx="71">
                  <c:v>0.09876543209876543</c:v>
                </c:pt>
                <c:pt idx="72">
                  <c:v>0.0975609756097561</c:v>
                </c:pt>
                <c:pt idx="73">
                  <c:v>0.0963855421686747</c:v>
                </c:pt>
                <c:pt idx="74">
                  <c:v>0.09523809523809523</c:v>
                </c:pt>
                <c:pt idx="75">
                  <c:v>0.09411764705882353</c:v>
                </c:pt>
                <c:pt idx="76">
                  <c:v>0.09302325581395349</c:v>
                </c:pt>
                <c:pt idx="77">
                  <c:v>0.09195402298850575</c:v>
                </c:pt>
                <c:pt idx="78">
                  <c:v>0.09090909090909091</c:v>
                </c:pt>
                <c:pt idx="79">
                  <c:v>0.0898876404494382</c:v>
                </c:pt>
                <c:pt idx="80">
                  <c:v>0.08888888888888889</c:v>
                </c:pt>
                <c:pt idx="81">
                  <c:v>0.08791208791208792</c:v>
                </c:pt>
                <c:pt idx="82">
                  <c:v>0.08695652173913043</c:v>
                </c:pt>
                <c:pt idx="83">
                  <c:v>0.08602150537634409</c:v>
                </c:pt>
                <c:pt idx="84">
                  <c:v>0.0851063829787234</c:v>
                </c:pt>
                <c:pt idx="85">
                  <c:v>0.08421052631578947</c:v>
                </c:pt>
                <c:pt idx="86">
                  <c:v>0.08333333333333333</c:v>
                </c:pt>
                <c:pt idx="87">
                  <c:v>0.08247422680412371</c:v>
                </c:pt>
                <c:pt idx="88">
                  <c:v>0.08163265306122448</c:v>
                </c:pt>
                <c:pt idx="89">
                  <c:v>0.08080808080808081</c:v>
                </c:pt>
                <c:pt idx="90">
                  <c:v>0.08</c:v>
                </c:pt>
              </c:numCache>
            </c:numRef>
          </c:yVal>
          <c:smooth val="0"/>
        </c:ser>
        <c:ser>
          <c:idx val="2"/>
          <c:order val="2"/>
          <c:tx>
            <c:strRef>
              <c:f>Sheet1!$B$192</c:f>
              <c:strCache>
                <c:ptCount val="1"/>
                <c:pt idx="0">
                  <c:v>$120K S&amp;W per student iso-line</c:v>
                </c:pt>
              </c:strCache>
            </c:strRef>
          </c:tx>
          <c:spPr>
            <a:ln w="12700">
              <a:solidFill>
                <a:srgbClr val="8A8D8F"/>
              </a:solidFill>
              <a:prstDash val="dash"/>
            </a:ln>
          </c:spPr>
          <c:marker>
            <c:symbol val="none"/>
          </c:marker>
          <c:dLbls>
            <c:dLbl>
              <c:idx val="85"/>
              <c:tx>
                <c:rich>
                  <a:bodyPr/>
                  <a:lstStyle/>
                  <a:p>
                    <a:pPr>
                      <a:defRPr/>
                    </a:pPr>
                    <a:r>
                      <a:rPr sz="850" b="0" i="1">
                        <a:solidFill>
                          <a:srgbClr val="6B6B70"/>
                        </a:solidFill>
                        <a:latin typeface="Lato"/>
                      </a:rPr>
                      <a:t>$120K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Sheet1!$A$193:$A$278</c:f>
              <c:numCache>
                <c:formatCode>General</c:formatCode>
                <c:ptCount val="86"/>
                <c:pt idx="0">
                  <c:v>150000.0</c:v>
                </c:pt>
                <c:pt idx="1">
                  <c:v>160000.0</c:v>
                </c:pt>
                <c:pt idx="2">
                  <c:v>170000.0</c:v>
                </c:pt>
                <c:pt idx="3">
                  <c:v>180000.0</c:v>
                </c:pt>
                <c:pt idx="4">
                  <c:v>190000.0</c:v>
                </c:pt>
                <c:pt idx="5">
                  <c:v>200000.0</c:v>
                </c:pt>
                <c:pt idx="6">
                  <c:v>210000.0</c:v>
                </c:pt>
                <c:pt idx="7">
                  <c:v>220000.0</c:v>
                </c:pt>
                <c:pt idx="8">
                  <c:v>230000.0</c:v>
                </c:pt>
                <c:pt idx="9">
                  <c:v>240000.0</c:v>
                </c:pt>
                <c:pt idx="10">
                  <c:v>250000.0</c:v>
                </c:pt>
                <c:pt idx="11">
                  <c:v>260000.0</c:v>
                </c:pt>
                <c:pt idx="12">
                  <c:v>270000.0</c:v>
                </c:pt>
                <c:pt idx="13">
                  <c:v>280000.0</c:v>
                </c:pt>
                <c:pt idx="14">
                  <c:v>290000.0</c:v>
                </c:pt>
                <c:pt idx="15">
                  <c:v>300000.0</c:v>
                </c:pt>
                <c:pt idx="16">
                  <c:v>310000.0</c:v>
                </c:pt>
                <c:pt idx="17">
                  <c:v>320000.0</c:v>
                </c:pt>
                <c:pt idx="18">
                  <c:v>330000.0</c:v>
                </c:pt>
                <c:pt idx="19">
                  <c:v>340000.0</c:v>
                </c:pt>
                <c:pt idx="20">
                  <c:v>350000.0</c:v>
                </c:pt>
                <c:pt idx="21">
                  <c:v>360000.0</c:v>
                </c:pt>
                <c:pt idx="22">
                  <c:v>370000.0</c:v>
                </c:pt>
                <c:pt idx="23">
                  <c:v>380000.0</c:v>
                </c:pt>
                <c:pt idx="24">
                  <c:v>390000.0</c:v>
                </c:pt>
                <c:pt idx="25">
                  <c:v>400000.0</c:v>
                </c:pt>
                <c:pt idx="26">
                  <c:v>410000.0</c:v>
                </c:pt>
                <c:pt idx="27">
                  <c:v>420000.0</c:v>
                </c:pt>
                <c:pt idx="28">
                  <c:v>430000.0</c:v>
                </c:pt>
                <c:pt idx="29">
                  <c:v>440000.0</c:v>
                </c:pt>
                <c:pt idx="30">
                  <c:v>450000.0</c:v>
                </c:pt>
                <c:pt idx="31">
                  <c:v>460000.0</c:v>
                </c:pt>
                <c:pt idx="32">
                  <c:v>470000.0</c:v>
                </c:pt>
                <c:pt idx="33">
                  <c:v>480000.0</c:v>
                </c:pt>
                <c:pt idx="34">
                  <c:v>490000.0</c:v>
                </c:pt>
                <c:pt idx="35">
                  <c:v>500000.0</c:v>
                </c:pt>
                <c:pt idx="36">
                  <c:v>510000.0</c:v>
                </c:pt>
                <c:pt idx="37">
                  <c:v>520000.0</c:v>
                </c:pt>
                <c:pt idx="38">
                  <c:v>530000.0</c:v>
                </c:pt>
                <c:pt idx="39">
                  <c:v>540000.0</c:v>
                </c:pt>
                <c:pt idx="40">
                  <c:v>550000.0</c:v>
                </c:pt>
                <c:pt idx="41">
                  <c:v>560000.0</c:v>
                </c:pt>
                <c:pt idx="42">
                  <c:v>570000.0</c:v>
                </c:pt>
                <c:pt idx="43">
                  <c:v>580000.0</c:v>
                </c:pt>
                <c:pt idx="44">
                  <c:v>590000.0</c:v>
                </c:pt>
                <c:pt idx="45">
                  <c:v>600000.0</c:v>
                </c:pt>
                <c:pt idx="46">
                  <c:v>610000.0</c:v>
                </c:pt>
                <c:pt idx="47">
                  <c:v>620000.0</c:v>
                </c:pt>
                <c:pt idx="48">
                  <c:v>630000.0</c:v>
                </c:pt>
                <c:pt idx="49">
                  <c:v>640000.0</c:v>
                </c:pt>
                <c:pt idx="50">
                  <c:v>650000.0</c:v>
                </c:pt>
                <c:pt idx="51">
                  <c:v>660000.0</c:v>
                </c:pt>
                <c:pt idx="52">
                  <c:v>670000.0</c:v>
                </c:pt>
                <c:pt idx="53">
                  <c:v>680000.0</c:v>
                </c:pt>
                <c:pt idx="54">
                  <c:v>690000.0</c:v>
                </c:pt>
                <c:pt idx="55">
                  <c:v>700000.0</c:v>
                </c:pt>
                <c:pt idx="56">
                  <c:v>710000.0</c:v>
                </c:pt>
                <c:pt idx="57">
                  <c:v>720000.0</c:v>
                </c:pt>
                <c:pt idx="58">
                  <c:v>730000.0</c:v>
                </c:pt>
                <c:pt idx="59">
                  <c:v>740000.0</c:v>
                </c:pt>
                <c:pt idx="60">
                  <c:v>750000.0</c:v>
                </c:pt>
                <c:pt idx="61">
                  <c:v>760000.0</c:v>
                </c:pt>
                <c:pt idx="62">
                  <c:v>770000.0</c:v>
                </c:pt>
                <c:pt idx="63">
                  <c:v>780000.0</c:v>
                </c:pt>
                <c:pt idx="64">
                  <c:v>790000.0</c:v>
                </c:pt>
                <c:pt idx="65">
                  <c:v>800000.0</c:v>
                </c:pt>
                <c:pt idx="66">
                  <c:v>810000.0</c:v>
                </c:pt>
                <c:pt idx="67">
                  <c:v>820000.0</c:v>
                </c:pt>
                <c:pt idx="68">
                  <c:v>830000.0</c:v>
                </c:pt>
                <c:pt idx="69">
                  <c:v>840000.0</c:v>
                </c:pt>
                <c:pt idx="70">
                  <c:v>850000.0</c:v>
                </c:pt>
                <c:pt idx="71">
                  <c:v>860000.0</c:v>
                </c:pt>
                <c:pt idx="72">
                  <c:v>870000.0</c:v>
                </c:pt>
                <c:pt idx="73">
                  <c:v>880000.0</c:v>
                </c:pt>
                <c:pt idx="74">
                  <c:v>890000.0</c:v>
                </c:pt>
                <c:pt idx="75">
                  <c:v>900000.0</c:v>
                </c:pt>
                <c:pt idx="76">
                  <c:v>910000.0</c:v>
                </c:pt>
                <c:pt idx="77">
                  <c:v>920000.0</c:v>
                </c:pt>
                <c:pt idx="78">
                  <c:v>930000.0</c:v>
                </c:pt>
                <c:pt idx="79">
                  <c:v>940000.0</c:v>
                </c:pt>
                <c:pt idx="80">
                  <c:v>950000.0</c:v>
                </c:pt>
                <c:pt idx="81">
                  <c:v>960000.0</c:v>
                </c:pt>
                <c:pt idx="82">
                  <c:v>970000.0</c:v>
                </c:pt>
                <c:pt idx="83">
                  <c:v>980000.0</c:v>
                </c:pt>
                <c:pt idx="84">
                  <c:v>990000.0</c:v>
                </c:pt>
                <c:pt idx="85">
                  <c:v>1000000.0</c:v>
                </c:pt>
              </c:numCache>
            </c:numRef>
          </c:xVal>
          <c:yVal>
            <c:numRef>
              <c:f>Sheet1!$B$193:$B$278</c:f>
              <c:numCache>
                <c:formatCode>General</c:formatCode>
                <c:ptCount val="86"/>
                <c:pt idx="0">
                  <c:v>0.8</c:v>
                </c:pt>
                <c:pt idx="1">
                  <c:v>0.75</c:v>
                </c:pt>
                <c:pt idx="2">
                  <c:v>0.7058823529411765</c:v>
                </c:pt>
                <c:pt idx="3">
                  <c:v>0.6666666666666666</c:v>
                </c:pt>
                <c:pt idx="4">
                  <c:v>0.631578947368421</c:v>
                </c:pt>
                <c:pt idx="5">
                  <c:v>0.6</c:v>
                </c:pt>
                <c:pt idx="6">
                  <c:v>0.5714285714285714</c:v>
                </c:pt>
                <c:pt idx="7">
                  <c:v>0.5454545454545454</c:v>
                </c:pt>
                <c:pt idx="8">
                  <c:v>0.5217391304347826</c:v>
                </c:pt>
                <c:pt idx="9">
                  <c:v>0.5</c:v>
                </c:pt>
                <c:pt idx="10">
                  <c:v>0.48</c:v>
                </c:pt>
                <c:pt idx="11">
                  <c:v>0.46153846153846156</c:v>
                </c:pt>
                <c:pt idx="12">
                  <c:v>0.4444444444444444</c:v>
                </c:pt>
                <c:pt idx="13">
                  <c:v>0.42857142857142855</c:v>
                </c:pt>
                <c:pt idx="14">
                  <c:v>0.41379310344827586</c:v>
                </c:pt>
                <c:pt idx="15">
                  <c:v>0.4</c:v>
                </c:pt>
                <c:pt idx="16">
                  <c:v>0.3870967741935484</c:v>
                </c:pt>
                <c:pt idx="17">
                  <c:v>0.375</c:v>
                </c:pt>
                <c:pt idx="18">
                  <c:v>0.36363636363636365</c:v>
                </c:pt>
                <c:pt idx="19">
                  <c:v>0.35294117647058826</c:v>
                </c:pt>
                <c:pt idx="20">
                  <c:v>0.34285714285714286</c:v>
                </c:pt>
                <c:pt idx="21">
                  <c:v>0.3333333333333333</c:v>
                </c:pt>
                <c:pt idx="22">
                  <c:v>0.32432432432432434</c:v>
                </c:pt>
                <c:pt idx="23">
                  <c:v>0.3157894736842105</c:v>
                </c:pt>
                <c:pt idx="24">
                  <c:v>0.3076923076923077</c:v>
                </c:pt>
                <c:pt idx="25">
                  <c:v>0.3</c:v>
                </c:pt>
                <c:pt idx="26">
                  <c:v>0.2926829268292683</c:v>
                </c:pt>
                <c:pt idx="27">
                  <c:v>0.2857142857142857</c:v>
                </c:pt>
                <c:pt idx="28">
                  <c:v>0.27906976744186046</c:v>
                </c:pt>
                <c:pt idx="29">
                  <c:v>0.2727272727272727</c:v>
                </c:pt>
                <c:pt idx="30">
                  <c:v>0.26666666666666666</c:v>
                </c:pt>
                <c:pt idx="31">
                  <c:v>0.2608695652173913</c:v>
                </c:pt>
                <c:pt idx="32">
                  <c:v>0.2553191489361702</c:v>
                </c:pt>
                <c:pt idx="33">
                  <c:v>0.25</c:v>
                </c:pt>
                <c:pt idx="34">
                  <c:v>0.24489795918367346</c:v>
                </c:pt>
                <c:pt idx="35">
                  <c:v>0.24</c:v>
                </c:pt>
                <c:pt idx="36">
                  <c:v>0.23529411764705882</c:v>
                </c:pt>
                <c:pt idx="37">
                  <c:v>0.23076923076923078</c:v>
                </c:pt>
                <c:pt idx="38">
                  <c:v>0.22641509433962265</c:v>
                </c:pt>
                <c:pt idx="39">
                  <c:v>0.2222222222222222</c:v>
                </c:pt>
                <c:pt idx="40">
                  <c:v>0.21818181818181817</c:v>
                </c:pt>
                <c:pt idx="41">
                  <c:v>0.21428571428571427</c:v>
                </c:pt>
                <c:pt idx="42">
                  <c:v>0.21052631578947367</c:v>
                </c:pt>
                <c:pt idx="43">
                  <c:v>0.20689655172413793</c:v>
                </c:pt>
                <c:pt idx="44">
                  <c:v>0.2033898305084746</c:v>
                </c:pt>
                <c:pt idx="45">
                  <c:v>0.2</c:v>
                </c:pt>
                <c:pt idx="46">
                  <c:v>0.19672131147540983</c:v>
                </c:pt>
                <c:pt idx="47">
                  <c:v>0.1935483870967742</c:v>
                </c:pt>
                <c:pt idx="48">
                  <c:v>0.19047619047619047</c:v>
                </c:pt>
                <c:pt idx="49">
                  <c:v>0.1875</c:v>
                </c:pt>
                <c:pt idx="50">
                  <c:v>0.18461538461538463</c:v>
                </c:pt>
                <c:pt idx="51">
                  <c:v>0.18181818181818182</c:v>
                </c:pt>
                <c:pt idx="52">
                  <c:v>0.1791044776119403</c:v>
                </c:pt>
                <c:pt idx="53">
                  <c:v>0.17647058823529413</c:v>
                </c:pt>
                <c:pt idx="54">
                  <c:v>0.17391304347826086</c:v>
                </c:pt>
                <c:pt idx="55">
                  <c:v>0.17142857142857143</c:v>
                </c:pt>
                <c:pt idx="56">
                  <c:v>0.16901408450704225</c:v>
                </c:pt>
                <c:pt idx="57">
                  <c:v>0.16666666666666666</c:v>
                </c:pt>
                <c:pt idx="58">
                  <c:v>0.1643835616438356</c:v>
                </c:pt>
                <c:pt idx="59">
                  <c:v>0.16216216216216217</c:v>
                </c:pt>
                <c:pt idx="60">
                  <c:v>0.16</c:v>
                </c:pt>
                <c:pt idx="61">
                  <c:v>0.15789473684210525</c:v>
                </c:pt>
                <c:pt idx="62">
                  <c:v>0.15584415584415584</c:v>
                </c:pt>
                <c:pt idx="63">
                  <c:v>0.15384615384615385</c:v>
                </c:pt>
                <c:pt idx="64">
                  <c:v>0.1518987341772152</c:v>
                </c:pt>
                <c:pt idx="65">
                  <c:v>0.15</c:v>
                </c:pt>
                <c:pt idx="66">
                  <c:v>0.14814814814814814</c:v>
                </c:pt>
                <c:pt idx="67">
                  <c:v>0.14634146341463414</c:v>
                </c:pt>
                <c:pt idx="68">
                  <c:v>0.14457831325301204</c:v>
                </c:pt>
                <c:pt idx="69">
                  <c:v>0.14285714285714285</c:v>
                </c:pt>
                <c:pt idx="70">
                  <c:v>0.1411764705882353</c:v>
                </c:pt>
                <c:pt idx="71">
                  <c:v>0.13953488372093023</c:v>
                </c:pt>
                <c:pt idx="72">
                  <c:v>0.13793103448275862</c:v>
                </c:pt>
                <c:pt idx="73">
                  <c:v>0.13636363636363635</c:v>
                </c:pt>
                <c:pt idx="74">
                  <c:v>0.1348314606741573</c:v>
                </c:pt>
                <c:pt idx="75">
                  <c:v>0.13333333333333333</c:v>
                </c:pt>
                <c:pt idx="76">
                  <c:v>0.13186813186813187</c:v>
                </c:pt>
                <c:pt idx="77">
                  <c:v>0.13043478260869565</c:v>
                </c:pt>
                <c:pt idx="78">
                  <c:v>0.12903225806451613</c:v>
                </c:pt>
                <c:pt idx="79">
                  <c:v>0.1276595744680851</c:v>
                </c:pt>
                <c:pt idx="80">
                  <c:v>0.12631578947368421</c:v>
                </c:pt>
                <c:pt idx="81">
                  <c:v>0.125</c:v>
                </c:pt>
                <c:pt idx="82">
                  <c:v>0.12371134020618557</c:v>
                </c:pt>
                <c:pt idx="83">
                  <c:v>0.12244897959183673</c:v>
                </c:pt>
                <c:pt idx="84">
                  <c:v>0.12121212121212122</c:v>
                </c:pt>
                <c:pt idx="85">
                  <c:v>0.12</c:v>
                </c:pt>
              </c:numCache>
            </c:numRef>
          </c:yVal>
          <c:smooth val="0"/>
        </c:ser>
        <c:ser>
          <c:idx val="3"/>
          <c:order val="3"/>
          <c:tx>
            <c:strRef>
              <c:f>Sheet1!$B$280</c:f>
              <c:strCache>
                <c:ptCount val="1"/>
                <c:pt idx="0">
                  <c:v>$160K S&amp;W per student iso-line</c:v>
                </c:pt>
              </c:strCache>
            </c:strRef>
          </c:tx>
          <c:spPr>
            <a:ln w="12700">
              <a:solidFill>
                <a:srgbClr val="8A8D8F"/>
              </a:solidFill>
              <a:prstDash val="dash"/>
            </a:ln>
          </c:spPr>
          <c:marker>
            <c:symbol val="none"/>
          </c:marker>
          <c:dLbls>
            <c:dLbl>
              <c:idx val="80"/>
              <c:tx>
                <c:rich>
                  <a:bodyPr/>
                  <a:lstStyle/>
                  <a:p>
                    <a:pPr>
                      <a:defRPr/>
                    </a:pPr>
                    <a:r>
                      <a:rPr sz="850" b="0" i="1">
                        <a:solidFill>
                          <a:srgbClr val="6B6B70"/>
                        </a:solidFill>
                        <a:latin typeface="Lato"/>
                      </a:rPr>
                      <a:t>$160K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Sheet1!$A$281:$A$361</c:f>
              <c:numCache>
                <c:formatCode>General</c:formatCode>
                <c:ptCount val="81"/>
                <c:pt idx="0">
                  <c:v>200000.0</c:v>
                </c:pt>
                <c:pt idx="1">
                  <c:v>210000.0</c:v>
                </c:pt>
                <c:pt idx="2">
                  <c:v>220000.0</c:v>
                </c:pt>
                <c:pt idx="3">
                  <c:v>230000.0</c:v>
                </c:pt>
                <c:pt idx="4">
                  <c:v>240000.0</c:v>
                </c:pt>
                <c:pt idx="5">
                  <c:v>250000.0</c:v>
                </c:pt>
                <c:pt idx="6">
                  <c:v>260000.0</c:v>
                </c:pt>
                <c:pt idx="7">
                  <c:v>270000.0</c:v>
                </c:pt>
                <c:pt idx="8">
                  <c:v>280000.0</c:v>
                </c:pt>
                <c:pt idx="9">
                  <c:v>290000.0</c:v>
                </c:pt>
                <c:pt idx="10">
                  <c:v>300000.0</c:v>
                </c:pt>
                <c:pt idx="11">
                  <c:v>310000.0</c:v>
                </c:pt>
                <c:pt idx="12">
                  <c:v>320000.0</c:v>
                </c:pt>
                <c:pt idx="13">
                  <c:v>330000.0</c:v>
                </c:pt>
                <c:pt idx="14">
                  <c:v>340000.0</c:v>
                </c:pt>
                <c:pt idx="15">
                  <c:v>350000.0</c:v>
                </c:pt>
                <c:pt idx="16">
                  <c:v>360000.0</c:v>
                </c:pt>
                <c:pt idx="17">
                  <c:v>370000.0</c:v>
                </c:pt>
                <c:pt idx="18">
                  <c:v>380000.0</c:v>
                </c:pt>
                <c:pt idx="19">
                  <c:v>390000.0</c:v>
                </c:pt>
                <c:pt idx="20">
                  <c:v>400000.0</c:v>
                </c:pt>
                <c:pt idx="21">
                  <c:v>410000.0</c:v>
                </c:pt>
                <c:pt idx="22">
                  <c:v>420000.0</c:v>
                </c:pt>
                <c:pt idx="23">
                  <c:v>430000.0</c:v>
                </c:pt>
                <c:pt idx="24">
                  <c:v>440000.0</c:v>
                </c:pt>
                <c:pt idx="25">
                  <c:v>450000.0</c:v>
                </c:pt>
                <c:pt idx="26">
                  <c:v>460000.0</c:v>
                </c:pt>
                <c:pt idx="27">
                  <c:v>470000.0</c:v>
                </c:pt>
                <c:pt idx="28">
                  <c:v>480000.0</c:v>
                </c:pt>
                <c:pt idx="29">
                  <c:v>490000.0</c:v>
                </c:pt>
                <c:pt idx="30">
                  <c:v>500000.0</c:v>
                </c:pt>
                <c:pt idx="31">
                  <c:v>510000.0</c:v>
                </c:pt>
                <c:pt idx="32">
                  <c:v>520000.0</c:v>
                </c:pt>
                <c:pt idx="33">
                  <c:v>530000.0</c:v>
                </c:pt>
                <c:pt idx="34">
                  <c:v>540000.0</c:v>
                </c:pt>
                <c:pt idx="35">
                  <c:v>550000.0</c:v>
                </c:pt>
                <c:pt idx="36">
                  <c:v>560000.0</c:v>
                </c:pt>
                <c:pt idx="37">
                  <c:v>570000.0</c:v>
                </c:pt>
                <c:pt idx="38">
                  <c:v>580000.0</c:v>
                </c:pt>
                <c:pt idx="39">
                  <c:v>590000.0</c:v>
                </c:pt>
                <c:pt idx="40">
                  <c:v>600000.0</c:v>
                </c:pt>
                <c:pt idx="41">
                  <c:v>610000.0</c:v>
                </c:pt>
                <c:pt idx="42">
                  <c:v>620000.0</c:v>
                </c:pt>
                <c:pt idx="43">
                  <c:v>630000.0</c:v>
                </c:pt>
                <c:pt idx="44">
                  <c:v>640000.0</c:v>
                </c:pt>
                <c:pt idx="45">
                  <c:v>650000.0</c:v>
                </c:pt>
                <c:pt idx="46">
                  <c:v>660000.0</c:v>
                </c:pt>
                <c:pt idx="47">
                  <c:v>670000.0</c:v>
                </c:pt>
                <c:pt idx="48">
                  <c:v>680000.0</c:v>
                </c:pt>
                <c:pt idx="49">
                  <c:v>690000.0</c:v>
                </c:pt>
                <c:pt idx="50">
                  <c:v>700000.0</c:v>
                </c:pt>
                <c:pt idx="51">
                  <c:v>710000.0</c:v>
                </c:pt>
                <c:pt idx="52">
                  <c:v>720000.0</c:v>
                </c:pt>
                <c:pt idx="53">
                  <c:v>730000.0</c:v>
                </c:pt>
                <c:pt idx="54">
                  <c:v>740000.0</c:v>
                </c:pt>
                <c:pt idx="55">
                  <c:v>750000.0</c:v>
                </c:pt>
                <c:pt idx="56">
                  <c:v>760000.0</c:v>
                </c:pt>
                <c:pt idx="57">
                  <c:v>770000.0</c:v>
                </c:pt>
                <c:pt idx="58">
                  <c:v>780000.0</c:v>
                </c:pt>
                <c:pt idx="59">
                  <c:v>790000.0</c:v>
                </c:pt>
                <c:pt idx="60">
                  <c:v>800000.0</c:v>
                </c:pt>
                <c:pt idx="61">
                  <c:v>810000.0</c:v>
                </c:pt>
                <c:pt idx="62">
                  <c:v>820000.0</c:v>
                </c:pt>
                <c:pt idx="63">
                  <c:v>830000.0</c:v>
                </c:pt>
                <c:pt idx="64">
                  <c:v>840000.0</c:v>
                </c:pt>
                <c:pt idx="65">
                  <c:v>850000.0</c:v>
                </c:pt>
                <c:pt idx="66">
                  <c:v>860000.0</c:v>
                </c:pt>
                <c:pt idx="67">
                  <c:v>870000.0</c:v>
                </c:pt>
                <c:pt idx="68">
                  <c:v>880000.0</c:v>
                </c:pt>
                <c:pt idx="69">
                  <c:v>890000.0</c:v>
                </c:pt>
                <c:pt idx="70">
                  <c:v>900000.0</c:v>
                </c:pt>
                <c:pt idx="71">
                  <c:v>910000.0</c:v>
                </c:pt>
                <c:pt idx="72">
                  <c:v>920000.0</c:v>
                </c:pt>
                <c:pt idx="73">
                  <c:v>930000.0</c:v>
                </c:pt>
                <c:pt idx="74">
                  <c:v>940000.0</c:v>
                </c:pt>
                <c:pt idx="75">
                  <c:v>950000.0</c:v>
                </c:pt>
                <c:pt idx="76">
                  <c:v>960000.0</c:v>
                </c:pt>
                <c:pt idx="77">
                  <c:v>970000.0</c:v>
                </c:pt>
                <c:pt idx="78">
                  <c:v>980000.0</c:v>
                </c:pt>
                <c:pt idx="79">
                  <c:v>990000.0</c:v>
                </c:pt>
                <c:pt idx="80">
                  <c:v>1000000.0</c:v>
                </c:pt>
              </c:numCache>
            </c:numRef>
          </c:xVal>
          <c:yVal>
            <c:numRef>
              <c:f>Sheet1!$B$281:$B$361</c:f>
              <c:numCache>
                <c:formatCode>General</c:formatCode>
                <c:ptCount val="81"/>
                <c:pt idx="0">
                  <c:v>0.8</c:v>
                </c:pt>
                <c:pt idx="1">
                  <c:v>0.7619047619047619</c:v>
                </c:pt>
                <c:pt idx="2">
                  <c:v>0.7272727272727273</c:v>
                </c:pt>
                <c:pt idx="3">
                  <c:v>0.6956521739130435</c:v>
                </c:pt>
                <c:pt idx="4">
                  <c:v>0.6666666666666666</c:v>
                </c:pt>
                <c:pt idx="5">
                  <c:v>0.64</c:v>
                </c:pt>
                <c:pt idx="6">
                  <c:v>0.6153846153846154</c:v>
                </c:pt>
                <c:pt idx="7">
                  <c:v>0.5925925925925926</c:v>
                </c:pt>
                <c:pt idx="8">
                  <c:v>0.5714285714285714</c:v>
                </c:pt>
                <c:pt idx="9">
                  <c:v>0.5517241379310345</c:v>
                </c:pt>
                <c:pt idx="10">
                  <c:v>0.5333333333333333</c:v>
                </c:pt>
                <c:pt idx="11">
                  <c:v>0.5161290322580645</c:v>
                </c:pt>
                <c:pt idx="12">
                  <c:v>0.5</c:v>
                </c:pt>
                <c:pt idx="13">
                  <c:v>0.48484848484848486</c:v>
                </c:pt>
                <c:pt idx="14">
                  <c:v>0.47058823529411764</c:v>
                </c:pt>
                <c:pt idx="15">
                  <c:v>0.45714285714285713</c:v>
                </c:pt>
                <c:pt idx="16">
                  <c:v>0.4444444444444444</c:v>
                </c:pt>
                <c:pt idx="17">
                  <c:v>0.43243243243243246</c:v>
                </c:pt>
                <c:pt idx="18">
                  <c:v>0.42105263157894735</c:v>
                </c:pt>
                <c:pt idx="19">
                  <c:v>0.41025641025641024</c:v>
                </c:pt>
                <c:pt idx="20">
                  <c:v>0.4</c:v>
                </c:pt>
                <c:pt idx="21">
                  <c:v>0.3902439024390244</c:v>
                </c:pt>
                <c:pt idx="22">
                  <c:v>0.38095238095238093</c:v>
                </c:pt>
                <c:pt idx="23">
                  <c:v>0.37209302325581395</c:v>
                </c:pt>
                <c:pt idx="24">
                  <c:v>0.36363636363636365</c:v>
                </c:pt>
                <c:pt idx="25">
                  <c:v>0.35555555555555557</c:v>
                </c:pt>
                <c:pt idx="26">
                  <c:v>0.34782608695652173</c:v>
                </c:pt>
                <c:pt idx="27">
                  <c:v>0.3404255319148936</c:v>
                </c:pt>
                <c:pt idx="28">
                  <c:v>0.3333333333333333</c:v>
                </c:pt>
                <c:pt idx="29">
                  <c:v>0.32653061224489793</c:v>
                </c:pt>
                <c:pt idx="30">
                  <c:v>0.32</c:v>
                </c:pt>
                <c:pt idx="31">
                  <c:v>0.3137254901960784</c:v>
                </c:pt>
                <c:pt idx="32">
                  <c:v>0.3076923076923077</c:v>
                </c:pt>
                <c:pt idx="33">
                  <c:v>0.3018867924528302</c:v>
                </c:pt>
                <c:pt idx="34">
                  <c:v>0.2962962962962963</c:v>
                </c:pt>
                <c:pt idx="35">
                  <c:v>0.2909090909090909</c:v>
                </c:pt>
                <c:pt idx="36">
                  <c:v>0.2857142857142857</c:v>
                </c:pt>
                <c:pt idx="37">
                  <c:v>0.2807017543859649</c:v>
                </c:pt>
                <c:pt idx="38">
                  <c:v>0.27586206896551724</c:v>
                </c:pt>
                <c:pt idx="39">
                  <c:v>0.2711864406779661</c:v>
                </c:pt>
                <c:pt idx="40">
                  <c:v>0.26666666666666666</c:v>
                </c:pt>
                <c:pt idx="41">
                  <c:v>0.26229508196721313</c:v>
                </c:pt>
                <c:pt idx="42">
                  <c:v>0.25806451612903225</c:v>
                </c:pt>
                <c:pt idx="43">
                  <c:v>0.25396825396825395</c:v>
                </c:pt>
                <c:pt idx="44">
                  <c:v>0.25</c:v>
                </c:pt>
                <c:pt idx="45">
                  <c:v>0.24615384615384617</c:v>
                </c:pt>
                <c:pt idx="46">
                  <c:v>0.24242424242424243</c:v>
                </c:pt>
                <c:pt idx="47">
                  <c:v>0.23880597014925373</c:v>
                </c:pt>
                <c:pt idx="48">
                  <c:v>0.23529411764705882</c:v>
                </c:pt>
                <c:pt idx="49">
                  <c:v>0.2318840579710145</c:v>
                </c:pt>
                <c:pt idx="50">
                  <c:v>0.22857142857142856</c:v>
                </c:pt>
                <c:pt idx="51">
                  <c:v>0.22535211267605634</c:v>
                </c:pt>
                <c:pt idx="52">
                  <c:v>0.2222222222222222</c:v>
                </c:pt>
                <c:pt idx="53">
                  <c:v>0.2191780821917808</c:v>
                </c:pt>
                <c:pt idx="54">
                  <c:v>0.21621621621621623</c:v>
                </c:pt>
                <c:pt idx="55">
                  <c:v>0.21333333333333335</c:v>
                </c:pt>
                <c:pt idx="56">
                  <c:v>0.21052631578947367</c:v>
                </c:pt>
                <c:pt idx="57">
                  <c:v>0.2077922077922078</c:v>
                </c:pt>
                <c:pt idx="58">
                  <c:v>0.20512820512820512</c:v>
                </c:pt>
                <c:pt idx="59">
                  <c:v>0.20253164556962025</c:v>
                </c:pt>
                <c:pt idx="60">
                  <c:v>0.2</c:v>
                </c:pt>
                <c:pt idx="61">
                  <c:v>0.19753086419753085</c:v>
                </c:pt>
                <c:pt idx="62">
                  <c:v>0.1951219512195122</c:v>
                </c:pt>
                <c:pt idx="63">
                  <c:v>0.1927710843373494</c:v>
                </c:pt>
                <c:pt idx="64">
                  <c:v>0.19047619047619047</c:v>
                </c:pt>
                <c:pt idx="65">
                  <c:v>0.18823529411764706</c:v>
                </c:pt>
                <c:pt idx="66">
                  <c:v>0.18604651162790697</c:v>
                </c:pt>
                <c:pt idx="67">
                  <c:v>0.1839080459770115</c:v>
                </c:pt>
                <c:pt idx="68">
                  <c:v>0.18181818181818182</c:v>
                </c:pt>
                <c:pt idx="69">
                  <c:v>0.1797752808988764</c:v>
                </c:pt>
                <c:pt idx="70">
                  <c:v>0.17777777777777778</c:v>
                </c:pt>
                <c:pt idx="71">
                  <c:v>0.17582417582417584</c:v>
                </c:pt>
                <c:pt idx="72">
                  <c:v>0.17391304347826086</c:v>
                </c:pt>
                <c:pt idx="73">
                  <c:v>0.17204301075268819</c:v>
                </c:pt>
                <c:pt idx="74">
                  <c:v>0.1702127659574468</c:v>
                </c:pt>
                <c:pt idx="75">
                  <c:v>0.16842105263157894</c:v>
                </c:pt>
                <c:pt idx="76">
                  <c:v>0.16666666666666666</c:v>
                </c:pt>
                <c:pt idx="77">
                  <c:v>0.16494845360824742</c:v>
                </c:pt>
                <c:pt idx="78">
                  <c:v>0.16326530612244897</c:v>
                </c:pt>
                <c:pt idx="79">
                  <c:v>0.16161616161616163</c:v>
                </c:pt>
                <c:pt idx="80">
                  <c:v>0.16</c:v>
                </c:pt>
              </c:numCache>
            </c:numRef>
          </c:yVal>
          <c:smooth val="0"/>
        </c:ser>
        <c:ser>
          <c:idx val="4"/>
          <c:order val="4"/>
          <c:tx>
            <c:strRef>
              <c:f>Sheet1!$B$363</c:f>
              <c:strCache>
                <c:ptCount val="1"/>
                <c:pt idx="0">
                  <c:v>$200K S&amp;W per student iso-line</c:v>
                </c:pt>
              </c:strCache>
            </c:strRef>
          </c:tx>
          <c:spPr>
            <a:ln w="12700">
              <a:solidFill>
                <a:srgbClr val="8A8D8F"/>
              </a:solidFill>
              <a:prstDash val="dash"/>
            </a:ln>
          </c:spPr>
          <c:marker>
            <c:symbol val="none"/>
          </c:marker>
          <c:dLbls>
            <c:dLbl>
              <c:idx val="75"/>
              <c:tx>
                <c:rich>
                  <a:bodyPr/>
                  <a:lstStyle/>
                  <a:p>
                    <a:pPr>
                      <a:defRPr/>
                    </a:pPr>
                    <a:r>
                      <a:rPr sz="850" b="0" i="1">
                        <a:solidFill>
                          <a:srgbClr val="6B6B70"/>
                        </a:solidFill>
                        <a:latin typeface="Lato"/>
                      </a:rPr>
                      <a:t>$200K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Sheet1!$A$364:$A$439</c:f>
              <c:numCache>
                <c:formatCode>General</c:formatCode>
                <c:ptCount val="76"/>
                <c:pt idx="0">
                  <c:v>250000.0</c:v>
                </c:pt>
                <c:pt idx="1">
                  <c:v>260000.0</c:v>
                </c:pt>
                <c:pt idx="2">
                  <c:v>270000.0</c:v>
                </c:pt>
                <c:pt idx="3">
                  <c:v>280000.0</c:v>
                </c:pt>
                <c:pt idx="4">
                  <c:v>290000.0</c:v>
                </c:pt>
                <c:pt idx="5">
                  <c:v>300000.0</c:v>
                </c:pt>
                <c:pt idx="6">
                  <c:v>310000.0</c:v>
                </c:pt>
                <c:pt idx="7">
                  <c:v>320000.0</c:v>
                </c:pt>
                <c:pt idx="8">
                  <c:v>330000.0</c:v>
                </c:pt>
                <c:pt idx="9">
                  <c:v>340000.0</c:v>
                </c:pt>
                <c:pt idx="10">
                  <c:v>350000.0</c:v>
                </c:pt>
                <c:pt idx="11">
                  <c:v>360000.0</c:v>
                </c:pt>
                <c:pt idx="12">
                  <c:v>370000.0</c:v>
                </c:pt>
                <c:pt idx="13">
                  <c:v>380000.0</c:v>
                </c:pt>
                <c:pt idx="14">
                  <c:v>390000.0</c:v>
                </c:pt>
                <c:pt idx="15">
                  <c:v>400000.0</c:v>
                </c:pt>
                <c:pt idx="16">
                  <c:v>410000.0</c:v>
                </c:pt>
                <c:pt idx="17">
                  <c:v>420000.0</c:v>
                </c:pt>
                <c:pt idx="18">
                  <c:v>430000.0</c:v>
                </c:pt>
                <c:pt idx="19">
                  <c:v>440000.0</c:v>
                </c:pt>
                <c:pt idx="20">
                  <c:v>450000.0</c:v>
                </c:pt>
                <c:pt idx="21">
                  <c:v>460000.0</c:v>
                </c:pt>
                <c:pt idx="22">
                  <c:v>470000.0</c:v>
                </c:pt>
                <c:pt idx="23">
                  <c:v>480000.0</c:v>
                </c:pt>
                <c:pt idx="24">
                  <c:v>490000.0</c:v>
                </c:pt>
                <c:pt idx="25">
                  <c:v>500000.0</c:v>
                </c:pt>
                <c:pt idx="26">
                  <c:v>510000.0</c:v>
                </c:pt>
                <c:pt idx="27">
                  <c:v>520000.0</c:v>
                </c:pt>
                <c:pt idx="28">
                  <c:v>530000.0</c:v>
                </c:pt>
                <c:pt idx="29">
                  <c:v>540000.0</c:v>
                </c:pt>
                <c:pt idx="30">
                  <c:v>550000.0</c:v>
                </c:pt>
                <c:pt idx="31">
                  <c:v>560000.0</c:v>
                </c:pt>
                <c:pt idx="32">
                  <c:v>570000.0</c:v>
                </c:pt>
                <c:pt idx="33">
                  <c:v>580000.0</c:v>
                </c:pt>
                <c:pt idx="34">
                  <c:v>590000.0</c:v>
                </c:pt>
                <c:pt idx="35">
                  <c:v>600000.0</c:v>
                </c:pt>
                <c:pt idx="36">
                  <c:v>610000.0</c:v>
                </c:pt>
                <c:pt idx="37">
                  <c:v>620000.0</c:v>
                </c:pt>
                <c:pt idx="38">
                  <c:v>630000.0</c:v>
                </c:pt>
                <c:pt idx="39">
                  <c:v>640000.0</c:v>
                </c:pt>
                <c:pt idx="40">
                  <c:v>650000.0</c:v>
                </c:pt>
                <c:pt idx="41">
                  <c:v>660000.0</c:v>
                </c:pt>
                <c:pt idx="42">
                  <c:v>670000.0</c:v>
                </c:pt>
                <c:pt idx="43">
                  <c:v>680000.0</c:v>
                </c:pt>
                <c:pt idx="44">
                  <c:v>690000.0</c:v>
                </c:pt>
                <c:pt idx="45">
                  <c:v>700000.0</c:v>
                </c:pt>
                <c:pt idx="46">
                  <c:v>710000.0</c:v>
                </c:pt>
                <c:pt idx="47">
                  <c:v>720000.0</c:v>
                </c:pt>
                <c:pt idx="48">
                  <c:v>730000.0</c:v>
                </c:pt>
                <c:pt idx="49">
                  <c:v>740000.0</c:v>
                </c:pt>
                <c:pt idx="50">
                  <c:v>750000.0</c:v>
                </c:pt>
                <c:pt idx="51">
                  <c:v>760000.0</c:v>
                </c:pt>
                <c:pt idx="52">
                  <c:v>770000.0</c:v>
                </c:pt>
                <c:pt idx="53">
                  <c:v>780000.0</c:v>
                </c:pt>
                <c:pt idx="54">
                  <c:v>790000.0</c:v>
                </c:pt>
                <c:pt idx="55">
                  <c:v>800000.0</c:v>
                </c:pt>
                <c:pt idx="56">
                  <c:v>810000.0</c:v>
                </c:pt>
                <c:pt idx="57">
                  <c:v>820000.0</c:v>
                </c:pt>
                <c:pt idx="58">
                  <c:v>830000.0</c:v>
                </c:pt>
                <c:pt idx="59">
                  <c:v>840000.0</c:v>
                </c:pt>
                <c:pt idx="60">
                  <c:v>850000.0</c:v>
                </c:pt>
                <c:pt idx="61">
                  <c:v>860000.0</c:v>
                </c:pt>
                <c:pt idx="62">
                  <c:v>870000.0</c:v>
                </c:pt>
                <c:pt idx="63">
                  <c:v>880000.0</c:v>
                </c:pt>
                <c:pt idx="64">
                  <c:v>890000.0</c:v>
                </c:pt>
                <c:pt idx="65">
                  <c:v>900000.0</c:v>
                </c:pt>
                <c:pt idx="66">
                  <c:v>910000.0</c:v>
                </c:pt>
                <c:pt idx="67">
                  <c:v>920000.0</c:v>
                </c:pt>
                <c:pt idx="68">
                  <c:v>930000.0</c:v>
                </c:pt>
                <c:pt idx="69">
                  <c:v>940000.0</c:v>
                </c:pt>
                <c:pt idx="70">
                  <c:v>950000.0</c:v>
                </c:pt>
                <c:pt idx="71">
                  <c:v>960000.0</c:v>
                </c:pt>
                <c:pt idx="72">
                  <c:v>970000.0</c:v>
                </c:pt>
                <c:pt idx="73">
                  <c:v>980000.0</c:v>
                </c:pt>
                <c:pt idx="74">
                  <c:v>990000.0</c:v>
                </c:pt>
                <c:pt idx="75">
                  <c:v>1000000.0</c:v>
                </c:pt>
              </c:numCache>
            </c:numRef>
          </c:xVal>
          <c:yVal>
            <c:numRef>
              <c:f>Sheet1!$B$364:$B$439</c:f>
              <c:numCache>
                <c:formatCode>General</c:formatCode>
                <c:ptCount val="76"/>
                <c:pt idx="0">
                  <c:v>0.8</c:v>
                </c:pt>
                <c:pt idx="1">
                  <c:v>0.7692307692307693</c:v>
                </c:pt>
                <c:pt idx="2">
                  <c:v>0.7407407407407407</c:v>
                </c:pt>
                <c:pt idx="3">
                  <c:v>0.7142857142857143</c:v>
                </c:pt>
                <c:pt idx="4">
                  <c:v>0.6896551724137931</c:v>
                </c:pt>
                <c:pt idx="5">
                  <c:v>0.6666666666666666</c:v>
                </c:pt>
                <c:pt idx="6">
                  <c:v>0.6451612903225806</c:v>
                </c:pt>
                <c:pt idx="7">
                  <c:v>0.625</c:v>
                </c:pt>
                <c:pt idx="8">
                  <c:v>0.6060606060606061</c:v>
                </c:pt>
                <c:pt idx="9">
                  <c:v>0.5882352941176471</c:v>
                </c:pt>
                <c:pt idx="10">
                  <c:v>0.5714285714285714</c:v>
                </c:pt>
                <c:pt idx="11">
                  <c:v>0.5555555555555556</c:v>
                </c:pt>
                <c:pt idx="12">
                  <c:v>0.5405405405405406</c:v>
                </c:pt>
                <c:pt idx="13">
                  <c:v>0.5263157894736842</c:v>
                </c:pt>
                <c:pt idx="14">
                  <c:v>0.5128205128205128</c:v>
                </c:pt>
                <c:pt idx="15">
                  <c:v>0.5</c:v>
                </c:pt>
                <c:pt idx="16">
                  <c:v>0.4878048780487805</c:v>
                </c:pt>
                <c:pt idx="17">
                  <c:v>0.47619047619047616</c:v>
                </c:pt>
                <c:pt idx="18">
                  <c:v>0.46511627906976744</c:v>
                </c:pt>
                <c:pt idx="19">
                  <c:v>0.45454545454545453</c:v>
                </c:pt>
                <c:pt idx="20">
                  <c:v>0.4444444444444444</c:v>
                </c:pt>
                <c:pt idx="21">
                  <c:v>0.43478260869565216</c:v>
                </c:pt>
                <c:pt idx="22">
                  <c:v>0.425531914893617</c:v>
                </c:pt>
                <c:pt idx="23">
                  <c:v>0.4166666666666667</c:v>
                </c:pt>
                <c:pt idx="24">
                  <c:v>0.40816326530612246</c:v>
                </c:pt>
                <c:pt idx="25">
                  <c:v>0.4</c:v>
                </c:pt>
                <c:pt idx="26">
                  <c:v>0.39215686274509803</c:v>
                </c:pt>
                <c:pt idx="27">
                  <c:v>0.38461538461538464</c:v>
                </c:pt>
                <c:pt idx="28">
                  <c:v>0.37735849056603776</c:v>
                </c:pt>
                <c:pt idx="29">
                  <c:v>0.37037037037037035</c:v>
                </c:pt>
                <c:pt idx="30">
                  <c:v>0.36363636363636365</c:v>
                </c:pt>
                <c:pt idx="31">
                  <c:v>0.35714285714285715</c:v>
                </c:pt>
                <c:pt idx="32">
                  <c:v>0.3508771929824561</c:v>
                </c:pt>
                <c:pt idx="33">
                  <c:v>0.3448275862068966</c:v>
                </c:pt>
                <c:pt idx="34">
                  <c:v>0.3389830508474576</c:v>
                </c:pt>
                <c:pt idx="35">
                  <c:v>0.3333333333333333</c:v>
                </c:pt>
                <c:pt idx="36">
                  <c:v>0.32786885245901637</c:v>
                </c:pt>
                <c:pt idx="37">
                  <c:v>0.3225806451612903</c:v>
                </c:pt>
                <c:pt idx="38">
                  <c:v>0.31746031746031744</c:v>
                </c:pt>
                <c:pt idx="39">
                  <c:v>0.3125</c:v>
                </c:pt>
                <c:pt idx="40">
                  <c:v>0.3076923076923077</c:v>
                </c:pt>
                <c:pt idx="41">
                  <c:v>0.30303030303030304</c:v>
                </c:pt>
                <c:pt idx="42">
                  <c:v>0.29850746268656714</c:v>
                </c:pt>
                <c:pt idx="43">
                  <c:v>0.29411764705882354</c:v>
                </c:pt>
                <c:pt idx="44">
                  <c:v>0.2898550724637681</c:v>
                </c:pt>
                <c:pt idx="45">
                  <c:v>0.2857142857142857</c:v>
                </c:pt>
                <c:pt idx="46">
                  <c:v>0.28169014084507044</c:v>
                </c:pt>
                <c:pt idx="47">
                  <c:v>0.2777777777777778</c:v>
                </c:pt>
                <c:pt idx="48">
                  <c:v>0.273972602739726</c:v>
                </c:pt>
                <c:pt idx="49">
                  <c:v>0.2702702702702703</c:v>
                </c:pt>
                <c:pt idx="50">
                  <c:v>0.26666666666666666</c:v>
                </c:pt>
                <c:pt idx="51">
                  <c:v>0.2631578947368421</c:v>
                </c:pt>
                <c:pt idx="52">
                  <c:v>0.2597402597402597</c:v>
                </c:pt>
                <c:pt idx="53">
                  <c:v>0.2564102564102564</c:v>
                </c:pt>
                <c:pt idx="54">
                  <c:v>0.25316455696202533</c:v>
                </c:pt>
                <c:pt idx="55">
                  <c:v>0.25</c:v>
                </c:pt>
                <c:pt idx="56">
                  <c:v>0.24691358024691357</c:v>
                </c:pt>
                <c:pt idx="57">
                  <c:v>0.24390243902439024</c:v>
                </c:pt>
                <c:pt idx="58">
                  <c:v>0.24096385542168675</c:v>
                </c:pt>
                <c:pt idx="59">
                  <c:v>0.23809523809523808</c:v>
                </c:pt>
                <c:pt idx="60">
                  <c:v>0.23529411764705882</c:v>
                </c:pt>
                <c:pt idx="61">
                  <c:v>0.23255813953488372</c:v>
                </c:pt>
                <c:pt idx="62">
                  <c:v>0.22988505747126436</c:v>
                </c:pt>
                <c:pt idx="63">
                  <c:v>0.22727272727272727</c:v>
                </c:pt>
                <c:pt idx="64">
                  <c:v>0.2247191011235955</c:v>
                </c:pt>
                <c:pt idx="65">
                  <c:v>0.2222222222222222</c:v>
                </c:pt>
                <c:pt idx="66">
                  <c:v>0.21978021978021978</c:v>
                </c:pt>
                <c:pt idx="67">
                  <c:v>0.21739130434782608</c:v>
                </c:pt>
                <c:pt idx="68">
                  <c:v>0.21505376344086022</c:v>
                </c:pt>
                <c:pt idx="69">
                  <c:v>0.2127659574468085</c:v>
                </c:pt>
                <c:pt idx="70">
                  <c:v>0.21052631578947367</c:v>
                </c:pt>
                <c:pt idx="71">
                  <c:v>0.20833333333333334</c:v>
                </c:pt>
                <c:pt idx="72">
                  <c:v>0.20618556701030927</c:v>
                </c:pt>
                <c:pt idx="73">
                  <c:v>0.20408163265306123</c:v>
                </c:pt>
                <c:pt idx="74">
                  <c:v>0.20202020202020202</c:v>
                </c:pt>
                <c:pt idx="75">
                  <c:v>0.2</c:v>
                </c:pt>
              </c:numCache>
            </c:numRef>
          </c:yVal>
          <c:smooth val="0"/>
        </c:ser>
        <c:ser>
          <c:idx val="5"/>
          <c:order val="5"/>
          <c:tx>
            <c:strRef>
              <c:f>Sheet1!$B$441</c:f>
              <c:strCache>
                <c:ptCount val="1"/>
                <c:pt idx="0">
                  <c:v>$240K S&amp;W per student iso-line</c:v>
                </c:pt>
              </c:strCache>
            </c:strRef>
          </c:tx>
          <c:spPr>
            <a:ln w="12700">
              <a:solidFill>
                <a:srgbClr val="8A8D8F"/>
              </a:solidFill>
              <a:prstDash val="dash"/>
            </a:ln>
          </c:spPr>
          <c:marker>
            <c:symbol val="none"/>
          </c:marker>
          <c:dLbls>
            <c:dLbl>
              <c:idx val="70"/>
              <c:tx>
                <c:rich>
                  <a:bodyPr/>
                  <a:lstStyle/>
                  <a:p>
                    <a:pPr>
                      <a:defRPr/>
                    </a:pPr>
                    <a:r>
                      <a:rPr sz="850" b="0" i="1">
                        <a:solidFill>
                          <a:srgbClr val="6B6B70"/>
                        </a:solidFill>
                        <a:latin typeface="Lato"/>
                      </a:rPr>
                      <a:t>$240K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Sheet1!$A$442:$A$512</c:f>
              <c:numCache>
                <c:formatCode>General</c:formatCode>
                <c:ptCount val="71"/>
                <c:pt idx="0">
                  <c:v>300000.0</c:v>
                </c:pt>
                <c:pt idx="1">
                  <c:v>310000.0</c:v>
                </c:pt>
                <c:pt idx="2">
                  <c:v>320000.0</c:v>
                </c:pt>
                <c:pt idx="3">
                  <c:v>330000.0</c:v>
                </c:pt>
                <c:pt idx="4">
                  <c:v>340000.0</c:v>
                </c:pt>
                <c:pt idx="5">
                  <c:v>350000.0</c:v>
                </c:pt>
                <c:pt idx="6">
                  <c:v>360000.0</c:v>
                </c:pt>
                <c:pt idx="7">
                  <c:v>370000.0</c:v>
                </c:pt>
                <c:pt idx="8">
                  <c:v>380000.0</c:v>
                </c:pt>
                <c:pt idx="9">
                  <c:v>390000.0</c:v>
                </c:pt>
                <c:pt idx="10">
                  <c:v>400000.0</c:v>
                </c:pt>
                <c:pt idx="11">
                  <c:v>410000.0</c:v>
                </c:pt>
                <c:pt idx="12">
                  <c:v>420000.0</c:v>
                </c:pt>
                <c:pt idx="13">
                  <c:v>430000.0</c:v>
                </c:pt>
                <c:pt idx="14">
                  <c:v>440000.0</c:v>
                </c:pt>
                <c:pt idx="15">
                  <c:v>450000.0</c:v>
                </c:pt>
                <c:pt idx="16">
                  <c:v>460000.0</c:v>
                </c:pt>
                <c:pt idx="17">
                  <c:v>470000.0</c:v>
                </c:pt>
                <c:pt idx="18">
                  <c:v>480000.0</c:v>
                </c:pt>
                <c:pt idx="19">
                  <c:v>490000.0</c:v>
                </c:pt>
                <c:pt idx="20">
                  <c:v>500000.0</c:v>
                </c:pt>
                <c:pt idx="21">
                  <c:v>510000.0</c:v>
                </c:pt>
                <c:pt idx="22">
                  <c:v>520000.0</c:v>
                </c:pt>
                <c:pt idx="23">
                  <c:v>530000.0</c:v>
                </c:pt>
                <c:pt idx="24">
                  <c:v>540000.0</c:v>
                </c:pt>
                <c:pt idx="25">
                  <c:v>550000.0</c:v>
                </c:pt>
                <c:pt idx="26">
                  <c:v>560000.0</c:v>
                </c:pt>
                <c:pt idx="27">
                  <c:v>570000.0</c:v>
                </c:pt>
                <c:pt idx="28">
                  <c:v>580000.0</c:v>
                </c:pt>
                <c:pt idx="29">
                  <c:v>590000.0</c:v>
                </c:pt>
                <c:pt idx="30">
                  <c:v>600000.0</c:v>
                </c:pt>
                <c:pt idx="31">
                  <c:v>610000.0</c:v>
                </c:pt>
                <c:pt idx="32">
                  <c:v>620000.0</c:v>
                </c:pt>
                <c:pt idx="33">
                  <c:v>630000.0</c:v>
                </c:pt>
                <c:pt idx="34">
                  <c:v>640000.0</c:v>
                </c:pt>
                <c:pt idx="35">
                  <c:v>650000.0</c:v>
                </c:pt>
                <c:pt idx="36">
                  <c:v>660000.0</c:v>
                </c:pt>
                <c:pt idx="37">
                  <c:v>670000.0</c:v>
                </c:pt>
                <c:pt idx="38">
                  <c:v>680000.0</c:v>
                </c:pt>
                <c:pt idx="39">
                  <c:v>690000.0</c:v>
                </c:pt>
                <c:pt idx="40">
                  <c:v>700000.0</c:v>
                </c:pt>
                <c:pt idx="41">
                  <c:v>710000.0</c:v>
                </c:pt>
                <c:pt idx="42">
                  <c:v>720000.0</c:v>
                </c:pt>
                <c:pt idx="43">
                  <c:v>730000.0</c:v>
                </c:pt>
                <c:pt idx="44">
                  <c:v>740000.0</c:v>
                </c:pt>
                <c:pt idx="45">
                  <c:v>750000.0</c:v>
                </c:pt>
                <c:pt idx="46">
                  <c:v>760000.0</c:v>
                </c:pt>
                <c:pt idx="47">
                  <c:v>770000.0</c:v>
                </c:pt>
                <c:pt idx="48">
                  <c:v>780000.0</c:v>
                </c:pt>
                <c:pt idx="49">
                  <c:v>790000.0</c:v>
                </c:pt>
                <c:pt idx="50">
                  <c:v>800000.0</c:v>
                </c:pt>
                <c:pt idx="51">
                  <c:v>810000.0</c:v>
                </c:pt>
                <c:pt idx="52">
                  <c:v>820000.0</c:v>
                </c:pt>
                <c:pt idx="53">
                  <c:v>830000.0</c:v>
                </c:pt>
                <c:pt idx="54">
                  <c:v>840000.0</c:v>
                </c:pt>
                <c:pt idx="55">
                  <c:v>850000.0</c:v>
                </c:pt>
                <c:pt idx="56">
                  <c:v>860000.0</c:v>
                </c:pt>
                <c:pt idx="57">
                  <c:v>870000.0</c:v>
                </c:pt>
                <c:pt idx="58">
                  <c:v>880000.0</c:v>
                </c:pt>
                <c:pt idx="59">
                  <c:v>890000.0</c:v>
                </c:pt>
                <c:pt idx="60">
                  <c:v>900000.0</c:v>
                </c:pt>
                <c:pt idx="61">
                  <c:v>910000.0</c:v>
                </c:pt>
                <c:pt idx="62">
                  <c:v>920000.0</c:v>
                </c:pt>
                <c:pt idx="63">
                  <c:v>930000.0</c:v>
                </c:pt>
                <c:pt idx="64">
                  <c:v>940000.0</c:v>
                </c:pt>
                <c:pt idx="65">
                  <c:v>950000.0</c:v>
                </c:pt>
                <c:pt idx="66">
                  <c:v>960000.0</c:v>
                </c:pt>
                <c:pt idx="67">
                  <c:v>970000.0</c:v>
                </c:pt>
                <c:pt idx="68">
                  <c:v>980000.0</c:v>
                </c:pt>
                <c:pt idx="69">
                  <c:v>990000.0</c:v>
                </c:pt>
                <c:pt idx="70">
                  <c:v>1000000.0</c:v>
                </c:pt>
              </c:numCache>
            </c:numRef>
          </c:xVal>
          <c:yVal>
            <c:numRef>
              <c:f>Sheet1!$B$442:$B$512</c:f>
              <c:numCache>
                <c:formatCode>General</c:formatCode>
                <c:ptCount val="71"/>
                <c:pt idx="0">
                  <c:v>0.8</c:v>
                </c:pt>
                <c:pt idx="1">
                  <c:v>0.7741935483870968</c:v>
                </c:pt>
                <c:pt idx="2">
                  <c:v>0.75</c:v>
                </c:pt>
                <c:pt idx="3">
                  <c:v>0.7272727272727273</c:v>
                </c:pt>
                <c:pt idx="4">
                  <c:v>0.7058823529411765</c:v>
                </c:pt>
                <c:pt idx="5">
                  <c:v>0.6857142857142857</c:v>
                </c:pt>
                <c:pt idx="6">
                  <c:v>0.6666666666666666</c:v>
                </c:pt>
                <c:pt idx="7">
                  <c:v>0.6486486486486487</c:v>
                </c:pt>
                <c:pt idx="8">
                  <c:v>0.631578947368421</c:v>
                </c:pt>
                <c:pt idx="9">
                  <c:v>0.6153846153846154</c:v>
                </c:pt>
                <c:pt idx="10">
                  <c:v>0.6</c:v>
                </c:pt>
                <c:pt idx="11">
                  <c:v>0.5853658536585366</c:v>
                </c:pt>
                <c:pt idx="12">
                  <c:v>0.5714285714285714</c:v>
                </c:pt>
                <c:pt idx="13">
                  <c:v>0.5581395348837209</c:v>
                </c:pt>
                <c:pt idx="14">
                  <c:v>0.5454545454545454</c:v>
                </c:pt>
                <c:pt idx="15">
                  <c:v>0.5333333333333333</c:v>
                </c:pt>
                <c:pt idx="16">
                  <c:v>0.5217391304347826</c:v>
                </c:pt>
                <c:pt idx="17">
                  <c:v>0.5106382978723404</c:v>
                </c:pt>
                <c:pt idx="18">
                  <c:v>0.5</c:v>
                </c:pt>
                <c:pt idx="19">
                  <c:v>0.4897959183673469</c:v>
                </c:pt>
                <c:pt idx="20">
                  <c:v>0.48</c:v>
                </c:pt>
                <c:pt idx="21">
                  <c:v>0.47058823529411764</c:v>
                </c:pt>
                <c:pt idx="22">
                  <c:v>0.46153846153846156</c:v>
                </c:pt>
                <c:pt idx="23">
                  <c:v>0.4528301886792453</c:v>
                </c:pt>
                <c:pt idx="24">
                  <c:v>0.4444444444444444</c:v>
                </c:pt>
                <c:pt idx="25">
                  <c:v>0.43636363636363634</c:v>
                </c:pt>
                <c:pt idx="26">
                  <c:v>0.42857142857142855</c:v>
                </c:pt>
                <c:pt idx="27">
                  <c:v>0.42105263157894735</c:v>
                </c:pt>
                <c:pt idx="28">
                  <c:v>0.41379310344827586</c:v>
                </c:pt>
                <c:pt idx="29">
                  <c:v>0.4067796610169492</c:v>
                </c:pt>
                <c:pt idx="30">
                  <c:v>0.4</c:v>
                </c:pt>
                <c:pt idx="31">
                  <c:v>0.39344262295081966</c:v>
                </c:pt>
                <c:pt idx="32">
                  <c:v>0.3870967741935484</c:v>
                </c:pt>
                <c:pt idx="33">
                  <c:v>0.38095238095238093</c:v>
                </c:pt>
                <c:pt idx="34">
                  <c:v>0.375</c:v>
                </c:pt>
                <c:pt idx="35">
                  <c:v>0.36923076923076925</c:v>
                </c:pt>
                <c:pt idx="36">
                  <c:v>0.36363636363636365</c:v>
                </c:pt>
                <c:pt idx="37">
                  <c:v>0.3582089552238806</c:v>
                </c:pt>
                <c:pt idx="38">
                  <c:v>0.35294117647058826</c:v>
                </c:pt>
                <c:pt idx="39">
                  <c:v>0.34782608695652173</c:v>
                </c:pt>
                <c:pt idx="40">
                  <c:v>0.34285714285714286</c:v>
                </c:pt>
                <c:pt idx="41">
                  <c:v>0.3380281690140845</c:v>
                </c:pt>
                <c:pt idx="42">
                  <c:v>0.3333333333333333</c:v>
                </c:pt>
                <c:pt idx="43">
                  <c:v>0.3287671232876712</c:v>
                </c:pt>
                <c:pt idx="44">
                  <c:v>0.32432432432432434</c:v>
                </c:pt>
                <c:pt idx="45">
                  <c:v>0.32</c:v>
                </c:pt>
                <c:pt idx="46">
                  <c:v>0.3157894736842105</c:v>
                </c:pt>
                <c:pt idx="47">
                  <c:v>0.3116883116883117</c:v>
                </c:pt>
                <c:pt idx="48">
                  <c:v>0.3076923076923077</c:v>
                </c:pt>
                <c:pt idx="49">
                  <c:v>0.3037974683544304</c:v>
                </c:pt>
                <c:pt idx="50">
                  <c:v>0.3</c:v>
                </c:pt>
                <c:pt idx="51">
                  <c:v>0.2962962962962963</c:v>
                </c:pt>
                <c:pt idx="52">
                  <c:v>0.2926829268292683</c:v>
                </c:pt>
                <c:pt idx="53">
                  <c:v>0.2891566265060241</c:v>
                </c:pt>
                <c:pt idx="54">
                  <c:v>0.2857142857142857</c:v>
                </c:pt>
                <c:pt idx="55">
                  <c:v>0.2823529411764706</c:v>
                </c:pt>
                <c:pt idx="56">
                  <c:v>0.27906976744186046</c:v>
                </c:pt>
                <c:pt idx="57">
                  <c:v>0.27586206896551724</c:v>
                </c:pt>
                <c:pt idx="58">
                  <c:v>0.2727272727272727</c:v>
                </c:pt>
                <c:pt idx="59">
                  <c:v>0.2696629213483146</c:v>
                </c:pt>
                <c:pt idx="60">
                  <c:v>0.26666666666666666</c:v>
                </c:pt>
                <c:pt idx="61">
                  <c:v>0.26373626373626374</c:v>
                </c:pt>
                <c:pt idx="62">
                  <c:v>0.2608695652173913</c:v>
                </c:pt>
                <c:pt idx="63">
                  <c:v>0.25806451612903225</c:v>
                </c:pt>
                <c:pt idx="64">
                  <c:v>0.2553191489361702</c:v>
                </c:pt>
                <c:pt idx="65">
                  <c:v>0.25263157894736843</c:v>
                </c:pt>
                <c:pt idx="66">
                  <c:v>0.25</c:v>
                </c:pt>
                <c:pt idx="67">
                  <c:v>0.24742268041237114</c:v>
                </c:pt>
                <c:pt idx="68">
                  <c:v>0.24489795918367346</c:v>
                </c:pt>
                <c:pt idx="69">
                  <c:v>0.24242424242424243</c:v>
                </c:pt>
                <c:pt idx="70">
                  <c:v>0.24</c:v>
                </c:pt>
              </c:numCache>
            </c:numRef>
          </c:yVal>
          <c:smooth val="0"/>
        </c:ser>
        <c:ser>
          <c:idx val="6"/>
          <c:order val="6"/>
          <c:tx>
            <c:strRef>
              <c:f>Sheet1!$B$514</c:f>
              <c:strCache>
                <c:ptCount val="1"/>
                <c:pt idx="0">
                  <c:v>$280K S&amp;W per student iso-line</c:v>
                </c:pt>
              </c:strCache>
            </c:strRef>
          </c:tx>
          <c:spPr>
            <a:ln w="12700">
              <a:solidFill>
                <a:srgbClr val="8A8D8F"/>
              </a:solidFill>
              <a:prstDash val="dash"/>
            </a:ln>
          </c:spPr>
          <c:marker>
            <c:symbol val="none"/>
          </c:marker>
          <c:dLbls>
            <c:dLbl>
              <c:idx val="65"/>
              <c:tx>
                <c:rich>
                  <a:bodyPr/>
                  <a:lstStyle/>
                  <a:p>
                    <a:pPr>
                      <a:defRPr/>
                    </a:pPr>
                    <a:r>
                      <a:rPr sz="850" b="0" i="1">
                        <a:solidFill>
                          <a:srgbClr val="6B6B70"/>
                        </a:solidFill>
                        <a:latin typeface="Lato"/>
                      </a:rPr>
                      <a:t>$280K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Sheet1!$A$515:$A$580</c:f>
              <c:numCache>
                <c:formatCode>General</c:formatCode>
                <c:ptCount val="66"/>
                <c:pt idx="0">
                  <c:v>350000.0</c:v>
                </c:pt>
                <c:pt idx="1">
                  <c:v>360000.0</c:v>
                </c:pt>
                <c:pt idx="2">
                  <c:v>370000.0</c:v>
                </c:pt>
                <c:pt idx="3">
                  <c:v>380000.0</c:v>
                </c:pt>
                <c:pt idx="4">
                  <c:v>390000.0</c:v>
                </c:pt>
                <c:pt idx="5">
                  <c:v>400000.0</c:v>
                </c:pt>
                <c:pt idx="6">
                  <c:v>410000.0</c:v>
                </c:pt>
                <c:pt idx="7">
                  <c:v>420000.0</c:v>
                </c:pt>
                <c:pt idx="8">
                  <c:v>430000.0</c:v>
                </c:pt>
                <c:pt idx="9">
                  <c:v>440000.0</c:v>
                </c:pt>
                <c:pt idx="10">
                  <c:v>450000.0</c:v>
                </c:pt>
                <c:pt idx="11">
                  <c:v>460000.0</c:v>
                </c:pt>
                <c:pt idx="12">
                  <c:v>470000.0</c:v>
                </c:pt>
                <c:pt idx="13">
                  <c:v>480000.0</c:v>
                </c:pt>
                <c:pt idx="14">
                  <c:v>490000.0</c:v>
                </c:pt>
                <c:pt idx="15">
                  <c:v>500000.0</c:v>
                </c:pt>
                <c:pt idx="16">
                  <c:v>510000.0</c:v>
                </c:pt>
                <c:pt idx="17">
                  <c:v>520000.0</c:v>
                </c:pt>
                <c:pt idx="18">
                  <c:v>530000.0</c:v>
                </c:pt>
                <c:pt idx="19">
                  <c:v>540000.0</c:v>
                </c:pt>
                <c:pt idx="20">
                  <c:v>550000.0</c:v>
                </c:pt>
                <c:pt idx="21">
                  <c:v>560000.0</c:v>
                </c:pt>
                <c:pt idx="22">
                  <c:v>570000.0</c:v>
                </c:pt>
                <c:pt idx="23">
                  <c:v>580000.0</c:v>
                </c:pt>
                <c:pt idx="24">
                  <c:v>590000.0</c:v>
                </c:pt>
                <c:pt idx="25">
                  <c:v>600000.0</c:v>
                </c:pt>
                <c:pt idx="26">
                  <c:v>610000.0</c:v>
                </c:pt>
                <c:pt idx="27">
                  <c:v>620000.0</c:v>
                </c:pt>
                <c:pt idx="28">
                  <c:v>630000.0</c:v>
                </c:pt>
                <c:pt idx="29">
                  <c:v>640000.0</c:v>
                </c:pt>
                <c:pt idx="30">
                  <c:v>650000.0</c:v>
                </c:pt>
                <c:pt idx="31">
                  <c:v>660000.0</c:v>
                </c:pt>
                <c:pt idx="32">
                  <c:v>670000.0</c:v>
                </c:pt>
                <c:pt idx="33">
                  <c:v>680000.0</c:v>
                </c:pt>
                <c:pt idx="34">
                  <c:v>690000.0</c:v>
                </c:pt>
                <c:pt idx="35">
                  <c:v>700000.0</c:v>
                </c:pt>
                <c:pt idx="36">
                  <c:v>710000.0</c:v>
                </c:pt>
                <c:pt idx="37">
                  <c:v>720000.0</c:v>
                </c:pt>
                <c:pt idx="38">
                  <c:v>730000.0</c:v>
                </c:pt>
                <c:pt idx="39">
                  <c:v>740000.0</c:v>
                </c:pt>
                <c:pt idx="40">
                  <c:v>750000.0</c:v>
                </c:pt>
                <c:pt idx="41">
                  <c:v>760000.0</c:v>
                </c:pt>
                <c:pt idx="42">
                  <c:v>770000.0</c:v>
                </c:pt>
                <c:pt idx="43">
                  <c:v>780000.0</c:v>
                </c:pt>
                <c:pt idx="44">
                  <c:v>790000.0</c:v>
                </c:pt>
                <c:pt idx="45">
                  <c:v>800000.0</c:v>
                </c:pt>
                <c:pt idx="46">
                  <c:v>810000.0</c:v>
                </c:pt>
                <c:pt idx="47">
                  <c:v>820000.0</c:v>
                </c:pt>
                <c:pt idx="48">
                  <c:v>830000.0</c:v>
                </c:pt>
                <c:pt idx="49">
                  <c:v>840000.0</c:v>
                </c:pt>
                <c:pt idx="50">
                  <c:v>850000.0</c:v>
                </c:pt>
                <c:pt idx="51">
                  <c:v>860000.0</c:v>
                </c:pt>
                <c:pt idx="52">
                  <c:v>870000.0</c:v>
                </c:pt>
                <c:pt idx="53">
                  <c:v>880000.0</c:v>
                </c:pt>
                <c:pt idx="54">
                  <c:v>890000.0</c:v>
                </c:pt>
                <c:pt idx="55">
                  <c:v>900000.0</c:v>
                </c:pt>
                <c:pt idx="56">
                  <c:v>910000.0</c:v>
                </c:pt>
                <c:pt idx="57">
                  <c:v>920000.0</c:v>
                </c:pt>
                <c:pt idx="58">
                  <c:v>930000.0</c:v>
                </c:pt>
                <c:pt idx="59">
                  <c:v>940000.0</c:v>
                </c:pt>
                <c:pt idx="60">
                  <c:v>950000.0</c:v>
                </c:pt>
                <c:pt idx="61">
                  <c:v>960000.0</c:v>
                </c:pt>
                <c:pt idx="62">
                  <c:v>970000.0</c:v>
                </c:pt>
                <c:pt idx="63">
                  <c:v>980000.0</c:v>
                </c:pt>
                <c:pt idx="64">
                  <c:v>990000.0</c:v>
                </c:pt>
                <c:pt idx="65">
                  <c:v>1000000.0</c:v>
                </c:pt>
              </c:numCache>
            </c:numRef>
          </c:xVal>
          <c:yVal>
            <c:numRef>
              <c:f>Sheet1!$B$515:$B$580</c:f>
              <c:numCache>
                <c:formatCode>General</c:formatCode>
                <c:ptCount val="66"/>
                <c:pt idx="0">
                  <c:v>0.8</c:v>
                </c:pt>
                <c:pt idx="1">
                  <c:v>0.7777777777777778</c:v>
                </c:pt>
                <c:pt idx="2">
                  <c:v>0.7567567567567568</c:v>
                </c:pt>
                <c:pt idx="3">
                  <c:v>0.7368421052631579</c:v>
                </c:pt>
                <c:pt idx="4">
                  <c:v>0.717948717948718</c:v>
                </c:pt>
                <c:pt idx="5">
                  <c:v>0.7</c:v>
                </c:pt>
                <c:pt idx="6">
                  <c:v>0.6829268292682927</c:v>
                </c:pt>
                <c:pt idx="7">
                  <c:v>0.6666666666666666</c:v>
                </c:pt>
                <c:pt idx="8">
                  <c:v>0.6511627906976745</c:v>
                </c:pt>
                <c:pt idx="9">
                  <c:v>0.6363636363636364</c:v>
                </c:pt>
                <c:pt idx="10">
                  <c:v>0.6222222222222222</c:v>
                </c:pt>
                <c:pt idx="11">
                  <c:v>0.6086956521739131</c:v>
                </c:pt>
                <c:pt idx="12">
                  <c:v>0.5957446808510638</c:v>
                </c:pt>
                <c:pt idx="13">
                  <c:v>0.5833333333333334</c:v>
                </c:pt>
                <c:pt idx="14">
                  <c:v>0.5714285714285714</c:v>
                </c:pt>
                <c:pt idx="15">
                  <c:v>0.56</c:v>
                </c:pt>
                <c:pt idx="16">
                  <c:v>0.5490196078431373</c:v>
                </c:pt>
                <c:pt idx="17">
                  <c:v>0.5384615384615384</c:v>
                </c:pt>
                <c:pt idx="18">
                  <c:v>0.5283018867924528</c:v>
                </c:pt>
                <c:pt idx="19">
                  <c:v>0.5185185185185185</c:v>
                </c:pt>
                <c:pt idx="20">
                  <c:v>0.509090909090909</c:v>
                </c:pt>
                <c:pt idx="21">
                  <c:v>0.5</c:v>
                </c:pt>
                <c:pt idx="22">
                  <c:v>0.49122807017543857</c:v>
                </c:pt>
                <c:pt idx="23">
                  <c:v>0.4827586206896552</c:v>
                </c:pt>
                <c:pt idx="24">
                  <c:v>0.4745762711864407</c:v>
                </c:pt>
                <c:pt idx="25">
                  <c:v>0.4666666666666667</c:v>
                </c:pt>
                <c:pt idx="26">
                  <c:v>0.45901639344262296</c:v>
                </c:pt>
                <c:pt idx="27">
                  <c:v>0.45161290322580644</c:v>
                </c:pt>
                <c:pt idx="28">
                  <c:v>0.4444444444444444</c:v>
                </c:pt>
                <c:pt idx="29">
                  <c:v>0.4375</c:v>
                </c:pt>
                <c:pt idx="30">
                  <c:v>0.4307692307692308</c:v>
                </c:pt>
                <c:pt idx="31">
                  <c:v>0.42424242424242425</c:v>
                </c:pt>
                <c:pt idx="32">
                  <c:v>0.417910447761194</c:v>
                </c:pt>
                <c:pt idx="33">
                  <c:v>0.4117647058823529</c:v>
                </c:pt>
                <c:pt idx="34">
                  <c:v>0.4057971014492754</c:v>
                </c:pt>
                <c:pt idx="35">
                  <c:v>0.4</c:v>
                </c:pt>
                <c:pt idx="36">
                  <c:v>0.39436619718309857</c:v>
                </c:pt>
                <c:pt idx="37">
                  <c:v>0.3888888888888889</c:v>
                </c:pt>
                <c:pt idx="38">
                  <c:v>0.3835616438356164</c:v>
                </c:pt>
                <c:pt idx="39">
                  <c:v>0.3783783783783784</c:v>
                </c:pt>
                <c:pt idx="40">
                  <c:v>0.37333333333333335</c:v>
                </c:pt>
                <c:pt idx="41">
                  <c:v>0.3684210526315789</c:v>
                </c:pt>
                <c:pt idx="42">
                  <c:v>0.36363636363636365</c:v>
                </c:pt>
                <c:pt idx="43">
                  <c:v>0.358974358974359</c:v>
                </c:pt>
                <c:pt idx="44">
                  <c:v>0.35443037974683544</c:v>
                </c:pt>
                <c:pt idx="45">
                  <c:v>0.35</c:v>
                </c:pt>
                <c:pt idx="46">
                  <c:v>0.345679012345679</c:v>
                </c:pt>
                <c:pt idx="47">
                  <c:v>0.34146341463414637</c:v>
                </c:pt>
                <c:pt idx="48">
                  <c:v>0.3373493975903614</c:v>
                </c:pt>
                <c:pt idx="49">
                  <c:v>0.3333333333333333</c:v>
                </c:pt>
                <c:pt idx="50">
                  <c:v>0.32941176470588235</c:v>
                </c:pt>
                <c:pt idx="51">
                  <c:v>0.32558139534883723</c:v>
                </c:pt>
                <c:pt idx="52">
                  <c:v>0.3218390804597701</c:v>
                </c:pt>
                <c:pt idx="53">
                  <c:v>0.3181818181818182</c:v>
                </c:pt>
                <c:pt idx="54">
                  <c:v>0.3146067415730337</c:v>
                </c:pt>
                <c:pt idx="55">
                  <c:v>0.3111111111111111</c:v>
                </c:pt>
                <c:pt idx="56">
                  <c:v>0.3076923076923077</c:v>
                </c:pt>
                <c:pt idx="57">
                  <c:v>0.30434782608695654</c:v>
                </c:pt>
                <c:pt idx="58">
                  <c:v>0.3010752688172043</c:v>
                </c:pt>
                <c:pt idx="59">
                  <c:v>0.2978723404255319</c:v>
                </c:pt>
                <c:pt idx="60">
                  <c:v>0.29473684210526313</c:v>
                </c:pt>
                <c:pt idx="61">
                  <c:v>0.2916666666666667</c:v>
                </c:pt>
                <c:pt idx="62">
                  <c:v>0.28865979381443296</c:v>
                </c:pt>
                <c:pt idx="63">
                  <c:v>0.2857142857142857</c:v>
                </c:pt>
                <c:pt idx="64">
                  <c:v>0.2828282828282828</c:v>
                </c:pt>
                <c:pt idx="65">
                  <c:v>0.28</c:v>
                </c:pt>
              </c:numCache>
            </c:numRef>
          </c:yVal>
          <c:smooth val="0"/>
        </c:ser>
        <c:ser>
          <c:idx val="7"/>
          <c:order val="7"/>
          <c:tx>
            <c:strRef>
              <c:f>Sheet1!$B$582</c:f>
              <c:strCache>
                <c:ptCount val="1"/>
                <c:pt idx="0">
                  <c:v>$320K S&amp;W per student iso-line</c:v>
                </c:pt>
              </c:strCache>
            </c:strRef>
          </c:tx>
          <c:spPr>
            <a:ln w="12700">
              <a:solidFill>
                <a:srgbClr val="8A8D8F"/>
              </a:solidFill>
              <a:prstDash val="dash"/>
            </a:ln>
          </c:spPr>
          <c:marker>
            <c:symbol val="none"/>
          </c:marker>
          <c:dLbls>
            <c:dLbl>
              <c:idx val="60"/>
              <c:tx>
                <c:rich>
                  <a:bodyPr/>
                  <a:lstStyle/>
                  <a:p>
                    <a:pPr>
                      <a:defRPr/>
                    </a:pPr>
                    <a:r>
                      <a:rPr sz="850" b="0" i="1">
                        <a:solidFill>
                          <a:srgbClr val="6B6B70"/>
                        </a:solidFill>
                        <a:latin typeface="Lato"/>
                      </a:rPr>
                      <a:t>$320K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Sheet1!$A$583:$A$643</c:f>
              <c:numCache>
                <c:formatCode>General</c:formatCode>
                <c:ptCount val="61"/>
                <c:pt idx="0">
                  <c:v>400000.0</c:v>
                </c:pt>
                <c:pt idx="1">
                  <c:v>410000.0</c:v>
                </c:pt>
                <c:pt idx="2">
                  <c:v>420000.0</c:v>
                </c:pt>
                <c:pt idx="3">
                  <c:v>430000.0</c:v>
                </c:pt>
                <c:pt idx="4">
                  <c:v>440000.0</c:v>
                </c:pt>
                <c:pt idx="5">
                  <c:v>450000.0</c:v>
                </c:pt>
                <c:pt idx="6">
                  <c:v>460000.0</c:v>
                </c:pt>
                <c:pt idx="7">
                  <c:v>470000.0</c:v>
                </c:pt>
                <c:pt idx="8">
                  <c:v>480000.0</c:v>
                </c:pt>
                <c:pt idx="9">
                  <c:v>490000.0</c:v>
                </c:pt>
                <c:pt idx="10">
                  <c:v>500000.0</c:v>
                </c:pt>
                <c:pt idx="11">
                  <c:v>510000.0</c:v>
                </c:pt>
                <c:pt idx="12">
                  <c:v>520000.0</c:v>
                </c:pt>
                <c:pt idx="13">
                  <c:v>530000.0</c:v>
                </c:pt>
                <c:pt idx="14">
                  <c:v>540000.0</c:v>
                </c:pt>
                <c:pt idx="15">
                  <c:v>550000.0</c:v>
                </c:pt>
                <c:pt idx="16">
                  <c:v>560000.0</c:v>
                </c:pt>
                <c:pt idx="17">
                  <c:v>570000.0</c:v>
                </c:pt>
                <c:pt idx="18">
                  <c:v>580000.0</c:v>
                </c:pt>
                <c:pt idx="19">
                  <c:v>590000.0</c:v>
                </c:pt>
                <c:pt idx="20">
                  <c:v>600000.0</c:v>
                </c:pt>
                <c:pt idx="21">
                  <c:v>610000.0</c:v>
                </c:pt>
                <c:pt idx="22">
                  <c:v>620000.0</c:v>
                </c:pt>
                <c:pt idx="23">
                  <c:v>630000.0</c:v>
                </c:pt>
                <c:pt idx="24">
                  <c:v>640000.0</c:v>
                </c:pt>
                <c:pt idx="25">
                  <c:v>650000.0</c:v>
                </c:pt>
                <c:pt idx="26">
                  <c:v>660000.0</c:v>
                </c:pt>
                <c:pt idx="27">
                  <c:v>670000.0</c:v>
                </c:pt>
                <c:pt idx="28">
                  <c:v>680000.0</c:v>
                </c:pt>
                <c:pt idx="29">
                  <c:v>690000.0</c:v>
                </c:pt>
                <c:pt idx="30">
                  <c:v>700000.0</c:v>
                </c:pt>
                <c:pt idx="31">
                  <c:v>710000.0</c:v>
                </c:pt>
                <c:pt idx="32">
                  <c:v>720000.0</c:v>
                </c:pt>
                <c:pt idx="33">
                  <c:v>730000.0</c:v>
                </c:pt>
                <c:pt idx="34">
                  <c:v>740000.0</c:v>
                </c:pt>
                <c:pt idx="35">
                  <c:v>750000.0</c:v>
                </c:pt>
                <c:pt idx="36">
                  <c:v>760000.0</c:v>
                </c:pt>
                <c:pt idx="37">
                  <c:v>770000.0</c:v>
                </c:pt>
                <c:pt idx="38">
                  <c:v>780000.0</c:v>
                </c:pt>
                <c:pt idx="39">
                  <c:v>790000.0</c:v>
                </c:pt>
                <c:pt idx="40">
                  <c:v>800000.0</c:v>
                </c:pt>
                <c:pt idx="41">
                  <c:v>810000.0</c:v>
                </c:pt>
                <c:pt idx="42">
                  <c:v>820000.0</c:v>
                </c:pt>
                <c:pt idx="43">
                  <c:v>830000.0</c:v>
                </c:pt>
                <c:pt idx="44">
                  <c:v>840000.0</c:v>
                </c:pt>
                <c:pt idx="45">
                  <c:v>850000.0</c:v>
                </c:pt>
                <c:pt idx="46">
                  <c:v>860000.0</c:v>
                </c:pt>
                <c:pt idx="47">
                  <c:v>870000.0</c:v>
                </c:pt>
                <c:pt idx="48">
                  <c:v>880000.0</c:v>
                </c:pt>
                <c:pt idx="49">
                  <c:v>890000.0</c:v>
                </c:pt>
                <c:pt idx="50">
                  <c:v>900000.0</c:v>
                </c:pt>
                <c:pt idx="51">
                  <c:v>910000.0</c:v>
                </c:pt>
                <c:pt idx="52">
                  <c:v>920000.0</c:v>
                </c:pt>
                <c:pt idx="53">
                  <c:v>930000.0</c:v>
                </c:pt>
                <c:pt idx="54">
                  <c:v>940000.0</c:v>
                </c:pt>
                <c:pt idx="55">
                  <c:v>950000.0</c:v>
                </c:pt>
                <c:pt idx="56">
                  <c:v>960000.0</c:v>
                </c:pt>
                <c:pt idx="57">
                  <c:v>970000.0</c:v>
                </c:pt>
                <c:pt idx="58">
                  <c:v>980000.0</c:v>
                </c:pt>
                <c:pt idx="59">
                  <c:v>990000.0</c:v>
                </c:pt>
                <c:pt idx="60">
                  <c:v>1000000.0</c:v>
                </c:pt>
              </c:numCache>
            </c:numRef>
          </c:xVal>
          <c:yVal>
            <c:numRef>
              <c:f>Sheet1!$B$583:$B$643</c:f>
              <c:numCache>
                <c:formatCode>General</c:formatCode>
                <c:ptCount val="61"/>
                <c:pt idx="0">
                  <c:v>0.8</c:v>
                </c:pt>
                <c:pt idx="1">
                  <c:v>0.7804878048780488</c:v>
                </c:pt>
                <c:pt idx="2">
                  <c:v>0.7619047619047619</c:v>
                </c:pt>
                <c:pt idx="3">
                  <c:v>0.7441860465116279</c:v>
                </c:pt>
                <c:pt idx="4">
                  <c:v>0.7272727272727273</c:v>
                </c:pt>
                <c:pt idx="5">
                  <c:v>0.7111111111111111</c:v>
                </c:pt>
                <c:pt idx="6">
                  <c:v>0.6956521739130435</c:v>
                </c:pt>
                <c:pt idx="7">
                  <c:v>0.6808510638297872</c:v>
                </c:pt>
                <c:pt idx="8">
                  <c:v>0.6666666666666666</c:v>
                </c:pt>
                <c:pt idx="9">
                  <c:v>0.6530612244897959</c:v>
                </c:pt>
                <c:pt idx="10">
                  <c:v>0.64</c:v>
                </c:pt>
                <c:pt idx="11">
                  <c:v>0.6274509803921569</c:v>
                </c:pt>
                <c:pt idx="12">
                  <c:v>0.6153846153846154</c:v>
                </c:pt>
                <c:pt idx="13">
                  <c:v>0.6037735849056604</c:v>
                </c:pt>
                <c:pt idx="14">
                  <c:v>0.5925925925925926</c:v>
                </c:pt>
                <c:pt idx="15">
                  <c:v>0.5818181818181818</c:v>
                </c:pt>
                <c:pt idx="16">
                  <c:v>0.5714285714285714</c:v>
                </c:pt>
                <c:pt idx="17">
                  <c:v>0.5614035087719298</c:v>
                </c:pt>
                <c:pt idx="18">
                  <c:v>0.5517241379310345</c:v>
                </c:pt>
                <c:pt idx="19">
                  <c:v>0.5423728813559322</c:v>
                </c:pt>
                <c:pt idx="20">
                  <c:v>0.5333333333333333</c:v>
                </c:pt>
                <c:pt idx="21">
                  <c:v>0.5245901639344263</c:v>
                </c:pt>
                <c:pt idx="22">
                  <c:v>0.5161290322580645</c:v>
                </c:pt>
                <c:pt idx="23">
                  <c:v>0.5079365079365079</c:v>
                </c:pt>
                <c:pt idx="24">
                  <c:v>0.5</c:v>
                </c:pt>
                <c:pt idx="25">
                  <c:v>0.49230769230769234</c:v>
                </c:pt>
                <c:pt idx="26">
                  <c:v>0.48484848484848486</c:v>
                </c:pt>
                <c:pt idx="27">
                  <c:v>0.47761194029850745</c:v>
                </c:pt>
                <c:pt idx="28">
                  <c:v>0.47058823529411764</c:v>
                </c:pt>
                <c:pt idx="29">
                  <c:v>0.463768115942029</c:v>
                </c:pt>
                <c:pt idx="30">
                  <c:v>0.45714285714285713</c:v>
                </c:pt>
                <c:pt idx="31">
                  <c:v>0.4507042253521127</c:v>
                </c:pt>
                <c:pt idx="32">
                  <c:v>0.4444444444444444</c:v>
                </c:pt>
                <c:pt idx="33">
                  <c:v>0.4383561643835616</c:v>
                </c:pt>
                <c:pt idx="34">
                  <c:v>0.43243243243243246</c:v>
                </c:pt>
                <c:pt idx="35">
                  <c:v>0.4266666666666667</c:v>
                </c:pt>
                <c:pt idx="36">
                  <c:v>0.42105263157894735</c:v>
                </c:pt>
                <c:pt idx="37">
                  <c:v>0.4155844155844156</c:v>
                </c:pt>
                <c:pt idx="38">
                  <c:v>0.41025641025641024</c:v>
                </c:pt>
                <c:pt idx="39">
                  <c:v>0.4050632911392405</c:v>
                </c:pt>
                <c:pt idx="40">
                  <c:v>0.4</c:v>
                </c:pt>
                <c:pt idx="41">
                  <c:v>0.3950617283950617</c:v>
                </c:pt>
                <c:pt idx="42">
                  <c:v>0.3902439024390244</c:v>
                </c:pt>
                <c:pt idx="43">
                  <c:v>0.3855421686746988</c:v>
                </c:pt>
                <c:pt idx="44">
                  <c:v>0.38095238095238093</c:v>
                </c:pt>
                <c:pt idx="45">
                  <c:v>0.3764705882352941</c:v>
                </c:pt>
                <c:pt idx="46">
                  <c:v>0.37209302325581395</c:v>
                </c:pt>
                <c:pt idx="47">
                  <c:v>0.367816091954023</c:v>
                </c:pt>
                <c:pt idx="48">
                  <c:v>0.36363636363636365</c:v>
                </c:pt>
                <c:pt idx="49">
                  <c:v>0.3595505617977528</c:v>
                </c:pt>
                <c:pt idx="50">
                  <c:v>0.35555555555555557</c:v>
                </c:pt>
                <c:pt idx="51">
                  <c:v>0.3516483516483517</c:v>
                </c:pt>
                <c:pt idx="52">
                  <c:v>0.34782608695652173</c:v>
                </c:pt>
                <c:pt idx="53">
                  <c:v>0.34408602150537637</c:v>
                </c:pt>
                <c:pt idx="54">
                  <c:v>0.3404255319148936</c:v>
                </c:pt>
                <c:pt idx="55">
                  <c:v>0.3368421052631579</c:v>
                </c:pt>
                <c:pt idx="56">
                  <c:v>0.3333333333333333</c:v>
                </c:pt>
                <c:pt idx="57">
                  <c:v>0.32989690721649484</c:v>
                </c:pt>
                <c:pt idx="58">
                  <c:v>0.32653061224489793</c:v>
                </c:pt>
                <c:pt idx="59">
                  <c:v>0.32323232323232326</c:v>
                </c:pt>
                <c:pt idx="60">
                  <c:v>0.32</c:v>
                </c:pt>
              </c:numCache>
            </c:numRef>
          </c:yVal>
          <c:smooth val="0"/>
        </c:ser>
        <c:ser>
          <c:idx val="8"/>
          <c:order val="8"/>
          <c:tx>
            <c:strRef>
              <c:f>Sheet1!$B$645</c:f>
              <c:strCache>
                <c:ptCount val="1"/>
                <c:pt idx="0">
                  <c:v>$400K S&amp;W per student iso-line</c:v>
                </c:pt>
              </c:strCache>
            </c:strRef>
          </c:tx>
          <c:spPr>
            <a:ln w="12700">
              <a:solidFill>
                <a:srgbClr val="8A8D8F"/>
              </a:solidFill>
              <a:prstDash val="dash"/>
            </a:ln>
          </c:spPr>
          <c:marker>
            <c:symbol val="none"/>
          </c:marker>
          <c:dLbls>
            <c:dLbl>
              <c:idx val="50"/>
              <c:tx>
                <c:rich>
                  <a:bodyPr/>
                  <a:lstStyle/>
                  <a:p>
                    <a:pPr>
                      <a:defRPr/>
                    </a:pPr>
                    <a:r>
                      <a:rPr sz="850" b="0" i="1">
                        <a:solidFill>
                          <a:srgbClr val="6B6B70"/>
                        </a:solidFill>
                        <a:latin typeface="Lato"/>
                      </a:rPr>
                      <a:t>$400K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Sheet1!$A$646:$A$696</c:f>
              <c:numCache>
                <c:formatCode>General</c:formatCode>
                <c:ptCount val="51"/>
                <c:pt idx="0">
                  <c:v>500000.0</c:v>
                </c:pt>
                <c:pt idx="1">
                  <c:v>510000.0</c:v>
                </c:pt>
                <c:pt idx="2">
                  <c:v>520000.0</c:v>
                </c:pt>
                <c:pt idx="3">
                  <c:v>530000.0</c:v>
                </c:pt>
                <c:pt idx="4">
                  <c:v>540000.0</c:v>
                </c:pt>
                <c:pt idx="5">
                  <c:v>550000.0</c:v>
                </c:pt>
                <c:pt idx="6">
                  <c:v>560000.0</c:v>
                </c:pt>
                <c:pt idx="7">
                  <c:v>570000.0</c:v>
                </c:pt>
                <c:pt idx="8">
                  <c:v>580000.0</c:v>
                </c:pt>
                <c:pt idx="9">
                  <c:v>590000.0</c:v>
                </c:pt>
                <c:pt idx="10">
                  <c:v>600000.0</c:v>
                </c:pt>
                <c:pt idx="11">
                  <c:v>610000.0</c:v>
                </c:pt>
                <c:pt idx="12">
                  <c:v>620000.0</c:v>
                </c:pt>
                <c:pt idx="13">
                  <c:v>630000.0</c:v>
                </c:pt>
                <c:pt idx="14">
                  <c:v>640000.0</c:v>
                </c:pt>
                <c:pt idx="15">
                  <c:v>650000.0</c:v>
                </c:pt>
                <c:pt idx="16">
                  <c:v>660000.0</c:v>
                </c:pt>
                <c:pt idx="17">
                  <c:v>670000.0</c:v>
                </c:pt>
                <c:pt idx="18">
                  <c:v>680000.0</c:v>
                </c:pt>
                <c:pt idx="19">
                  <c:v>690000.0</c:v>
                </c:pt>
                <c:pt idx="20">
                  <c:v>700000.0</c:v>
                </c:pt>
                <c:pt idx="21">
                  <c:v>710000.0</c:v>
                </c:pt>
                <c:pt idx="22">
                  <c:v>720000.0</c:v>
                </c:pt>
                <c:pt idx="23">
                  <c:v>730000.0</c:v>
                </c:pt>
                <c:pt idx="24">
                  <c:v>740000.0</c:v>
                </c:pt>
                <c:pt idx="25">
                  <c:v>750000.0</c:v>
                </c:pt>
                <c:pt idx="26">
                  <c:v>760000.0</c:v>
                </c:pt>
                <c:pt idx="27">
                  <c:v>770000.0</c:v>
                </c:pt>
                <c:pt idx="28">
                  <c:v>780000.0</c:v>
                </c:pt>
                <c:pt idx="29">
                  <c:v>790000.0</c:v>
                </c:pt>
                <c:pt idx="30">
                  <c:v>800000.0</c:v>
                </c:pt>
                <c:pt idx="31">
                  <c:v>810000.0</c:v>
                </c:pt>
                <c:pt idx="32">
                  <c:v>820000.0</c:v>
                </c:pt>
                <c:pt idx="33">
                  <c:v>830000.0</c:v>
                </c:pt>
                <c:pt idx="34">
                  <c:v>840000.0</c:v>
                </c:pt>
                <c:pt idx="35">
                  <c:v>850000.0</c:v>
                </c:pt>
                <c:pt idx="36">
                  <c:v>860000.0</c:v>
                </c:pt>
                <c:pt idx="37">
                  <c:v>870000.0</c:v>
                </c:pt>
                <c:pt idx="38">
                  <c:v>880000.0</c:v>
                </c:pt>
                <c:pt idx="39">
                  <c:v>890000.0</c:v>
                </c:pt>
                <c:pt idx="40">
                  <c:v>900000.0</c:v>
                </c:pt>
                <c:pt idx="41">
                  <c:v>910000.0</c:v>
                </c:pt>
                <c:pt idx="42">
                  <c:v>920000.0</c:v>
                </c:pt>
                <c:pt idx="43">
                  <c:v>930000.0</c:v>
                </c:pt>
                <c:pt idx="44">
                  <c:v>940000.0</c:v>
                </c:pt>
                <c:pt idx="45">
                  <c:v>950000.0</c:v>
                </c:pt>
                <c:pt idx="46">
                  <c:v>960000.0</c:v>
                </c:pt>
                <c:pt idx="47">
                  <c:v>970000.0</c:v>
                </c:pt>
                <c:pt idx="48">
                  <c:v>980000.0</c:v>
                </c:pt>
                <c:pt idx="49">
                  <c:v>990000.0</c:v>
                </c:pt>
                <c:pt idx="50">
                  <c:v>1000000.0</c:v>
                </c:pt>
              </c:numCache>
            </c:numRef>
          </c:xVal>
          <c:yVal>
            <c:numRef>
              <c:f>Sheet1!$B$646:$B$696</c:f>
              <c:numCache>
                <c:formatCode>General</c:formatCode>
                <c:ptCount val="51"/>
                <c:pt idx="0">
                  <c:v>0.8</c:v>
                </c:pt>
                <c:pt idx="1">
                  <c:v>0.7843137254901961</c:v>
                </c:pt>
                <c:pt idx="2">
                  <c:v>0.7692307692307693</c:v>
                </c:pt>
                <c:pt idx="3">
                  <c:v>0.7547169811320755</c:v>
                </c:pt>
                <c:pt idx="4">
                  <c:v>0.7407407407407407</c:v>
                </c:pt>
                <c:pt idx="5">
                  <c:v>0.7272727272727273</c:v>
                </c:pt>
                <c:pt idx="6">
                  <c:v>0.7142857142857143</c:v>
                </c:pt>
                <c:pt idx="7">
                  <c:v>0.7017543859649122</c:v>
                </c:pt>
                <c:pt idx="8">
                  <c:v>0.6896551724137931</c:v>
                </c:pt>
                <c:pt idx="9">
                  <c:v>0.6779661016949152</c:v>
                </c:pt>
                <c:pt idx="10">
                  <c:v>0.6666666666666666</c:v>
                </c:pt>
                <c:pt idx="11">
                  <c:v>0.6557377049180327</c:v>
                </c:pt>
                <c:pt idx="12">
                  <c:v>0.6451612903225806</c:v>
                </c:pt>
                <c:pt idx="13">
                  <c:v>0.6349206349206349</c:v>
                </c:pt>
                <c:pt idx="14">
                  <c:v>0.625</c:v>
                </c:pt>
                <c:pt idx="15">
                  <c:v>0.6153846153846154</c:v>
                </c:pt>
                <c:pt idx="16">
                  <c:v>0.6060606060606061</c:v>
                </c:pt>
                <c:pt idx="17">
                  <c:v>0.5970149253731343</c:v>
                </c:pt>
                <c:pt idx="18">
                  <c:v>0.5882352941176471</c:v>
                </c:pt>
                <c:pt idx="19">
                  <c:v>0.5797101449275363</c:v>
                </c:pt>
                <c:pt idx="20">
                  <c:v>0.5714285714285714</c:v>
                </c:pt>
                <c:pt idx="21">
                  <c:v>0.5633802816901409</c:v>
                </c:pt>
                <c:pt idx="22">
                  <c:v>0.5555555555555556</c:v>
                </c:pt>
                <c:pt idx="23">
                  <c:v>0.547945205479452</c:v>
                </c:pt>
                <c:pt idx="24">
                  <c:v>0.5405405405405406</c:v>
                </c:pt>
                <c:pt idx="25">
                  <c:v>0.5333333333333333</c:v>
                </c:pt>
                <c:pt idx="26">
                  <c:v>0.5263157894736842</c:v>
                </c:pt>
                <c:pt idx="27">
                  <c:v>0.5194805194805194</c:v>
                </c:pt>
                <c:pt idx="28">
                  <c:v>0.5128205128205128</c:v>
                </c:pt>
                <c:pt idx="29">
                  <c:v>0.5063291139240507</c:v>
                </c:pt>
                <c:pt idx="30">
                  <c:v>0.5</c:v>
                </c:pt>
                <c:pt idx="31">
                  <c:v>0.49382716049382713</c:v>
                </c:pt>
                <c:pt idx="32">
                  <c:v>0.4878048780487805</c:v>
                </c:pt>
                <c:pt idx="33">
                  <c:v>0.4819277108433735</c:v>
                </c:pt>
                <c:pt idx="34">
                  <c:v>0.47619047619047616</c:v>
                </c:pt>
                <c:pt idx="35">
                  <c:v>0.47058823529411764</c:v>
                </c:pt>
                <c:pt idx="36">
                  <c:v>0.46511627906976744</c:v>
                </c:pt>
                <c:pt idx="37">
                  <c:v>0.45977011494252873</c:v>
                </c:pt>
                <c:pt idx="38">
                  <c:v>0.45454545454545453</c:v>
                </c:pt>
                <c:pt idx="39">
                  <c:v>0.449438202247191</c:v>
                </c:pt>
                <c:pt idx="40">
                  <c:v>0.4444444444444444</c:v>
                </c:pt>
                <c:pt idx="41">
                  <c:v>0.43956043956043955</c:v>
                </c:pt>
                <c:pt idx="42">
                  <c:v>0.43478260869565216</c:v>
                </c:pt>
                <c:pt idx="43">
                  <c:v>0.43010752688172044</c:v>
                </c:pt>
                <c:pt idx="44">
                  <c:v>0.425531914893617</c:v>
                </c:pt>
                <c:pt idx="45">
                  <c:v>0.42105263157894735</c:v>
                </c:pt>
                <c:pt idx="46">
                  <c:v>0.4166666666666667</c:v>
                </c:pt>
                <c:pt idx="47">
                  <c:v>0.41237113402061853</c:v>
                </c:pt>
                <c:pt idx="48">
                  <c:v>0.40816326530612246</c:v>
                </c:pt>
                <c:pt idx="49">
                  <c:v>0.40404040404040403</c:v>
                </c:pt>
                <c:pt idx="50">
                  <c:v>0.4</c:v>
                </c:pt>
              </c:numCache>
            </c:numRef>
          </c:yVal>
          <c:smooth val="0"/>
        </c:ser>
        <c:ser>
          <c:idx val="9"/>
          <c:order val="9"/>
          <c:tx>
            <c:strRef>
              <c:f>Sheet1!$B$698</c:f>
              <c:strCache>
                <c:ptCount val="1"/>
                <c:pt idx="0">
                  <c:v>$480K S&amp;W per student iso-line</c:v>
                </c:pt>
              </c:strCache>
            </c:strRef>
          </c:tx>
          <c:spPr>
            <a:ln w="12700">
              <a:solidFill>
                <a:srgbClr val="8A8D8F"/>
              </a:solidFill>
              <a:prstDash val="dash"/>
            </a:ln>
          </c:spPr>
          <c:marker>
            <c:symbol val="none"/>
          </c:marker>
          <c:dLbls>
            <c:dLbl>
              <c:idx val="40"/>
              <c:tx>
                <c:rich>
                  <a:bodyPr/>
                  <a:lstStyle/>
                  <a:p>
                    <a:pPr>
                      <a:defRPr/>
                    </a:pPr>
                    <a:r>
                      <a:rPr sz="850" b="0" i="1">
                        <a:solidFill>
                          <a:srgbClr val="6B6B70"/>
                        </a:solidFill>
                        <a:latin typeface="Lato"/>
                      </a:rPr>
                      <a:t>$480K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Sheet1!$A$699:$A$739</c:f>
              <c:numCache>
                <c:formatCode>General</c:formatCode>
                <c:ptCount val="41"/>
                <c:pt idx="0">
                  <c:v>600000.0</c:v>
                </c:pt>
                <c:pt idx="1">
                  <c:v>610000.0</c:v>
                </c:pt>
                <c:pt idx="2">
                  <c:v>620000.0</c:v>
                </c:pt>
                <c:pt idx="3">
                  <c:v>630000.0</c:v>
                </c:pt>
                <c:pt idx="4">
                  <c:v>640000.0</c:v>
                </c:pt>
                <c:pt idx="5">
                  <c:v>650000.0</c:v>
                </c:pt>
                <c:pt idx="6">
                  <c:v>660000.0</c:v>
                </c:pt>
                <c:pt idx="7">
                  <c:v>670000.0</c:v>
                </c:pt>
                <c:pt idx="8">
                  <c:v>680000.0</c:v>
                </c:pt>
                <c:pt idx="9">
                  <c:v>690000.0</c:v>
                </c:pt>
                <c:pt idx="10">
                  <c:v>700000.0</c:v>
                </c:pt>
                <c:pt idx="11">
                  <c:v>710000.0</c:v>
                </c:pt>
                <c:pt idx="12">
                  <c:v>720000.0</c:v>
                </c:pt>
                <c:pt idx="13">
                  <c:v>730000.0</c:v>
                </c:pt>
                <c:pt idx="14">
                  <c:v>740000.0</c:v>
                </c:pt>
                <c:pt idx="15">
                  <c:v>750000.0</c:v>
                </c:pt>
                <c:pt idx="16">
                  <c:v>760000.0</c:v>
                </c:pt>
                <c:pt idx="17">
                  <c:v>770000.0</c:v>
                </c:pt>
                <c:pt idx="18">
                  <c:v>780000.0</c:v>
                </c:pt>
                <c:pt idx="19">
                  <c:v>790000.0</c:v>
                </c:pt>
                <c:pt idx="20">
                  <c:v>800000.0</c:v>
                </c:pt>
                <c:pt idx="21">
                  <c:v>810000.0</c:v>
                </c:pt>
                <c:pt idx="22">
                  <c:v>820000.0</c:v>
                </c:pt>
                <c:pt idx="23">
                  <c:v>830000.0</c:v>
                </c:pt>
                <c:pt idx="24">
                  <c:v>840000.0</c:v>
                </c:pt>
                <c:pt idx="25">
                  <c:v>850000.0</c:v>
                </c:pt>
                <c:pt idx="26">
                  <c:v>860000.0</c:v>
                </c:pt>
                <c:pt idx="27">
                  <c:v>870000.0</c:v>
                </c:pt>
                <c:pt idx="28">
                  <c:v>880000.0</c:v>
                </c:pt>
                <c:pt idx="29">
                  <c:v>890000.0</c:v>
                </c:pt>
                <c:pt idx="30">
                  <c:v>900000.0</c:v>
                </c:pt>
                <c:pt idx="31">
                  <c:v>910000.0</c:v>
                </c:pt>
                <c:pt idx="32">
                  <c:v>920000.0</c:v>
                </c:pt>
                <c:pt idx="33">
                  <c:v>930000.0</c:v>
                </c:pt>
                <c:pt idx="34">
                  <c:v>940000.0</c:v>
                </c:pt>
                <c:pt idx="35">
                  <c:v>950000.0</c:v>
                </c:pt>
                <c:pt idx="36">
                  <c:v>960000.0</c:v>
                </c:pt>
                <c:pt idx="37">
                  <c:v>970000.0</c:v>
                </c:pt>
                <c:pt idx="38">
                  <c:v>980000.0</c:v>
                </c:pt>
                <c:pt idx="39">
                  <c:v>990000.0</c:v>
                </c:pt>
                <c:pt idx="40">
                  <c:v>1000000.0</c:v>
                </c:pt>
              </c:numCache>
            </c:numRef>
          </c:xVal>
          <c:yVal>
            <c:numRef>
              <c:f>Sheet1!$B$699:$B$739</c:f>
              <c:numCache>
                <c:formatCode>General</c:formatCode>
                <c:ptCount val="41"/>
                <c:pt idx="0">
                  <c:v>0.8</c:v>
                </c:pt>
                <c:pt idx="1">
                  <c:v>0.7868852459016393</c:v>
                </c:pt>
                <c:pt idx="2">
                  <c:v>0.7741935483870968</c:v>
                </c:pt>
                <c:pt idx="3">
                  <c:v>0.7619047619047619</c:v>
                </c:pt>
                <c:pt idx="4">
                  <c:v>0.75</c:v>
                </c:pt>
                <c:pt idx="5">
                  <c:v>0.7384615384615385</c:v>
                </c:pt>
                <c:pt idx="6">
                  <c:v>0.7272727272727273</c:v>
                </c:pt>
                <c:pt idx="7">
                  <c:v>0.7164179104477612</c:v>
                </c:pt>
                <c:pt idx="8">
                  <c:v>0.7058823529411765</c:v>
                </c:pt>
                <c:pt idx="9">
                  <c:v>0.6956521739130435</c:v>
                </c:pt>
                <c:pt idx="10">
                  <c:v>0.6857142857142857</c:v>
                </c:pt>
                <c:pt idx="11">
                  <c:v>0.676056338028169</c:v>
                </c:pt>
                <c:pt idx="12">
                  <c:v>0.6666666666666666</c:v>
                </c:pt>
                <c:pt idx="13">
                  <c:v>0.6575342465753424</c:v>
                </c:pt>
                <c:pt idx="14">
                  <c:v>0.6486486486486487</c:v>
                </c:pt>
                <c:pt idx="15">
                  <c:v>0.64</c:v>
                </c:pt>
                <c:pt idx="16">
                  <c:v>0.631578947368421</c:v>
                </c:pt>
                <c:pt idx="17">
                  <c:v>0.6233766233766234</c:v>
                </c:pt>
                <c:pt idx="18">
                  <c:v>0.6153846153846154</c:v>
                </c:pt>
                <c:pt idx="19">
                  <c:v>0.6075949367088608</c:v>
                </c:pt>
                <c:pt idx="20">
                  <c:v>0.6</c:v>
                </c:pt>
                <c:pt idx="21">
                  <c:v>0.5925925925925926</c:v>
                </c:pt>
                <c:pt idx="22">
                  <c:v>0.5853658536585366</c:v>
                </c:pt>
                <c:pt idx="23">
                  <c:v>0.5783132530120482</c:v>
                </c:pt>
                <c:pt idx="24">
                  <c:v>0.5714285714285714</c:v>
                </c:pt>
                <c:pt idx="25">
                  <c:v>0.5647058823529412</c:v>
                </c:pt>
                <c:pt idx="26">
                  <c:v>0.5581395348837209</c:v>
                </c:pt>
                <c:pt idx="27">
                  <c:v>0.5517241379310345</c:v>
                </c:pt>
                <c:pt idx="28">
                  <c:v>0.5454545454545454</c:v>
                </c:pt>
                <c:pt idx="29">
                  <c:v>0.5393258426966292</c:v>
                </c:pt>
                <c:pt idx="30">
                  <c:v>0.5333333333333333</c:v>
                </c:pt>
                <c:pt idx="31">
                  <c:v>0.5274725274725275</c:v>
                </c:pt>
                <c:pt idx="32">
                  <c:v>0.5217391304347826</c:v>
                </c:pt>
                <c:pt idx="33">
                  <c:v>0.5161290322580645</c:v>
                </c:pt>
                <c:pt idx="34">
                  <c:v>0.5106382978723404</c:v>
                </c:pt>
                <c:pt idx="35">
                  <c:v>0.5052631578947369</c:v>
                </c:pt>
                <c:pt idx="36">
                  <c:v>0.5</c:v>
                </c:pt>
                <c:pt idx="37">
                  <c:v>0.4948453608247423</c:v>
                </c:pt>
                <c:pt idx="38">
                  <c:v>0.4897959183673469</c:v>
                </c:pt>
                <c:pt idx="39">
                  <c:v>0.48484848484848486</c:v>
                </c:pt>
                <c:pt idx="40">
                  <c:v>0.48</c:v>
                </c:pt>
              </c:numCache>
            </c:numRef>
          </c:yVal>
          <c:smooth val="0"/>
        </c:ser>
        <c:ser>
          <c:idx val="10"/>
          <c:order val="10"/>
          <c:tx>
            <c:strRef>
              <c:f>Sheet1!$B$741</c:f>
              <c:strCache>
                <c:ptCount val="1"/>
                <c:pt idx="0">
                  <c:v>$560K S&amp;W per student iso-line</c:v>
                </c:pt>
              </c:strCache>
            </c:strRef>
          </c:tx>
          <c:spPr>
            <a:ln w="12700">
              <a:solidFill>
                <a:srgbClr val="8A8D8F"/>
              </a:solidFill>
              <a:prstDash val="dash"/>
            </a:ln>
          </c:spPr>
          <c:marker>
            <c:symbol val="none"/>
          </c:marker>
          <c:dLbls>
            <c:dLbl>
              <c:idx val="30"/>
              <c:tx>
                <c:rich>
                  <a:bodyPr/>
                  <a:lstStyle/>
                  <a:p>
                    <a:pPr>
                      <a:defRPr/>
                    </a:pPr>
                    <a:r>
                      <a:rPr sz="850" b="0" i="1">
                        <a:solidFill>
                          <a:srgbClr val="6B6B70"/>
                        </a:solidFill>
                        <a:latin typeface="Lato"/>
                      </a:rPr>
                      <a:t>$560K</a:t>
                    </a:r>
                  </a:p>
                </c:rich>
              </c:tx>
              <c:dLblPos val="r"/>
              <c:showLegendKey val="0"/>
              <c:showVal val="1"/>
              <c:showCatName val="0"/>
              <c:showSerName val="0"/>
              <c:showPercent val="0"/>
              <c:showBubbleSize val="0"/>
            </c:dLbl>
            <c:showLegendKey val="0"/>
            <c:showVal val="0"/>
            <c:showCatName val="0"/>
            <c:showSerName val="0"/>
            <c:showPercent val="0"/>
            <c:showBubbleSize val="0"/>
          </c:dLbls>
          <c:xVal>
            <c:numRef>
              <c:f>Sheet1!$A$742:$A$772</c:f>
              <c:numCache>
                <c:formatCode>General</c:formatCode>
                <c:ptCount val="31"/>
                <c:pt idx="0">
                  <c:v>700000.0</c:v>
                </c:pt>
                <c:pt idx="1">
                  <c:v>710000.0</c:v>
                </c:pt>
                <c:pt idx="2">
                  <c:v>720000.0</c:v>
                </c:pt>
                <c:pt idx="3">
                  <c:v>730000.0</c:v>
                </c:pt>
                <c:pt idx="4">
                  <c:v>740000.0</c:v>
                </c:pt>
                <c:pt idx="5">
                  <c:v>750000.0</c:v>
                </c:pt>
                <c:pt idx="6">
                  <c:v>760000.0</c:v>
                </c:pt>
                <c:pt idx="7">
                  <c:v>770000.0</c:v>
                </c:pt>
                <c:pt idx="8">
                  <c:v>780000.0</c:v>
                </c:pt>
                <c:pt idx="9">
                  <c:v>790000.0</c:v>
                </c:pt>
                <c:pt idx="10">
                  <c:v>800000.0</c:v>
                </c:pt>
                <c:pt idx="11">
                  <c:v>810000.0</c:v>
                </c:pt>
                <c:pt idx="12">
                  <c:v>820000.0</c:v>
                </c:pt>
                <c:pt idx="13">
                  <c:v>830000.0</c:v>
                </c:pt>
                <c:pt idx="14">
                  <c:v>840000.0</c:v>
                </c:pt>
                <c:pt idx="15">
                  <c:v>850000.0</c:v>
                </c:pt>
                <c:pt idx="16">
                  <c:v>860000.0</c:v>
                </c:pt>
                <c:pt idx="17">
                  <c:v>870000.0</c:v>
                </c:pt>
                <c:pt idx="18">
                  <c:v>880000.0</c:v>
                </c:pt>
                <c:pt idx="19">
                  <c:v>890000.0</c:v>
                </c:pt>
                <c:pt idx="20">
                  <c:v>900000.0</c:v>
                </c:pt>
                <c:pt idx="21">
                  <c:v>910000.0</c:v>
                </c:pt>
                <c:pt idx="22">
                  <c:v>920000.0</c:v>
                </c:pt>
                <c:pt idx="23">
                  <c:v>930000.0</c:v>
                </c:pt>
                <c:pt idx="24">
                  <c:v>940000.0</c:v>
                </c:pt>
                <c:pt idx="25">
                  <c:v>950000.0</c:v>
                </c:pt>
                <c:pt idx="26">
                  <c:v>960000.0</c:v>
                </c:pt>
                <c:pt idx="27">
                  <c:v>970000.0</c:v>
                </c:pt>
                <c:pt idx="28">
                  <c:v>980000.0</c:v>
                </c:pt>
                <c:pt idx="29">
                  <c:v>990000.0</c:v>
                </c:pt>
                <c:pt idx="30">
                  <c:v>1000000.0</c:v>
                </c:pt>
              </c:numCache>
            </c:numRef>
          </c:xVal>
          <c:yVal>
            <c:numRef>
              <c:f>Sheet1!$B$742:$B$772</c:f>
              <c:numCache>
                <c:formatCode>General</c:formatCode>
                <c:ptCount val="31"/>
                <c:pt idx="0">
                  <c:v>0.8</c:v>
                </c:pt>
                <c:pt idx="1">
                  <c:v>0.7887323943661971</c:v>
                </c:pt>
                <c:pt idx="2">
                  <c:v>0.7777777777777778</c:v>
                </c:pt>
                <c:pt idx="3">
                  <c:v>0.7671232876712328</c:v>
                </c:pt>
                <c:pt idx="4">
                  <c:v>0.7567567567567568</c:v>
                </c:pt>
                <c:pt idx="5">
                  <c:v>0.7466666666666667</c:v>
                </c:pt>
                <c:pt idx="6">
                  <c:v>0.7368421052631579</c:v>
                </c:pt>
                <c:pt idx="7">
                  <c:v>0.7272727272727273</c:v>
                </c:pt>
                <c:pt idx="8">
                  <c:v>0.717948717948718</c:v>
                </c:pt>
                <c:pt idx="9">
                  <c:v>0.7088607594936709</c:v>
                </c:pt>
                <c:pt idx="10">
                  <c:v>0.7</c:v>
                </c:pt>
                <c:pt idx="11">
                  <c:v>0.691358024691358</c:v>
                </c:pt>
                <c:pt idx="12">
                  <c:v>0.6829268292682927</c:v>
                </c:pt>
                <c:pt idx="13">
                  <c:v>0.6746987951807228</c:v>
                </c:pt>
                <c:pt idx="14">
                  <c:v>0.6666666666666666</c:v>
                </c:pt>
                <c:pt idx="15">
                  <c:v>0.6588235294117647</c:v>
                </c:pt>
                <c:pt idx="16">
                  <c:v>0.6511627906976745</c:v>
                </c:pt>
                <c:pt idx="17">
                  <c:v>0.6436781609195402</c:v>
                </c:pt>
                <c:pt idx="18">
                  <c:v>0.6363636363636364</c:v>
                </c:pt>
                <c:pt idx="19">
                  <c:v>0.6292134831460674</c:v>
                </c:pt>
                <c:pt idx="20">
                  <c:v>0.6222222222222222</c:v>
                </c:pt>
                <c:pt idx="21">
                  <c:v>0.6153846153846154</c:v>
                </c:pt>
                <c:pt idx="22">
                  <c:v>0.6086956521739131</c:v>
                </c:pt>
                <c:pt idx="23">
                  <c:v>0.6021505376344086</c:v>
                </c:pt>
                <c:pt idx="24">
                  <c:v>0.5957446808510638</c:v>
                </c:pt>
                <c:pt idx="25">
                  <c:v>0.5894736842105263</c:v>
                </c:pt>
                <c:pt idx="26">
                  <c:v>0.5833333333333334</c:v>
                </c:pt>
                <c:pt idx="27">
                  <c:v>0.5773195876288659</c:v>
                </c:pt>
                <c:pt idx="28">
                  <c:v>0.5714285714285714</c:v>
                </c:pt>
                <c:pt idx="29">
                  <c:v>0.5656565656565656</c:v>
                </c:pt>
                <c:pt idx="30">
                  <c:v>0.56</c:v>
                </c:pt>
              </c:numCache>
            </c:numRef>
          </c:yVal>
          <c:smooth val="0"/>
        </c:ser>
        <c:ser>
          <c:idx val="11"/>
          <c:order val="11"/>
          <c:tx>
            <c:strRef>
              <c:f>Sheet1!$B$774</c:f>
              <c:strCache>
                <c:ptCount val="1"/>
                <c:pt idx="0">
                  <c:v>Institutions</c:v>
                </c:pt>
              </c:strCache>
            </c:strRef>
          </c:tx>
          <c:spPr>
            <a:ln>
              <a:noFill/>
            </a:ln>
          </c:spPr>
          <c:marker>
            <c:symbol val="circle"/>
            <c:size val="8"/>
            <c:spPr>
              <a:solidFill>
                <a:srgbClr val="000000"/>
              </a:solidFill>
              <a:ln>
                <a:noFill/>
              </a:ln>
            </c:spPr>
          </c:marker>
          <c:xVal>
            <c:numRef>
              <c:f>Sheet1!$A$775:$A$784</c:f>
              <c:numCache>
                <c:formatCode>General</c:formatCode>
                <c:ptCount val="10"/>
                <c:pt idx="0">
                  <c:v>65650.7406524101</c:v>
                </c:pt>
                <c:pt idx="1">
                  <c:v>107162.81664992747</c:v>
                </c:pt>
                <c:pt idx="2">
                  <c:v>121744.89871086556</c:v>
                </c:pt>
                <c:pt idx="3">
                  <c:v>140457.68426443601</c:v>
                </c:pt>
                <c:pt idx="4">
                  <c:v>253177.34806629835</c:v>
                </c:pt>
                <c:pt idx="5">
                  <c:v>340721.40837830893</c:v>
                </c:pt>
                <c:pt idx="6">
                  <c:v>391815.5813562174</c:v>
                </c:pt>
                <c:pt idx="7">
                  <c:v>472627.2116392331</c:v>
                </c:pt>
                <c:pt idx="8">
                  <c:v>589749.0713755072</c:v>
                </c:pt>
                <c:pt idx="9">
                  <c:v>664398.7746228342</c:v>
                </c:pt>
              </c:numCache>
            </c:numRef>
          </c:xVal>
          <c:yVal>
            <c:numRef>
              <c:f>Sheet1!$B$775:$B$784</c:f>
              <c:numCache>
                <c:formatCode>General</c:formatCode>
                <c:ptCount val="10"/>
                <c:pt idx="0">
                  <c:v>0.499897072084254</c:v>
                </c:pt>
                <c:pt idx="1">
                  <c:v>0.5371316461970704</c:v>
                </c:pt>
                <c:pt idx="2">
                  <c:v>0.4864805011475252</c:v>
                </c:pt>
                <c:pt idx="3">
                  <c:v>0.47295422939207504</c:v>
                </c:pt>
                <c:pt idx="4">
                  <c:v>0.5075048390510877</c:v>
                </c:pt>
                <c:pt idx="5">
                  <c:v>0.5161940777539002</c:v>
                </c:pt>
                <c:pt idx="6">
                  <c:v>0.44896030164565226</c:v>
                </c:pt>
                <c:pt idx="7">
                  <c:v>0.47983887272473985</c:v>
                </c:pt>
                <c:pt idx="8">
                  <c:v>0.48853243390346474</c:v>
                </c:pt>
                <c:pt idx="9">
                  <c:v>0.5221117017515974</c:v>
                </c:pt>
              </c:numCache>
            </c:numRef>
          </c:yVal>
          <c:smooth val="0"/>
        </c:ser>
        <c:ser>
          <c:idx val="12"/>
          <c:order val="12"/>
          <c:tx>
            <c:strRef>
              <c:f>Sheet1!$B$786</c:f>
              <c:strCache>
                <c:ptCount val="1"/>
                <c:pt idx="0">
                  <c:v>S&amp;W estimated</c:v>
                </c:pt>
              </c:strCache>
            </c:strRef>
          </c:tx>
          <c:spPr>
            <a:ln>
              <a:noFill/>
            </a:ln>
          </c:spPr>
          <c:marker>
            <c:symbol val="circle"/>
            <c:size val="8"/>
            <c:spPr>
              <a:solidFill>
                <a:srgbClr val="8A8D8F"/>
              </a:solidFill>
              <a:ln>
                <a:noFill/>
              </a:ln>
            </c:spPr>
          </c:marker>
          <c:xVal>
            <c:numRef>
              <c:f>Sheet1!$A$787:$A$788</c:f>
              <c:numCache>
                <c:formatCode>General</c:formatCode>
                <c:ptCount val="2"/>
                <c:pt idx="0">
                  <c:v>650413.6868834035</c:v>
                </c:pt>
                <c:pt idx="1">
                  <c:v>951719.033557047</c:v>
                </c:pt>
              </c:numCache>
            </c:numRef>
          </c:xVal>
          <c:yVal>
            <c:numRef>
              <c:f>Sheet1!$B$787:$B$788</c:f>
              <c:numCache>
                <c:formatCode>General</c:formatCode>
                <c:ptCount val="2"/>
                <c:pt idx="0">
                  <c:v>0.4428358034950394</c:v>
                </c:pt>
                <c:pt idx="1">
                  <c:v>0.526781247209218</c:v>
                </c:pt>
              </c:numCache>
            </c:numRef>
          </c:yVal>
          <c:smooth val="0"/>
        </c:ser>
        <c:ser>
          <c:idx val="13"/>
          <c:order val="13"/>
          <c:tx>
            <c:strRef>
              <c:f>Sheet1!$B$790</c:f>
              <c:strCache>
                <c:ptCount val="1"/>
                <c:pt idx="0">
                  <c:v>Northeastern</c:v>
                </c:pt>
              </c:strCache>
            </c:strRef>
          </c:tx>
          <c:spPr>
            <a:ln>
              <a:noFill/>
            </a:ln>
          </c:spPr>
          <c:marker>
            <c:symbol val="circle"/>
            <c:size val="12"/>
            <c:spPr>
              <a:solidFill>
                <a:srgbClr val="C8102E"/>
              </a:solidFill>
              <a:ln w="15875">
                <a:solidFill>
                  <a:srgbClr val="FFFFFF"/>
                </a:solidFill>
              </a:ln>
            </c:spPr>
          </c:marker>
          <c:xVal>
            <c:numRef>
              <c:f>Sheet1!$A$791:$A$791</c:f>
              <c:numCache>
                <c:formatCode>General</c:formatCode>
                <c:ptCount val="1"/>
                <c:pt idx="0">
                  <c:v>54989.11349122542</c:v>
                </c:pt>
              </c:numCache>
            </c:numRef>
          </c:xVal>
          <c:yVal>
            <c:numRef>
              <c:f>Sheet1!$B$791:$B$791</c:f>
              <c:numCache>
                <c:formatCode>General</c:formatCode>
                <c:ptCount val="1"/>
                <c:pt idx="0">
                  <c:v>0.47785537805816464</c:v>
                </c:pt>
              </c:numCache>
            </c:numRef>
          </c:yVal>
          <c:smooth val="0"/>
        </c:ser>
        <c:axId val="-2128940872"/>
        <c:axId val="-2129643912"/>
      </c:scatterChart>
      <c:valAx>
        <c:axId val="-2128940872"/>
        <c:scaling>
          <c:orientation val="minMax"/>
          <c:max val="1000000.0"/>
          <c:min val="0.0"/>
        </c:scaling>
        <c:delete val="0"/>
        <c:axPos val="b"/>
        <c:title>
          <c:tx>
            <c:rich>
              <a:bodyPr/>
              <a:lstStyle/>
              <a:p>
                <a:pPr>
                  <a:defRPr/>
                </a:pPr>
                <a:r>
                  <a:rPr sz="1000" b="1">
                    <a:solidFill>
                      <a:srgbClr val="000000"/>
                    </a:solidFill>
                    <a:latin typeface="Lato"/>
                  </a:rPr>
                  <a:t>Core unlevered cash operating expenses (excluding depreciation, amortization and interest) per student ($K)</a:t>
                </a:r>
              </a:p>
            </c:rich>
          </c:tx>
          <c:layout/>
          <c:overlay val="0"/>
        </c:title>
        <c:numFmt formatCode="&quot;$&quot;#,##0,&quot;K&quot;" sourceLinked="0"/>
        <c:majorTickMark val="out"/>
        <c:minorTickMark val="none"/>
        <c:tickLblPos val="nextTo"/>
        <c:spPr>
          <a:ln w="9525">
            <a:solidFill>
              <a:srgbClr val="000000"/>
            </a:solidFill>
          </a:ln>
        </c:spPr>
        <c:txPr>
          <a:bodyPr/>
          <a:lstStyle/>
          <a:p>
            <a:pPr>
              <a:defRPr sz="900">
                <a:solidFill>
                  <a:srgbClr val="000000"/>
                </a:solidFill>
                <a:latin typeface="Lato"/>
              </a:defRPr>
            </a:pPr>
          </a:p>
        </c:txPr>
        <c:crossAx val="-2129643912"/>
        <c:crosses val="autoZero"/>
        <c:crossBetween val="midCat"/>
        <c:majorUnit val="100000.0"/>
      </c:valAx>
      <c:valAx>
        <c:axId val="-2129643912"/>
        <c:scaling>
          <c:orientation val="minMax"/>
          <c:max val="0.8"/>
          <c:min val="0.0"/>
        </c:scaling>
        <c:delete val="0"/>
        <c:axPos val="l"/>
        <c:majorGridlines>
          <c:spPr>
            <a:ln w="6350">
              <a:solidFill>
                <a:srgbClr val="E4E4E6"/>
              </a:solidFill>
            </a:ln>
          </c:spPr>
        </c:majorGridlines>
        <c:title>
          <c:tx>
            <c:rich>
              <a:bodyPr rot="-5400000" vert="horz"/>
              <a:lstStyle/>
              <a:p>
                <a:pPr>
                  <a:defRPr/>
                </a:pPr>
                <a:r>
                  <a:rPr sz="1000" b="1">
                    <a:solidFill>
                      <a:srgbClr val="000000"/>
                    </a:solidFill>
                    <a:latin typeface="Lato"/>
                  </a:rPr>
                  <a:t>S&amp;W as % of core operating expenses</a:t>
                </a:r>
              </a:p>
            </c:rich>
          </c:tx>
          <c:layout/>
          <c:overlay val="0"/>
        </c:title>
        <c:numFmt formatCode="0%" sourceLinked="0"/>
        <c:majorTickMark val="out"/>
        <c:minorTickMark val="none"/>
        <c:tickLblPos val="nextTo"/>
        <c:spPr>
          <a:ln w="9525">
            <a:solidFill>
              <a:srgbClr val="000000"/>
            </a:solidFill>
          </a:ln>
        </c:spPr>
        <c:txPr>
          <a:bodyPr/>
          <a:lstStyle/>
          <a:p>
            <a:pPr>
              <a:defRPr sz="900">
                <a:solidFill>
                  <a:srgbClr val="000000"/>
                </a:solidFill>
                <a:latin typeface="Lato"/>
              </a:defRPr>
            </a:pPr>
          </a:p>
        </c:txPr>
        <c:crossAx val="-2128940872"/>
        <c:crosses val="autoZero"/>
        <c:crossBetween val="midCat"/>
        <c:majorUnit val="0.1"/>
      </c:valAx>
    </c:plotArea>
    <c:plotVisOnly val="1"/>
    <c:dispBlanksAs val="gap"/>
    <c:showDLblsOverMax val="0"/>
  </c:chart>
  <c:spPr>
    <a:noFill/>
    <a:ln>
      <a:noFill/>
    </a:ln>
  </c:spPr>
  <c:txPr>
    <a:bodyPr/>
    <a:lstStyle/>
    <a:p>
      <a:pPr>
        <a:defRPr sz="900">
          <a:solidFill>
            <a:srgbClr val="000000"/>
          </a:solidFill>
          <a:latin typeface="La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C2C23C-EAF9-DB4F-8FB3-776AE18F72F0}" type="datetimeFigureOut">
              <a:rPr lang="en-GB" smtClean="0"/>
              <a:t>25/09/2024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E4B7FD-A539-704B-8F87-6F5211B8E901}" type="slidenum">
              <a:rPr lang="en-GB" smtClean="0"/>
              <a:t>‹#›</a:t>
            </a:fld>
            <a:endParaRPr lang="en-GB"/>
          </a:p>
        </p:txBody>
      </p:sp>
    </p:spTree>
    <p:extLst>
      <p:ext uri="{BB962C8B-B14F-4D97-AF65-F5344CB8AC3E}">
        <p14:creationId xmlns:p14="http://schemas.microsoft.com/office/powerpoint/2010/main" val="1772702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CHANGED FROM THE ORIGINAL</a:t>
            </a:r>
          </a:p>
          <a:p>
            <a:r>
              <a:t>- Data refreshed to the College Scorecard release of June 10, 2026 (Most-Recent-Cohorts-Institution file), same filters as the original slide. Net price is now academic year 2023-24 (IPEDS 2024-25 collection). 10-year earnings are the newest Scorecard publishes: entering cohorts 2009-10 and 2010-11 pooled, measured in calendar 2020 and 2021, in 2022 dollars. Scorecard has not released a later 10-year earnings cohort, so earnings do not run through 2024.</a:t>
            </a:r>
          </a:p>
          <a:p>
            <a:r>
              <a:t>- Rebuilt as a native chart (right-click &gt; Edit Data; institution names are in column C of the embedded sheet). Vanderbilt logo removed; Vanderbilt is a navy label like the other private institutions. Northeastern is the red marker and label; Boston University is labeled as a local comparison.</a:t>
            </a:r>
          </a:p>
          <a:p>
            <a:r>
              <a:t>- Axis, title and footnote say 'after entry': the Scorecard field MD_EARN_WNE_P10 is measured 10 years after enrollment, not graduation.</a:t>
            </a:r>
          </a:p>
          <a:p>
            <a:r>
              <a:t>- Removed Vanderbilt-internal speaker notes.</a:t>
            </a:r>
          </a:p>
          <a:p/>
          <a:p>
            <a:r>
              <a:t>RESULTS AND CHECKS (1,527 institutions: 584 public, 943 private)</a:t>
            </a:r>
          </a:p>
          <a:p>
            <a:r>
              <a:t>- Northeastern ranks 33 of 1,527 (29 of 943 private; rank = 1 + institutions with strictly higher earnings, so ties share a rank, and Northeastern University Oakland reports the identical earnings) at $92,538 median earnings and $30,915 net price (previous release: 38th of 1,557 at $88,842 and $34,255). Vanderbilt ranks 38 (previously 53rd); Boston University 77; MIT 1.</a:t>
            </a:r>
          </a:p>
          <a:p>
            <a:r>
              <a:t>- Trendline is an OLS fit on private institutions: slope 0.924, intercept $34,026, r = 0.47 (R-squared 0.22). Weak fit: 'better deal / worse deal' is directional.</a:t>
            </a:r>
          </a:p>
          <a:p>
            <a:r>
              <a:t>- Earnings are in 2022 dollars for every school, so ranks are comparable within this release. The previous release used an older earnings cohort, so the change in rank is not a like-for-like trend.</a:t>
            </a:r>
          </a:p>
          <a:p>
            <a:r>
              <a:t>- Cal Maritime is now Cal Poly Maritime Academy; University of the Sciences (merged into Saint Joseph's University in 2022) drops out.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CHANGED FROM THE ORIGINAL</a:t>
            </a:r>
          </a:p>
          <a:p>
            <a:r>
              <a:t>- 2014 row removed as requested. 2025 and 2026 added where the survey asked something comparable; rebuilt as a native chart (values are in the embedded sheet).</a:t>
            </a:r>
          </a:p>
          <a:p>
            <a:r>
              <a:t>- The item wording is 'aware of and understand the financial challenges confronting my institution', not 'realistic and aware': 'realistic' was only the 2013-2014 wording. The 2015-2024 reports all use 'aware of and understand'.</a:t>
            </a:r>
          </a:p>
          <a:p>
            <a:r>
              <a:t>- 2025 and 2026: the three-group item was NOT asked. The reports ask a trustees-only statement ('Trustees understand the financial challenges confronting my institution'): 74% in 2025 (n=169, +/-7%) and 79% in 2026 (n=213, +/-6%). They are plotted as separate open markers with no connector because the wording and the groups differ. There is no 2025 or 2026 value for faculty or senior administrators.</a:t>
            </a:r>
          </a:p>
          <a:p>
            <a:r>
              <a:t>- Every value was re-read from the report PDFs (all-institution results). Four rows on the original slide did not match: 2015 faculty 33 -&gt; 32; 2020 31/87/93 -&gt; 34/84/90 (the original used a private-nonprofit sub-column); 2022 28/91/91 -&gt; 53/90/91 (the 2022 report's p.28 chart has misaligned rows; the detail tables give 53/90/91); 2024 44/91/95 -&gt; 39/79/88 (the original used the private-nonprofit column).</a:t>
            </a:r>
          </a:p>
          <a:p>
            <a:r>
              <a:t>- 2016 and 2017 faculty (27, 32) answer a different item: 'Faculty members understand the financial challenges my institution faces when they participate in college-wide budget discussions.' Marked with an asterisk.</a:t>
            </a:r>
          </a:p>
          <a:p>
            <a:r>
              <a:t>- 2021 was fielded by Hanover Research (n=133) rather than Gallup; sample sizes run 133 to 416, so year-to-year moves of a few points are within the margin of error where one is stated (about 6-7%).</a:t>
            </a:r>
          </a:p>
          <a:p/>
          <a:p>
            <a:r>
              <a:t>WHAT THE SERIES SHOWS</a:t>
            </a:r>
          </a:p>
          <a:p>
            <a:r>
              <a:t>- Trustees minus faculty: between 34 and 50 points in every year 2015-2024 (47 in 2015, 40 in 2024). Sr. Administrators minus faculty: between 36 and 59 points (56 in 2015, 49 in 2024). Faculty peaked at 53% in 2022 and has fallen since (45, 39); trustees fell from 90% (2022) to 79% (2024); the trustees-only item read 74% (2025) and 79% (2026).</a:t>
            </a:r>
          </a:p>
          <a:p>
            <a:r>
              <a:t>- The disconnect persists, but the corrected 2022-2024 rows show trustees and administrators well below the 91-95% the original slide showed for 2022-2024.</a:t>
            </a:r>
          </a:p>
          <a:p>
            <a:r>
              <a:t>- Ratings are business officers' perceptions of each group, not self-reports; Sr. Administrators includes their own peers.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CHANGED FROM THE ORIGINAL</a:t>
            </a:r>
          </a:p>
          <a:p>
            <a:r>
              <a:t>- Updated to FY25 audited financial statements and added Northeastern, Boston University and MIT. Universities' logos removed: every institution is a data point with a label. Harvard is not shown: its FY25 financial report could not be reached.</a:t>
            </a:r>
          </a:p>
          <a:p>
            <a:r>
              <a:t>- 'Core operating expenses' now follow the axis definition: total operating expenses less depreciation, amortization and interest. The original FY23 figures did NOT: they equal each school's total operating expenses to the dollar (for Rice, Vanderbilt, Northwestern, Princeton, Harvard, Duke and Penn they are the IPEDS FY23 'total expenses' field). Restated on the stated definition, FY23 core expenses are 5-15% lower, so FY25 positions are not comparable with the earlier chart along the x axis. S&amp;W per student (the iso-lines) does not depend on this definition.</a:t>
            </a:r>
          </a:p>
          <a:p>
            <a:r>
              <a:t>- S&amp;W: the original S&amp;W for Penn, Stanford and Northwestern equals exactly 72.80% of each school's combined salaries-and-benefits line, an undisclosed assumption. Peers that report both lines run 74.8% to 81.4%. Northwestern is now actual (its Form 990 ties to the audited combined line to the dollar: S&amp;W = 77.9%); Penn and Stanford are estimates using their own Form 990 shares (76.7%, 80.2%), shown in grey because their 990s cover a narrower scope than the consolidated statements.</a:t>
            </a:r>
          </a:p>
          <a:p>
            <a:r>
              <a:t>- Student counts: the original mixed sources (Rice = fall 2021, Vanderbilt = fall 2022, Emory 16,000 and Northwestern 23,000 were round estimates; Harvard and Penn used degree-seeking counts while others used IPEDS). All FY25 counts are now fall 2024 total enrollment from each school's Common Data Set.</a:t>
            </a:r>
          </a:p>
          <a:p/>
          <a:p>
            <a:r>
              <a:t>NORTHEASTERN</a:t>
            </a:r>
          </a:p>
          <a:p>
            <a:r>
              <a:t>- S&amp;W $1,045M (Form 990; audited statements show 'salary and benefits' $1,341.0M) on core operating expenses $2,187M = 47.8%; 39,774 students =&gt; $26.3K S&amp;W per student and $55.0K core expense per student.</a:t>
            </a:r>
          </a:p>
          <a:p>
            <a:r>
              <a:t>- The student count is the main sensitivity. Northeastern's CDS headcount (39,774) is about 22% above its IPEDS headcount (about 32.5K) and Facts and Figures shows 48,812. S&amp;W per student would be $26.3K, $32.1K or $21.4K respectively. Confirm the official count with University Decision Support and label it.</a:t>
            </a:r>
          </a:p>
          <a:p>
            <a:r>
              <a:t>- Northeastern and BU headcounts include large graduate, online and co-op populations; per-headcount measures understate S&amp;W per FTE student.</a:t>
            </a:r>
          </a:p>
          <a:p/>
          <a:p>
            <a:r>
              <a:t>OTHER CHECKS AND CAVEATS</a:t>
            </a:r>
          </a:p>
          <a:p>
            <a:r>
              <a:t>- Rice FY25 S&amp;W +10.7% and scholarship presentation change; Duke FY24 includes the physician-practice acquisition (FY23-FY24 not comparable; FY25 is fine); Emory FY25 includes three months of the Houston Healthcare acquisition; Northeastern FY25 includes two weeks of Marymount Manhattan College; Yale reports depreciation, amortization and interest as one combined line; Vanderbilt S&amp;W is from a chart at $M precision.</a:t>
            </a:r>
          </a:p>
          <a:p>
            <a:r>
              <a:t>- Chicago's CDS headcount (16,221) is 12% below IPEDS-style counts; Harvard's CDS excludes Extension School.</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jpeg"/><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microsoft.com/office/2007/relationships/hdphoto" Target="../media/hdphoto2.wdp"/><Relationship Id="rId4" Type="http://schemas.openxmlformats.org/officeDocument/2006/relationships/image" Target="../media/image5.jpeg"/><Relationship Id="rId5"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microsoft.com/office/2007/relationships/hdphoto" Target="../media/hdphoto3.wdp"/><Relationship Id="rId4" Type="http://schemas.openxmlformats.org/officeDocument/2006/relationships/image" Target="../media/image7.jpeg"/><Relationship Id="rId5"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microsoft.com/office/2007/relationships/hdphoto" Target="../media/hdphoto4.wdp"/><Relationship Id="rId4" Type="http://schemas.openxmlformats.org/officeDocument/2006/relationships/image" Target="../media/image9.jpeg"/><Relationship Id="rId5"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microsoft.com/office/2007/relationships/hdphoto" Target="../media/hdphoto5.wdp"/><Relationship Id="rId4" Type="http://schemas.openxmlformats.org/officeDocument/2006/relationships/image" Target="../media/image11.jpeg"/><Relationship Id="rId5"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microsoft.com/office/2007/relationships/hdphoto" Target="../media/hdphoto6.wdp"/><Relationship Id="rId4" Type="http://schemas.openxmlformats.org/officeDocument/2006/relationships/image" Target="../media/image13.jpeg"/><Relationship Id="rId5"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microsoft.com/office/2007/relationships/hdphoto" Target="../media/hdphoto7.wdp"/><Relationship Id="rId4" Type="http://schemas.openxmlformats.org/officeDocument/2006/relationships/image" Target="../media/image15.jpeg"/><Relationship Id="rId5"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microsoft.com/office/2007/relationships/hdphoto" Target="../media/hdphoto8.wdp"/><Relationship Id="rId4" Type="http://schemas.openxmlformats.org/officeDocument/2006/relationships/image" Target="../media/image17.jpeg"/><Relationship Id="rId5"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microsoft.com/office/2007/relationships/hdphoto" Target="../media/hdphoto9.wdp"/><Relationship Id="rId4" Type="http://schemas.openxmlformats.org/officeDocument/2006/relationships/image" Target="../media/image19.jpeg"/><Relationship Id="rId5"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microsoft.com/office/2007/relationships/hdphoto" Target="../media/hdphoto10.wdp"/><Relationship Id="rId4" Type="http://schemas.openxmlformats.org/officeDocument/2006/relationships/image" Target="../media/image21.jpeg"/><Relationship Id="rId5"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microsoft.com/office/2007/relationships/hdphoto" Target="../media/hdphoto11.wdp"/><Relationship Id="rId4" Type="http://schemas.openxmlformats.org/officeDocument/2006/relationships/image" Target="../media/image23.jpeg"/><Relationship Id="rId5"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microsoft.com/office/2007/relationships/hdphoto" Target="../media/hdphoto12.wdp"/><Relationship Id="rId4" Type="http://schemas.openxmlformats.org/officeDocument/2006/relationships/image" Target="../media/image25.jpeg"/><Relationship Id="rId5"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microsoft.com/office/2007/relationships/hdphoto" Target="../media/hdphoto13.wdp"/><Relationship Id="rId4" Type="http://schemas.openxmlformats.org/officeDocument/2006/relationships/image" Target="../media/image27.jpeg"/><Relationship Id="rId5"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microsoft.com/office/2007/relationships/hdphoto" Target="../media/hdphoto14.wdp"/><Relationship Id="rId4" Type="http://schemas.openxmlformats.org/officeDocument/2006/relationships/image" Target="../media/image29.jpeg"/><Relationship Id="rId5"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microsoft.com/office/2007/relationships/hdphoto" Target="../media/hdphoto15.wdp"/><Relationship Id="rId4" Type="http://schemas.openxmlformats.org/officeDocument/2006/relationships/image" Target="../media/image3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3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jpeg"/><Relationship Id="rId3" Type="http://schemas.openxmlformats.org/officeDocument/2006/relationships/image" Target="../media/image3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jpeg"/><Relationship Id="rId3" Type="http://schemas.openxmlformats.org/officeDocument/2006/relationships/image" Target="../media/image3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jpeg"/><Relationship Id="rId3" Type="http://schemas.openxmlformats.org/officeDocument/2006/relationships/image" Target="../media/image3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jpeg"/><Relationship Id="rId3" Type="http://schemas.openxmlformats.org/officeDocument/2006/relationships/image" Target="../media/image3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jpeg"/><Relationship Id="rId3" Type="http://schemas.openxmlformats.org/officeDocument/2006/relationships/image" Target="../media/image3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jpeg"/><Relationship Id="rId3" Type="http://schemas.openxmlformats.org/officeDocument/2006/relationships/image" Target="../media/image40.png"/><Relationship Id="rId4" Type="http://schemas.openxmlformats.org/officeDocument/2006/relationships/image" Target="../media/image3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jpeg"/><Relationship Id="rId3" Type="http://schemas.openxmlformats.org/officeDocument/2006/relationships/image" Target="../media/image40.png"/><Relationship Id="rId4" Type="http://schemas.openxmlformats.org/officeDocument/2006/relationships/image" Target="../media/image3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jpeg"/><Relationship Id="rId3" Type="http://schemas.openxmlformats.org/officeDocument/2006/relationships/image" Target="../media/image3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jpeg"/><Relationship Id="rId3" Type="http://schemas.openxmlformats.org/officeDocument/2006/relationships/image" Target="../media/image3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jpeg"/><Relationship Id="rId3" Type="http://schemas.openxmlformats.org/officeDocument/2006/relationships/image" Target="../media/image3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jpeg"/><Relationship Id="rId3" Type="http://schemas.openxmlformats.org/officeDocument/2006/relationships/image" Target="../media/image44.png"/><Relationship Id="rId4" Type="http://schemas.openxmlformats.org/officeDocument/2006/relationships/image" Target="../media/image45.svg"/><Relationship Id="rId5" Type="http://schemas.openxmlformats.org/officeDocument/2006/relationships/image" Target="../media/image3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3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jpeg"/><Relationship Id="rId3" Type="http://schemas.openxmlformats.org/officeDocument/2006/relationships/image" Target="../media/image40.png"/><Relationship Id="rId4" Type="http://schemas.openxmlformats.org/officeDocument/2006/relationships/image" Target="../media/image3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jpeg"/><Relationship Id="rId3" Type="http://schemas.openxmlformats.org/officeDocument/2006/relationships/image" Target="../media/image3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jpeg"/><Relationship Id="rId3" Type="http://schemas.openxmlformats.org/officeDocument/2006/relationships/image" Target="../media/image3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jpeg"/><Relationship Id="rId3" Type="http://schemas.openxmlformats.org/officeDocument/2006/relationships/image" Target="../media/image3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jpeg"/><Relationship Id="rId3"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jpeg"/><Relationship Id="rId3" Type="http://schemas.openxmlformats.org/officeDocument/2006/relationships/image" Target="../media/image3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jpeg"/><Relationship Id="rId3" Type="http://schemas.openxmlformats.org/officeDocument/2006/relationships/image" Target="../media/image3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jpeg"/><Relationship Id="rId3" Type="http://schemas.openxmlformats.org/officeDocument/2006/relationships/image" Target="../media/image3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jpeg"/><Relationship Id="rId3" Type="http://schemas.openxmlformats.org/officeDocument/2006/relationships/image" Target="../media/image3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3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jpeg"/><Relationship Id="rId3" Type="http://schemas.openxmlformats.org/officeDocument/2006/relationships/image" Target="../media/image3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3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B29387-FDC7-0AFA-999E-15C034DAC15B}"/>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a:xfrm>
            <a:off x="-19048" y="0"/>
            <a:ext cx="3282948" cy="6857996"/>
          </a:xfrm>
          <a:prstGeom prst="rect">
            <a:avLst/>
          </a:prstGeom>
        </p:spPr>
      </p:pic>
      <p:pic>
        <p:nvPicPr>
          <p:cNvPr id="7" name="Picture 6">
            <a:extLst>
              <a:ext uri="{FF2B5EF4-FFF2-40B4-BE49-F238E27FC236}">
                <a16:creationId xmlns:a16="http://schemas.microsoft.com/office/drawing/2014/main" id="{2E5EC26B-A24F-D2C1-1818-0DF529A0A5B7}"/>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3268854" y="0"/>
            <a:ext cx="8937628" cy="4253582"/>
          </a:xfrm>
          <a:prstGeom prst="rect">
            <a:avLst/>
          </a:prstGeom>
        </p:spPr>
      </p:pic>
      <p:cxnSp>
        <p:nvCxnSpPr>
          <p:cNvPr id="6" name="Straight Connector 6">
            <a:extLst>
              <a:ext uri="{FF2B5EF4-FFF2-40B4-BE49-F238E27FC236}">
                <a16:creationId xmlns:a16="http://schemas.microsoft.com/office/drawing/2014/main" id="{2CE63DF1-1D2F-67E4-3455-7FC11BE830B6}"/>
              </a:ext>
            </a:extLst>
          </p:cNvPr>
          <p:cNvCxnSpPr>
            <a:cxnSpLocks/>
          </p:cNvCxnSpPr>
          <p:nvPr userDrawn="1"/>
        </p:nvCxnSpPr>
        <p:spPr>
          <a:xfrm flipH="1">
            <a:off x="740306" y="4253585"/>
            <a:ext cx="252359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D1180717-95E8-4242-7740-4D2547B3941E}"/>
              </a:ext>
            </a:extLst>
          </p:cNvPr>
          <p:cNvSpPr>
            <a:spLocks noGrp="1"/>
          </p:cNvSpPr>
          <p:nvPr>
            <p:ph type="body" sz="quarter" idx="10" hasCustomPrompt="1"/>
          </p:nvPr>
        </p:nvSpPr>
        <p:spPr>
          <a:xfrm>
            <a:off x="3606800"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2" name="Text Placeholder 9">
            <a:extLst>
              <a:ext uri="{FF2B5EF4-FFF2-40B4-BE49-F238E27FC236}">
                <a16:creationId xmlns:a16="http://schemas.microsoft.com/office/drawing/2014/main" id="{E3503C8C-1296-D903-64F6-CF80F7D5CB38}"/>
              </a:ext>
            </a:extLst>
          </p:cNvPr>
          <p:cNvSpPr>
            <a:spLocks noGrp="1"/>
          </p:cNvSpPr>
          <p:nvPr>
            <p:ph type="body" sz="quarter" idx="11" hasCustomPrompt="1"/>
          </p:nvPr>
        </p:nvSpPr>
        <p:spPr>
          <a:xfrm>
            <a:off x="3606800"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5" name="Text Placeholder 14">
            <a:extLst>
              <a:ext uri="{FF2B5EF4-FFF2-40B4-BE49-F238E27FC236}">
                <a16:creationId xmlns:a16="http://schemas.microsoft.com/office/drawing/2014/main" id="{C1E08464-E82D-015D-80F9-208B4220B131}"/>
              </a:ext>
            </a:extLst>
          </p:cNvPr>
          <p:cNvSpPr>
            <a:spLocks noGrp="1"/>
          </p:cNvSpPr>
          <p:nvPr>
            <p:ph type="body" sz="quarter" idx="12" hasCustomPrompt="1"/>
          </p:nvPr>
        </p:nvSpPr>
        <p:spPr>
          <a:xfrm>
            <a:off x="3606799"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2" name="Picture 1">
            <a:extLst>
              <a:ext uri="{FF2B5EF4-FFF2-40B4-BE49-F238E27FC236}">
                <a16:creationId xmlns:a16="http://schemas.microsoft.com/office/drawing/2014/main" id="{5C5A257C-0BA8-9A27-885E-36CEE489A9C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9703" y="3315441"/>
            <a:ext cx="2090058" cy="760427"/>
          </a:xfrm>
          <a:prstGeom prst="rect">
            <a:avLst/>
          </a:prstGeom>
        </p:spPr>
      </p:pic>
    </p:spTree>
    <p:extLst>
      <p:ext uri="{BB962C8B-B14F-4D97-AF65-F5344CB8AC3E}">
        <p14:creationId xmlns:p14="http://schemas.microsoft.com/office/powerpoint/2010/main" val="3623409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0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7961A6-1262-5F89-CBFC-125421F9BB8C}"/>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a:xfrm>
            <a:off x="-43128" y="1"/>
            <a:ext cx="3307028" cy="6857999"/>
          </a:xfrm>
          <a:custGeom>
            <a:avLst/>
            <a:gdLst>
              <a:gd name="connsiteX0" fmla="*/ 0 w 3307028"/>
              <a:gd name="connsiteY0" fmla="*/ 0 h 6857999"/>
              <a:gd name="connsiteX1" fmla="*/ 3307028 w 3307028"/>
              <a:gd name="connsiteY1" fmla="*/ 0 h 6857999"/>
              <a:gd name="connsiteX2" fmla="*/ 3307028 w 3307028"/>
              <a:gd name="connsiteY2" fmla="*/ 6857999 h 6857999"/>
              <a:gd name="connsiteX3" fmla="*/ 0 w 330702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3307028" h="6857999">
                <a:moveTo>
                  <a:pt x="0" y="0"/>
                </a:moveTo>
                <a:lnTo>
                  <a:pt x="3307028" y="0"/>
                </a:lnTo>
                <a:lnTo>
                  <a:pt x="3307028" y="6857999"/>
                </a:lnTo>
                <a:lnTo>
                  <a:pt x="0" y="6857999"/>
                </a:lnTo>
                <a:close/>
              </a:path>
            </a:pathLst>
          </a:custGeom>
        </p:spPr>
      </p:pic>
      <p:pic>
        <p:nvPicPr>
          <p:cNvPr id="4" name="Picture 3">
            <a:extLst>
              <a:ext uri="{FF2B5EF4-FFF2-40B4-BE49-F238E27FC236}">
                <a16:creationId xmlns:a16="http://schemas.microsoft.com/office/drawing/2014/main" id="{B4FADC4F-775F-984A-FE19-93A6B0EB057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t="38"/>
          <a:stretch/>
        </p:blipFill>
        <p:spPr>
          <a:xfrm>
            <a:off x="3263900" y="0"/>
            <a:ext cx="8947442" cy="4253584"/>
          </a:xfrm>
          <a:prstGeom prst="rect">
            <a:avLst/>
          </a:prstGeom>
        </p:spPr>
      </p:pic>
      <p:cxnSp>
        <p:nvCxnSpPr>
          <p:cNvPr id="6" name="Straight Connector 6">
            <a:extLst>
              <a:ext uri="{FF2B5EF4-FFF2-40B4-BE49-F238E27FC236}">
                <a16:creationId xmlns:a16="http://schemas.microsoft.com/office/drawing/2014/main" id="{2CE63DF1-1D2F-67E4-3455-7FC11BE830B6}"/>
              </a:ext>
            </a:extLst>
          </p:cNvPr>
          <p:cNvCxnSpPr>
            <a:cxnSpLocks/>
          </p:cNvCxnSpPr>
          <p:nvPr userDrawn="1"/>
        </p:nvCxnSpPr>
        <p:spPr>
          <a:xfrm flipH="1">
            <a:off x="740306" y="4253585"/>
            <a:ext cx="252359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D1180717-95E8-4242-7740-4D2547B3941E}"/>
              </a:ext>
            </a:extLst>
          </p:cNvPr>
          <p:cNvSpPr>
            <a:spLocks noGrp="1"/>
          </p:cNvSpPr>
          <p:nvPr>
            <p:ph type="body" sz="quarter" idx="10" hasCustomPrompt="1"/>
          </p:nvPr>
        </p:nvSpPr>
        <p:spPr>
          <a:xfrm>
            <a:off x="3606800"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2" name="Text Placeholder 9">
            <a:extLst>
              <a:ext uri="{FF2B5EF4-FFF2-40B4-BE49-F238E27FC236}">
                <a16:creationId xmlns:a16="http://schemas.microsoft.com/office/drawing/2014/main" id="{E3503C8C-1296-D903-64F6-CF80F7D5CB38}"/>
              </a:ext>
            </a:extLst>
          </p:cNvPr>
          <p:cNvSpPr>
            <a:spLocks noGrp="1"/>
          </p:cNvSpPr>
          <p:nvPr>
            <p:ph type="body" sz="quarter" idx="11" hasCustomPrompt="1"/>
          </p:nvPr>
        </p:nvSpPr>
        <p:spPr>
          <a:xfrm>
            <a:off x="3606800"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5" name="Text Placeholder 14">
            <a:extLst>
              <a:ext uri="{FF2B5EF4-FFF2-40B4-BE49-F238E27FC236}">
                <a16:creationId xmlns:a16="http://schemas.microsoft.com/office/drawing/2014/main" id="{C1E08464-E82D-015D-80F9-208B4220B131}"/>
              </a:ext>
            </a:extLst>
          </p:cNvPr>
          <p:cNvSpPr>
            <a:spLocks noGrp="1"/>
          </p:cNvSpPr>
          <p:nvPr>
            <p:ph type="body" sz="quarter" idx="12" hasCustomPrompt="1"/>
          </p:nvPr>
        </p:nvSpPr>
        <p:spPr>
          <a:xfrm>
            <a:off x="3606799"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2" name="Picture 1">
            <a:extLst>
              <a:ext uri="{FF2B5EF4-FFF2-40B4-BE49-F238E27FC236}">
                <a16:creationId xmlns:a16="http://schemas.microsoft.com/office/drawing/2014/main" id="{B02DA5C7-D881-0B7C-D29D-E5003481FDF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9703" y="3315441"/>
            <a:ext cx="2090058" cy="760427"/>
          </a:xfrm>
          <a:prstGeom prst="rect">
            <a:avLst/>
          </a:prstGeom>
        </p:spPr>
      </p:pic>
    </p:spTree>
    <p:extLst>
      <p:ext uri="{BB962C8B-B14F-4D97-AF65-F5344CB8AC3E}">
        <p14:creationId xmlns:p14="http://schemas.microsoft.com/office/powerpoint/2010/main" val="3000605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0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717601-75DB-D444-AD70-88592F751A31}"/>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l="-587"/>
          <a:stretch/>
        </p:blipFill>
        <p:spPr>
          <a:xfrm>
            <a:off x="-19048" y="0"/>
            <a:ext cx="3263900" cy="6858000"/>
          </a:xfrm>
          <a:prstGeom prst="rect">
            <a:avLst/>
          </a:prstGeom>
        </p:spPr>
      </p:pic>
      <p:pic>
        <p:nvPicPr>
          <p:cNvPr id="7" name="Picture 6">
            <a:extLst>
              <a:ext uri="{FF2B5EF4-FFF2-40B4-BE49-F238E27FC236}">
                <a16:creationId xmlns:a16="http://schemas.microsoft.com/office/drawing/2014/main" id="{910E4C99-7E79-1384-E59D-B617365A978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3244852" y="0"/>
            <a:ext cx="8928100" cy="4253584"/>
          </a:xfrm>
          <a:prstGeom prst="rect">
            <a:avLst/>
          </a:prstGeom>
        </p:spPr>
      </p:pic>
      <p:cxnSp>
        <p:nvCxnSpPr>
          <p:cNvPr id="6" name="Straight Connector 6">
            <a:extLst>
              <a:ext uri="{FF2B5EF4-FFF2-40B4-BE49-F238E27FC236}">
                <a16:creationId xmlns:a16="http://schemas.microsoft.com/office/drawing/2014/main" id="{2CE63DF1-1D2F-67E4-3455-7FC11BE830B6}"/>
              </a:ext>
            </a:extLst>
          </p:cNvPr>
          <p:cNvCxnSpPr>
            <a:cxnSpLocks/>
          </p:cNvCxnSpPr>
          <p:nvPr userDrawn="1"/>
        </p:nvCxnSpPr>
        <p:spPr>
          <a:xfrm flipH="1">
            <a:off x="740306" y="4253585"/>
            <a:ext cx="252359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D1180717-95E8-4242-7740-4D2547B3941E}"/>
              </a:ext>
            </a:extLst>
          </p:cNvPr>
          <p:cNvSpPr>
            <a:spLocks noGrp="1"/>
          </p:cNvSpPr>
          <p:nvPr>
            <p:ph type="body" sz="quarter" idx="10" hasCustomPrompt="1"/>
          </p:nvPr>
        </p:nvSpPr>
        <p:spPr>
          <a:xfrm>
            <a:off x="3606800"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2" name="Text Placeholder 9">
            <a:extLst>
              <a:ext uri="{FF2B5EF4-FFF2-40B4-BE49-F238E27FC236}">
                <a16:creationId xmlns:a16="http://schemas.microsoft.com/office/drawing/2014/main" id="{E3503C8C-1296-D903-64F6-CF80F7D5CB38}"/>
              </a:ext>
            </a:extLst>
          </p:cNvPr>
          <p:cNvSpPr>
            <a:spLocks noGrp="1"/>
          </p:cNvSpPr>
          <p:nvPr>
            <p:ph type="body" sz="quarter" idx="11" hasCustomPrompt="1"/>
          </p:nvPr>
        </p:nvSpPr>
        <p:spPr>
          <a:xfrm>
            <a:off x="3606800"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5" name="Text Placeholder 14">
            <a:extLst>
              <a:ext uri="{FF2B5EF4-FFF2-40B4-BE49-F238E27FC236}">
                <a16:creationId xmlns:a16="http://schemas.microsoft.com/office/drawing/2014/main" id="{C1E08464-E82D-015D-80F9-208B4220B131}"/>
              </a:ext>
            </a:extLst>
          </p:cNvPr>
          <p:cNvSpPr>
            <a:spLocks noGrp="1"/>
          </p:cNvSpPr>
          <p:nvPr>
            <p:ph type="body" sz="quarter" idx="12" hasCustomPrompt="1"/>
          </p:nvPr>
        </p:nvSpPr>
        <p:spPr>
          <a:xfrm>
            <a:off x="3606799"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3" name="Picture 2">
            <a:extLst>
              <a:ext uri="{FF2B5EF4-FFF2-40B4-BE49-F238E27FC236}">
                <a16:creationId xmlns:a16="http://schemas.microsoft.com/office/drawing/2014/main" id="{41450072-8832-F326-44A9-97D8EA615E7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9703" y="3315441"/>
            <a:ext cx="2090058" cy="760427"/>
          </a:xfrm>
          <a:prstGeom prst="rect">
            <a:avLst/>
          </a:prstGeom>
        </p:spPr>
      </p:pic>
    </p:spTree>
    <p:extLst>
      <p:ext uri="{BB962C8B-B14F-4D97-AF65-F5344CB8AC3E}">
        <p14:creationId xmlns:p14="http://schemas.microsoft.com/office/powerpoint/2010/main" val="2031217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0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870811-1768-7E6F-7EBD-F99B32C24445}"/>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a:xfrm>
            <a:off x="-19048" y="-1"/>
            <a:ext cx="3263900" cy="6857997"/>
          </a:xfrm>
          <a:prstGeom prst="rect">
            <a:avLst/>
          </a:prstGeom>
        </p:spPr>
      </p:pic>
      <p:pic>
        <p:nvPicPr>
          <p:cNvPr id="4" name="Picture 3">
            <a:extLst>
              <a:ext uri="{FF2B5EF4-FFF2-40B4-BE49-F238E27FC236}">
                <a16:creationId xmlns:a16="http://schemas.microsoft.com/office/drawing/2014/main" id="{864D76C3-4798-98AA-AA49-EC7A999964A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t="212"/>
          <a:stretch/>
        </p:blipFill>
        <p:spPr>
          <a:xfrm>
            <a:off x="3244852" y="1"/>
            <a:ext cx="8947148" cy="4253584"/>
          </a:xfrm>
          <a:prstGeom prst="rect">
            <a:avLst/>
          </a:prstGeom>
        </p:spPr>
      </p:pic>
      <p:cxnSp>
        <p:nvCxnSpPr>
          <p:cNvPr id="6" name="Straight Connector 6">
            <a:extLst>
              <a:ext uri="{FF2B5EF4-FFF2-40B4-BE49-F238E27FC236}">
                <a16:creationId xmlns:a16="http://schemas.microsoft.com/office/drawing/2014/main" id="{2CE63DF1-1D2F-67E4-3455-7FC11BE830B6}"/>
              </a:ext>
            </a:extLst>
          </p:cNvPr>
          <p:cNvCxnSpPr>
            <a:cxnSpLocks/>
          </p:cNvCxnSpPr>
          <p:nvPr userDrawn="1"/>
        </p:nvCxnSpPr>
        <p:spPr>
          <a:xfrm flipH="1">
            <a:off x="740306" y="4253585"/>
            <a:ext cx="252359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D1180717-95E8-4242-7740-4D2547B3941E}"/>
              </a:ext>
            </a:extLst>
          </p:cNvPr>
          <p:cNvSpPr>
            <a:spLocks noGrp="1"/>
          </p:cNvSpPr>
          <p:nvPr>
            <p:ph type="body" sz="quarter" idx="10" hasCustomPrompt="1"/>
          </p:nvPr>
        </p:nvSpPr>
        <p:spPr>
          <a:xfrm>
            <a:off x="3606800"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2" name="Text Placeholder 9">
            <a:extLst>
              <a:ext uri="{FF2B5EF4-FFF2-40B4-BE49-F238E27FC236}">
                <a16:creationId xmlns:a16="http://schemas.microsoft.com/office/drawing/2014/main" id="{E3503C8C-1296-D903-64F6-CF80F7D5CB38}"/>
              </a:ext>
            </a:extLst>
          </p:cNvPr>
          <p:cNvSpPr>
            <a:spLocks noGrp="1"/>
          </p:cNvSpPr>
          <p:nvPr>
            <p:ph type="body" sz="quarter" idx="11" hasCustomPrompt="1"/>
          </p:nvPr>
        </p:nvSpPr>
        <p:spPr>
          <a:xfrm>
            <a:off x="3606800"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5" name="Text Placeholder 14">
            <a:extLst>
              <a:ext uri="{FF2B5EF4-FFF2-40B4-BE49-F238E27FC236}">
                <a16:creationId xmlns:a16="http://schemas.microsoft.com/office/drawing/2014/main" id="{C1E08464-E82D-015D-80F9-208B4220B131}"/>
              </a:ext>
            </a:extLst>
          </p:cNvPr>
          <p:cNvSpPr>
            <a:spLocks noGrp="1"/>
          </p:cNvSpPr>
          <p:nvPr>
            <p:ph type="body" sz="quarter" idx="12" hasCustomPrompt="1"/>
          </p:nvPr>
        </p:nvSpPr>
        <p:spPr>
          <a:xfrm>
            <a:off x="3606799"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2" name="Picture 1">
            <a:extLst>
              <a:ext uri="{FF2B5EF4-FFF2-40B4-BE49-F238E27FC236}">
                <a16:creationId xmlns:a16="http://schemas.microsoft.com/office/drawing/2014/main" id="{D89636F9-7B45-C1B0-57CA-C341B6E9323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9703" y="3315441"/>
            <a:ext cx="2090058" cy="760427"/>
          </a:xfrm>
          <a:prstGeom prst="rect">
            <a:avLst/>
          </a:prstGeom>
        </p:spPr>
      </p:pic>
    </p:spTree>
    <p:extLst>
      <p:ext uri="{BB962C8B-B14F-4D97-AF65-F5344CB8AC3E}">
        <p14:creationId xmlns:p14="http://schemas.microsoft.com/office/powerpoint/2010/main" val="1744313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04">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F5C4334-D4F3-6A79-BDF6-95F3E1A20637}"/>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a:xfrm>
            <a:off x="-19048" y="0"/>
            <a:ext cx="3282948" cy="6858000"/>
          </a:xfrm>
          <a:prstGeom prst="rect">
            <a:avLst/>
          </a:prstGeom>
        </p:spPr>
      </p:pic>
      <p:pic>
        <p:nvPicPr>
          <p:cNvPr id="7" name="Picture 6">
            <a:extLst>
              <a:ext uri="{FF2B5EF4-FFF2-40B4-BE49-F238E27FC236}">
                <a16:creationId xmlns:a16="http://schemas.microsoft.com/office/drawing/2014/main" id="{201F9491-C989-A7E6-2C1F-EAB5D6D87D3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107"/>
          <a:stretch/>
        </p:blipFill>
        <p:spPr>
          <a:xfrm>
            <a:off x="3263900" y="1"/>
            <a:ext cx="8928100" cy="4253584"/>
          </a:xfrm>
          <a:prstGeom prst="rect">
            <a:avLst/>
          </a:prstGeom>
        </p:spPr>
      </p:pic>
      <p:cxnSp>
        <p:nvCxnSpPr>
          <p:cNvPr id="6" name="Straight Connector 6">
            <a:extLst>
              <a:ext uri="{FF2B5EF4-FFF2-40B4-BE49-F238E27FC236}">
                <a16:creationId xmlns:a16="http://schemas.microsoft.com/office/drawing/2014/main" id="{2CE63DF1-1D2F-67E4-3455-7FC11BE830B6}"/>
              </a:ext>
            </a:extLst>
          </p:cNvPr>
          <p:cNvCxnSpPr>
            <a:cxnSpLocks/>
          </p:cNvCxnSpPr>
          <p:nvPr userDrawn="1"/>
        </p:nvCxnSpPr>
        <p:spPr>
          <a:xfrm flipH="1">
            <a:off x="740306" y="4253585"/>
            <a:ext cx="252359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D1180717-95E8-4242-7740-4D2547B3941E}"/>
              </a:ext>
            </a:extLst>
          </p:cNvPr>
          <p:cNvSpPr>
            <a:spLocks noGrp="1"/>
          </p:cNvSpPr>
          <p:nvPr>
            <p:ph type="body" sz="quarter" idx="10" hasCustomPrompt="1"/>
          </p:nvPr>
        </p:nvSpPr>
        <p:spPr>
          <a:xfrm>
            <a:off x="3606800"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2" name="Text Placeholder 9">
            <a:extLst>
              <a:ext uri="{FF2B5EF4-FFF2-40B4-BE49-F238E27FC236}">
                <a16:creationId xmlns:a16="http://schemas.microsoft.com/office/drawing/2014/main" id="{E3503C8C-1296-D903-64F6-CF80F7D5CB38}"/>
              </a:ext>
            </a:extLst>
          </p:cNvPr>
          <p:cNvSpPr>
            <a:spLocks noGrp="1"/>
          </p:cNvSpPr>
          <p:nvPr>
            <p:ph type="body" sz="quarter" idx="11" hasCustomPrompt="1"/>
          </p:nvPr>
        </p:nvSpPr>
        <p:spPr>
          <a:xfrm>
            <a:off x="3606800"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5" name="Text Placeholder 14">
            <a:extLst>
              <a:ext uri="{FF2B5EF4-FFF2-40B4-BE49-F238E27FC236}">
                <a16:creationId xmlns:a16="http://schemas.microsoft.com/office/drawing/2014/main" id="{C1E08464-E82D-015D-80F9-208B4220B131}"/>
              </a:ext>
            </a:extLst>
          </p:cNvPr>
          <p:cNvSpPr>
            <a:spLocks noGrp="1"/>
          </p:cNvSpPr>
          <p:nvPr>
            <p:ph type="body" sz="quarter" idx="12" hasCustomPrompt="1"/>
          </p:nvPr>
        </p:nvSpPr>
        <p:spPr>
          <a:xfrm>
            <a:off x="3606799"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3" name="Picture 2">
            <a:extLst>
              <a:ext uri="{FF2B5EF4-FFF2-40B4-BE49-F238E27FC236}">
                <a16:creationId xmlns:a16="http://schemas.microsoft.com/office/drawing/2014/main" id="{93A451A5-3AF4-C026-3ED3-053DB8150B0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9703" y="3315441"/>
            <a:ext cx="2090058" cy="760427"/>
          </a:xfrm>
          <a:prstGeom prst="rect">
            <a:avLst/>
          </a:prstGeom>
        </p:spPr>
      </p:pic>
    </p:spTree>
    <p:extLst>
      <p:ext uri="{BB962C8B-B14F-4D97-AF65-F5344CB8AC3E}">
        <p14:creationId xmlns:p14="http://schemas.microsoft.com/office/powerpoint/2010/main" val="2549041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05">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F92125-2B89-2D6B-05ED-2CD46483C458}"/>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a:xfrm>
            <a:off x="-19048" y="2"/>
            <a:ext cx="3282948" cy="6857996"/>
          </a:xfrm>
          <a:prstGeom prst="rect">
            <a:avLst/>
          </a:prstGeom>
        </p:spPr>
      </p:pic>
      <p:pic>
        <p:nvPicPr>
          <p:cNvPr id="4" name="Picture 3">
            <a:extLst>
              <a:ext uri="{FF2B5EF4-FFF2-40B4-BE49-F238E27FC236}">
                <a16:creationId xmlns:a16="http://schemas.microsoft.com/office/drawing/2014/main" id="{5D2931ED-241F-A8DA-C81C-E6DD144AE30D}"/>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263900" y="0"/>
            <a:ext cx="8928100" cy="4253584"/>
          </a:xfrm>
          <a:prstGeom prst="rect">
            <a:avLst/>
          </a:prstGeom>
        </p:spPr>
      </p:pic>
      <p:cxnSp>
        <p:nvCxnSpPr>
          <p:cNvPr id="6" name="Straight Connector 6">
            <a:extLst>
              <a:ext uri="{FF2B5EF4-FFF2-40B4-BE49-F238E27FC236}">
                <a16:creationId xmlns:a16="http://schemas.microsoft.com/office/drawing/2014/main" id="{2CE63DF1-1D2F-67E4-3455-7FC11BE830B6}"/>
              </a:ext>
            </a:extLst>
          </p:cNvPr>
          <p:cNvCxnSpPr>
            <a:cxnSpLocks/>
          </p:cNvCxnSpPr>
          <p:nvPr userDrawn="1"/>
        </p:nvCxnSpPr>
        <p:spPr>
          <a:xfrm flipH="1">
            <a:off x="740306" y="4253585"/>
            <a:ext cx="252359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D1180717-95E8-4242-7740-4D2547B3941E}"/>
              </a:ext>
            </a:extLst>
          </p:cNvPr>
          <p:cNvSpPr>
            <a:spLocks noGrp="1"/>
          </p:cNvSpPr>
          <p:nvPr>
            <p:ph type="body" sz="quarter" idx="10" hasCustomPrompt="1"/>
          </p:nvPr>
        </p:nvSpPr>
        <p:spPr>
          <a:xfrm>
            <a:off x="3606800"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2" name="Text Placeholder 9">
            <a:extLst>
              <a:ext uri="{FF2B5EF4-FFF2-40B4-BE49-F238E27FC236}">
                <a16:creationId xmlns:a16="http://schemas.microsoft.com/office/drawing/2014/main" id="{E3503C8C-1296-D903-64F6-CF80F7D5CB38}"/>
              </a:ext>
            </a:extLst>
          </p:cNvPr>
          <p:cNvSpPr>
            <a:spLocks noGrp="1"/>
          </p:cNvSpPr>
          <p:nvPr>
            <p:ph type="body" sz="quarter" idx="11" hasCustomPrompt="1"/>
          </p:nvPr>
        </p:nvSpPr>
        <p:spPr>
          <a:xfrm>
            <a:off x="3606800"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5" name="Text Placeholder 14">
            <a:extLst>
              <a:ext uri="{FF2B5EF4-FFF2-40B4-BE49-F238E27FC236}">
                <a16:creationId xmlns:a16="http://schemas.microsoft.com/office/drawing/2014/main" id="{C1E08464-E82D-015D-80F9-208B4220B131}"/>
              </a:ext>
            </a:extLst>
          </p:cNvPr>
          <p:cNvSpPr>
            <a:spLocks noGrp="1"/>
          </p:cNvSpPr>
          <p:nvPr>
            <p:ph type="body" sz="quarter" idx="12" hasCustomPrompt="1"/>
          </p:nvPr>
        </p:nvSpPr>
        <p:spPr>
          <a:xfrm>
            <a:off x="3606799"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2" name="Picture 1">
            <a:extLst>
              <a:ext uri="{FF2B5EF4-FFF2-40B4-BE49-F238E27FC236}">
                <a16:creationId xmlns:a16="http://schemas.microsoft.com/office/drawing/2014/main" id="{5C5A257C-0BA8-9A27-885E-36CEE489A9C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9703" y="3315441"/>
            <a:ext cx="2090058" cy="760427"/>
          </a:xfrm>
          <a:prstGeom prst="rect">
            <a:avLst/>
          </a:prstGeom>
        </p:spPr>
      </p:pic>
    </p:spTree>
    <p:extLst>
      <p:ext uri="{BB962C8B-B14F-4D97-AF65-F5344CB8AC3E}">
        <p14:creationId xmlns:p14="http://schemas.microsoft.com/office/powerpoint/2010/main" val="2123885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06">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B978B1-61C1-0E7A-BC45-6363BBFDA4CC}"/>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a:xfrm>
            <a:off x="-1" y="4239087"/>
            <a:ext cx="12191999" cy="2618913"/>
          </a:xfrm>
          <a:prstGeom prst="rect">
            <a:avLst/>
          </a:prstGeom>
        </p:spPr>
      </p:pic>
      <p:cxnSp>
        <p:nvCxnSpPr>
          <p:cNvPr id="9" name="Straight Connector 6">
            <a:extLst>
              <a:ext uri="{FF2B5EF4-FFF2-40B4-BE49-F238E27FC236}">
                <a16:creationId xmlns:a16="http://schemas.microsoft.com/office/drawing/2014/main" id="{8D5C2402-EE99-0FFD-F478-526E5315F745}"/>
              </a:ext>
            </a:extLst>
          </p:cNvPr>
          <p:cNvCxnSpPr>
            <a:cxnSpLocks/>
          </p:cNvCxnSpPr>
          <p:nvPr userDrawn="1"/>
        </p:nvCxnSpPr>
        <p:spPr>
          <a:xfrm>
            <a:off x="930435" y="4253582"/>
            <a:ext cx="0" cy="20370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0D2E1B4-1F6F-C6BF-51F8-9AD37C2E861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12191999" cy="4239087"/>
          </a:xfrm>
          <a:prstGeom prst="rect">
            <a:avLst/>
          </a:prstGeom>
        </p:spPr>
      </p:pic>
      <p:sp>
        <p:nvSpPr>
          <p:cNvPr id="14" name="Text Placeholder 9">
            <a:extLst>
              <a:ext uri="{FF2B5EF4-FFF2-40B4-BE49-F238E27FC236}">
                <a16:creationId xmlns:a16="http://schemas.microsoft.com/office/drawing/2014/main" id="{C158D123-24E2-4EEB-F7D2-A2ADF8276BAF}"/>
              </a:ext>
            </a:extLst>
          </p:cNvPr>
          <p:cNvSpPr>
            <a:spLocks noGrp="1"/>
          </p:cNvSpPr>
          <p:nvPr>
            <p:ph type="body" sz="quarter" idx="10" hasCustomPrompt="1"/>
          </p:nvPr>
        </p:nvSpPr>
        <p:spPr>
          <a:xfrm>
            <a:off x="1323975"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6" name="Text Placeholder 9">
            <a:extLst>
              <a:ext uri="{FF2B5EF4-FFF2-40B4-BE49-F238E27FC236}">
                <a16:creationId xmlns:a16="http://schemas.microsoft.com/office/drawing/2014/main" id="{6D7A2E9B-516D-5883-6F1B-22D8D746930B}"/>
              </a:ext>
            </a:extLst>
          </p:cNvPr>
          <p:cNvSpPr>
            <a:spLocks noGrp="1"/>
          </p:cNvSpPr>
          <p:nvPr>
            <p:ph type="body" sz="quarter" idx="11" hasCustomPrompt="1"/>
          </p:nvPr>
        </p:nvSpPr>
        <p:spPr>
          <a:xfrm>
            <a:off x="1323975"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7" name="Text Placeholder 14">
            <a:extLst>
              <a:ext uri="{FF2B5EF4-FFF2-40B4-BE49-F238E27FC236}">
                <a16:creationId xmlns:a16="http://schemas.microsoft.com/office/drawing/2014/main" id="{03590577-25DC-90A6-B218-C016F885ED26}"/>
              </a:ext>
            </a:extLst>
          </p:cNvPr>
          <p:cNvSpPr>
            <a:spLocks noGrp="1"/>
          </p:cNvSpPr>
          <p:nvPr>
            <p:ph type="body" sz="quarter" idx="12" hasCustomPrompt="1"/>
          </p:nvPr>
        </p:nvSpPr>
        <p:spPr>
          <a:xfrm>
            <a:off x="1323975"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3" name="Picture 2">
            <a:extLst>
              <a:ext uri="{FF2B5EF4-FFF2-40B4-BE49-F238E27FC236}">
                <a16:creationId xmlns:a16="http://schemas.microsoft.com/office/drawing/2014/main" id="{301A1944-51C2-E9E8-A00E-38AB3575AF09}"/>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13434" y="5530181"/>
            <a:ext cx="2090058" cy="760427"/>
          </a:xfrm>
          <a:prstGeom prst="rect">
            <a:avLst/>
          </a:prstGeom>
        </p:spPr>
      </p:pic>
    </p:spTree>
    <p:extLst>
      <p:ext uri="{BB962C8B-B14F-4D97-AF65-F5344CB8AC3E}">
        <p14:creationId xmlns:p14="http://schemas.microsoft.com/office/powerpoint/2010/main" val="3696284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0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FD3708-C3A3-A639-96AE-15468AEBEDD6}"/>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b="-3"/>
          <a:stretch/>
        </p:blipFill>
        <p:spPr>
          <a:xfrm>
            <a:off x="0" y="4253582"/>
            <a:ext cx="12192001" cy="2604418"/>
          </a:xfrm>
          <a:prstGeom prst="rect">
            <a:avLst/>
          </a:prstGeom>
        </p:spPr>
      </p:pic>
      <p:pic>
        <p:nvPicPr>
          <p:cNvPr id="4" name="Picture 3">
            <a:extLst>
              <a:ext uri="{FF2B5EF4-FFF2-40B4-BE49-F238E27FC236}">
                <a16:creationId xmlns:a16="http://schemas.microsoft.com/office/drawing/2014/main" id="{F7D7EBCC-E995-C5E6-9A85-43AF07EDFC8B}"/>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13446" y="0"/>
            <a:ext cx="12178554" cy="4253582"/>
          </a:xfrm>
          <a:prstGeom prst="rect">
            <a:avLst/>
          </a:prstGeom>
        </p:spPr>
      </p:pic>
      <p:cxnSp>
        <p:nvCxnSpPr>
          <p:cNvPr id="9" name="Straight Connector 6">
            <a:extLst>
              <a:ext uri="{FF2B5EF4-FFF2-40B4-BE49-F238E27FC236}">
                <a16:creationId xmlns:a16="http://schemas.microsoft.com/office/drawing/2014/main" id="{8D5C2402-EE99-0FFD-F478-526E5315F745}"/>
              </a:ext>
            </a:extLst>
          </p:cNvPr>
          <p:cNvCxnSpPr>
            <a:cxnSpLocks/>
          </p:cNvCxnSpPr>
          <p:nvPr userDrawn="1"/>
        </p:nvCxnSpPr>
        <p:spPr>
          <a:xfrm>
            <a:off x="930435" y="4253582"/>
            <a:ext cx="0" cy="20370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158D123-24E2-4EEB-F7D2-A2ADF8276BAF}"/>
              </a:ext>
            </a:extLst>
          </p:cNvPr>
          <p:cNvSpPr>
            <a:spLocks noGrp="1"/>
          </p:cNvSpPr>
          <p:nvPr>
            <p:ph type="body" sz="quarter" idx="10" hasCustomPrompt="1"/>
          </p:nvPr>
        </p:nvSpPr>
        <p:spPr>
          <a:xfrm>
            <a:off x="1323975"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6" name="Text Placeholder 9">
            <a:extLst>
              <a:ext uri="{FF2B5EF4-FFF2-40B4-BE49-F238E27FC236}">
                <a16:creationId xmlns:a16="http://schemas.microsoft.com/office/drawing/2014/main" id="{6D7A2E9B-516D-5883-6F1B-22D8D746930B}"/>
              </a:ext>
            </a:extLst>
          </p:cNvPr>
          <p:cNvSpPr>
            <a:spLocks noGrp="1"/>
          </p:cNvSpPr>
          <p:nvPr>
            <p:ph type="body" sz="quarter" idx="11" hasCustomPrompt="1"/>
          </p:nvPr>
        </p:nvSpPr>
        <p:spPr>
          <a:xfrm>
            <a:off x="1323975"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7" name="Text Placeholder 14">
            <a:extLst>
              <a:ext uri="{FF2B5EF4-FFF2-40B4-BE49-F238E27FC236}">
                <a16:creationId xmlns:a16="http://schemas.microsoft.com/office/drawing/2014/main" id="{03590577-25DC-90A6-B218-C016F885ED26}"/>
              </a:ext>
            </a:extLst>
          </p:cNvPr>
          <p:cNvSpPr>
            <a:spLocks noGrp="1"/>
          </p:cNvSpPr>
          <p:nvPr>
            <p:ph type="body" sz="quarter" idx="12" hasCustomPrompt="1"/>
          </p:nvPr>
        </p:nvSpPr>
        <p:spPr>
          <a:xfrm>
            <a:off x="1323975"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2" name="Picture 1">
            <a:extLst>
              <a:ext uri="{FF2B5EF4-FFF2-40B4-BE49-F238E27FC236}">
                <a16:creationId xmlns:a16="http://schemas.microsoft.com/office/drawing/2014/main" id="{DC91D40E-03E8-45D4-D975-63E7B9B19D7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13434" y="5530181"/>
            <a:ext cx="2090058" cy="760427"/>
          </a:xfrm>
          <a:prstGeom prst="rect">
            <a:avLst/>
          </a:prstGeom>
        </p:spPr>
      </p:pic>
    </p:spTree>
    <p:extLst>
      <p:ext uri="{BB962C8B-B14F-4D97-AF65-F5344CB8AC3E}">
        <p14:creationId xmlns:p14="http://schemas.microsoft.com/office/powerpoint/2010/main" val="747356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08">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8786E5-D2E8-A6FC-3834-253AE8894001}"/>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a:xfrm>
            <a:off x="-1" y="4239086"/>
            <a:ext cx="12192001" cy="2618913"/>
          </a:xfrm>
          <a:prstGeom prst="rect">
            <a:avLst/>
          </a:prstGeom>
        </p:spPr>
      </p:pic>
      <p:pic>
        <p:nvPicPr>
          <p:cNvPr id="5" name="Picture 4">
            <a:extLst>
              <a:ext uri="{FF2B5EF4-FFF2-40B4-BE49-F238E27FC236}">
                <a16:creationId xmlns:a16="http://schemas.microsoft.com/office/drawing/2014/main" id="{6ED51A76-BB53-BCBC-7CA0-4D39A016ED5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12192001" cy="4239087"/>
          </a:xfrm>
          <a:prstGeom prst="rect">
            <a:avLst/>
          </a:prstGeom>
        </p:spPr>
      </p:pic>
      <p:cxnSp>
        <p:nvCxnSpPr>
          <p:cNvPr id="9" name="Straight Connector 6">
            <a:extLst>
              <a:ext uri="{FF2B5EF4-FFF2-40B4-BE49-F238E27FC236}">
                <a16:creationId xmlns:a16="http://schemas.microsoft.com/office/drawing/2014/main" id="{8D5C2402-EE99-0FFD-F478-526E5315F745}"/>
              </a:ext>
            </a:extLst>
          </p:cNvPr>
          <p:cNvCxnSpPr>
            <a:cxnSpLocks/>
          </p:cNvCxnSpPr>
          <p:nvPr userDrawn="1"/>
        </p:nvCxnSpPr>
        <p:spPr>
          <a:xfrm>
            <a:off x="930435" y="4253582"/>
            <a:ext cx="0" cy="20370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158D123-24E2-4EEB-F7D2-A2ADF8276BAF}"/>
              </a:ext>
            </a:extLst>
          </p:cNvPr>
          <p:cNvSpPr>
            <a:spLocks noGrp="1"/>
          </p:cNvSpPr>
          <p:nvPr>
            <p:ph type="body" sz="quarter" idx="10" hasCustomPrompt="1"/>
          </p:nvPr>
        </p:nvSpPr>
        <p:spPr>
          <a:xfrm>
            <a:off x="1323975"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6" name="Text Placeholder 9">
            <a:extLst>
              <a:ext uri="{FF2B5EF4-FFF2-40B4-BE49-F238E27FC236}">
                <a16:creationId xmlns:a16="http://schemas.microsoft.com/office/drawing/2014/main" id="{6D7A2E9B-516D-5883-6F1B-22D8D746930B}"/>
              </a:ext>
            </a:extLst>
          </p:cNvPr>
          <p:cNvSpPr>
            <a:spLocks noGrp="1"/>
          </p:cNvSpPr>
          <p:nvPr>
            <p:ph type="body" sz="quarter" idx="11" hasCustomPrompt="1"/>
          </p:nvPr>
        </p:nvSpPr>
        <p:spPr>
          <a:xfrm>
            <a:off x="1323975"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7" name="Text Placeholder 14">
            <a:extLst>
              <a:ext uri="{FF2B5EF4-FFF2-40B4-BE49-F238E27FC236}">
                <a16:creationId xmlns:a16="http://schemas.microsoft.com/office/drawing/2014/main" id="{03590577-25DC-90A6-B218-C016F885ED26}"/>
              </a:ext>
            </a:extLst>
          </p:cNvPr>
          <p:cNvSpPr>
            <a:spLocks noGrp="1"/>
          </p:cNvSpPr>
          <p:nvPr>
            <p:ph type="body" sz="quarter" idx="12" hasCustomPrompt="1"/>
          </p:nvPr>
        </p:nvSpPr>
        <p:spPr>
          <a:xfrm>
            <a:off x="1323975"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3" name="Picture 2">
            <a:extLst>
              <a:ext uri="{FF2B5EF4-FFF2-40B4-BE49-F238E27FC236}">
                <a16:creationId xmlns:a16="http://schemas.microsoft.com/office/drawing/2014/main" id="{50054D5B-E732-122B-D892-A7B85C4045E4}"/>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13434" y="5530181"/>
            <a:ext cx="2090058" cy="760427"/>
          </a:xfrm>
          <a:prstGeom prst="rect">
            <a:avLst/>
          </a:prstGeom>
        </p:spPr>
      </p:pic>
    </p:spTree>
    <p:extLst>
      <p:ext uri="{BB962C8B-B14F-4D97-AF65-F5344CB8AC3E}">
        <p14:creationId xmlns:p14="http://schemas.microsoft.com/office/powerpoint/2010/main" val="48678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0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629097-DBCD-C30E-191C-A118D159C3B3}"/>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a:xfrm>
            <a:off x="-1" y="4253582"/>
            <a:ext cx="12192001" cy="2604418"/>
          </a:xfrm>
          <a:prstGeom prst="rect">
            <a:avLst/>
          </a:prstGeom>
        </p:spPr>
      </p:pic>
      <p:pic>
        <p:nvPicPr>
          <p:cNvPr id="4" name="Picture 3">
            <a:extLst>
              <a:ext uri="{FF2B5EF4-FFF2-40B4-BE49-F238E27FC236}">
                <a16:creationId xmlns:a16="http://schemas.microsoft.com/office/drawing/2014/main" id="{995714D1-B447-9F54-710C-700BFEB2988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12192001" cy="4253582"/>
          </a:xfrm>
          <a:prstGeom prst="rect">
            <a:avLst/>
          </a:prstGeom>
        </p:spPr>
      </p:pic>
      <p:cxnSp>
        <p:nvCxnSpPr>
          <p:cNvPr id="9" name="Straight Connector 6">
            <a:extLst>
              <a:ext uri="{FF2B5EF4-FFF2-40B4-BE49-F238E27FC236}">
                <a16:creationId xmlns:a16="http://schemas.microsoft.com/office/drawing/2014/main" id="{8D5C2402-EE99-0FFD-F478-526E5315F745}"/>
              </a:ext>
            </a:extLst>
          </p:cNvPr>
          <p:cNvCxnSpPr>
            <a:cxnSpLocks/>
          </p:cNvCxnSpPr>
          <p:nvPr userDrawn="1"/>
        </p:nvCxnSpPr>
        <p:spPr>
          <a:xfrm>
            <a:off x="930435" y="4253582"/>
            <a:ext cx="0" cy="20370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158D123-24E2-4EEB-F7D2-A2ADF8276BAF}"/>
              </a:ext>
            </a:extLst>
          </p:cNvPr>
          <p:cNvSpPr>
            <a:spLocks noGrp="1"/>
          </p:cNvSpPr>
          <p:nvPr>
            <p:ph type="body" sz="quarter" idx="10" hasCustomPrompt="1"/>
          </p:nvPr>
        </p:nvSpPr>
        <p:spPr>
          <a:xfrm>
            <a:off x="1323975"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6" name="Text Placeholder 9">
            <a:extLst>
              <a:ext uri="{FF2B5EF4-FFF2-40B4-BE49-F238E27FC236}">
                <a16:creationId xmlns:a16="http://schemas.microsoft.com/office/drawing/2014/main" id="{6D7A2E9B-516D-5883-6F1B-22D8D746930B}"/>
              </a:ext>
            </a:extLst>
          </p:cNvPr>
          <p:cNvSpPr>
            <a:spLocks noGrp="1"/>
          </p:cNvSpPr>
          <p:nvPr>
            <p:ph type="body" sz="quarter" idx="11" hasCustomPrompt="1"/>
          </p:nvPr>
        </p:nvSpPr>
        <p:spPr>
          <a:xfrm>
            <a:off x="1323975"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7" name="Text Placeholder 14">
            <a:extLst>
              <a:ext uri="{FF2B5EF4-FFF2-40B4-BE49-F238E27FC236}">
                <a16:creationId xmlns:a16="http://schemas.microsoft.com/office/drawing/2014/main" id="{03590577-25DC-90A6-B218-C016F885ED26}"/>
              </a:ext>
            </a:extLst>
          </p:cNvPr>
          <p:cNvSpPr>
            <a:spLocks noGrp="1"/>
          </p:cNvSpPr>
          <p:nvPr>
            <p:ph type="body" sz="quarter" idx="12" hasCustomPrompt="1"/>
          </p:nvPr>
        </p:nvSpPr>
        <p:spPr>
          <a:xfrm>
            <a:off x="1323975"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2" name="Picture 1">
            <a:extLst>
              <a:ext uri="{FF2B5EF4-FFF2-40B4-BE49-F238E27FC236}">
                <a16:creationId xmlns:a16="http://schemas.microsoft.com/office/drawing/2014/main" id="{2BCE826F-FEC5-5A11-D1CE-B84ADFD88CC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13434" y="5530181"/>
            <a:ext cx="2090058" cy="760427"/>
          </a:xfrm>
          <a:prstGeom prst="rect">
            <a:avLst/>
          </a:prstGeom>
        </p:spPr>
      </p:pic>
    </p:spTree>
    <p:extLst>
      <p:ext uri="{BB962C8B-B14F-4D97-AF65-F5344CB8AC3E}">
        <p14:creationId xmlns:p14="http://schemas.microsoft.com/office/powerpoint/2010/main" val="2612872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10">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A47434-8253-5CEA-93AC-73BA346008F5}"/>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t="62024"/>
          <a:stretch/>
        </p:blipFill>
        <p:spPr>
          <a:xfrm>
            <a:off x="-1" y="4253582"/>
            <a:ext cx="12192001" cy="2604418"/>
          </a:xfrm>
          <a:prstGeom prst="rect">
            <a:avLst/>
          </a:prstGeom>
        </p:spPr>
      </p:pic>
      <p:pic>
        <p:nvPicPr>
          <p:cNvPr id="5" name="Picture 4">
            <a:extLst>
              <a:ext uri="{FF2B5EF4-FFF2-40B4-BE49-F238E27FC236}">
                <a16:creationId xmlns:a16="http://schemas.microsoft.com/office/drawing/2014/main" id="{AEA98092-0F71-6272-9A71-361714429EFB}"/>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12192000" cy="4241224"/>
          </a:xfrm>
          <a:prstGeom prst="rect">
            <a:avLst/>
          </a:prstGeom>
        </p:spPr>
      </p:pic>
      <p:cxnSp>
        <p:nvCxnSpPr>
          <p:cNvPr id="9" name="Straight Connector 6">
            <a:extLst>
              <a:ext uri="{FF2B5EF4-FFF2-40B4-BE49-F238E27FC236}">
                <a16:creationId xmlns:a16="http://schemas.microsoft.com/office/drawing/2014/main" id="{8D5C2402-EE99-0FFD-F478-526E5315F745}"/>
              </a:ext>
            </a:extLst>
          </p:cNvPr>
          <p:cNvCxnSpPr>
            <a:cxnSpLocks/>
          </p:cNvCxnSpPr>
          <p:nvPr userDrawn="1"/>
        </p:nvCxnSpPr>
        <p:spPr>
          <a:xfrm>
            <a:off x="930435" y="4253582"/>
            <a:ext cx="0" cy="20370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158D123-24E2-4EEB-F7D2-A2ADF8276BAF}"/>
              </a:ext>
            </a:extLst>
          </p:cNvPr>
          <p:cNvSpPr>
            <a:spLocks noGrp="1"/>
          </p:cNvSpPr>
          <p:nvPr>
            <p:ph type="body" sz="quarter" idx="10" hasCustomPrompt="1"/>
          </p:nvPr>
        </p:nvSpPr>
        <p:spPr>
          <a:xfrm>
            <a:off x="1323975"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6" name="Text Placeholder 9">
            <a:extLst>
              <a:ext uri="{FF2B5EF4-FFF2-40B4-BE49-F238E27FC236}">
                <a16:creationId xmlns:a16="http://schemas.microsoft.com/office/drawing/2014/main" id="{6D7A2E9B-516D-5883-6F1B-22D8D746930B}"/>
              </a:ext>
            </a:extLst>
          </p:cNvPr>
          <p:cNvSpPr>
            <a:spLocks noGrp="1"/>
          </p:cNvSpPr>
          <p:nvPr>
            <p:ph type="body" sz="quarter" idx="11" hasCustomPrompt="1"/>
          </p:nvPr>
        </p:nvSpPr>
        <p:spPr>
          <a:xfrm>
            <a:off x="1323975"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7" name="Text Placeholder 14">
            <a:extLst>
              <a:ext uri="{FF2B5EF4-FFF2-40B4-BE49-F238E27FC236}">
                <a16:creationId xmlns:a16="http://schemas.microsoft.com/office/drawing/2014/main" id="{03590577-25DC-90A6-B218-C016F885ED26}"/>
              </a:ext>
            </a:extLst>
          </p:cNvPr>
          <p:cNvSpPr>
            <a:spLocks noGrp="1"/>
          </p:cNvSpPr>
          <p:nvPr>
            <p:ph type="body" sz="quarter" idx="12" hasCustomPrompt="1"/>
          </p:nvPr>
        </p:nvSpPr>
        <p:spPr>
          <a:xfrm>
            <a:off x="1323975"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3" name="Picture 2">
            <a:extLst>
              <a:ext uri="{FF2B5EF4-FFF2-40B4-BE49-F238E27FC236}">
                <a16:creationId xmlns:a16="http://schemas.microsoft.com/office/drawing/2014/main" id="{635B97CD-EFEE-99BF-AAB1-BE4999FEBCA9}"/>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13434" y="5530181"/>
            <a:ext cx="2090058" cy="760427"/>
          </a:xfrm>
          <a:prstGeom prst="rect">
            <a:avLst/>
          </a:prstGeom>
        </p:spPr>
      </p:pic>
    </p:spTree>
    <p:extLst>
      <p:ext uri="{BB962C8B-B14F-4D97-AF65-F5344CB8AC3E}">
        <p14:creationId xmlns:p14="http://schemas.microsoft.com/office/powerpoint/2010/main" val="4269939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1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CFD7D0-BD0A-0EDA-FB7C-00E8258ACEA2}"/>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t="63750" b="4194"/>
          <a:stretch/>
        </p:blipFill>
        <p:spPr>
          <a:xfrm>
            <a:off x="0" y="4253581"/>
            <a:ext cx="12192000" cy="2604418"/>
          </a:xfrm>
          <a:prstGeom prst="rect">
            <a:avLst/>
          </a:prstGeom>
        </p:spPr>
      </p:pic>
      <p:pic>
        <p:nvPicPr>
          <p:cNvPr id="4" name="Picture 3">
            <a:extLst>
              <a:ext uri="{FF2B5EF4-FFF2-40B4-BE49-F238E27FC236}">
                <a16:creationId xmlns:a16="http://schemas.microsoft.com/office/drawing/2014/main" id="{3DFEB6A3-53AE-1E3B-7C63-2AB3ACDE1850}"/>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1"/>
            <a:ext cx="12192000" cy="4253582"/>
          </a:xfrm>
          <a:prstGeom prst="rect">
            <a:avLst/>
          </a:prstGeom>
        </p:spPr>
      </p:pic>
      <p:cxnSp>
        <p:nvCxnSpPr>
          <p:cNvPr id="9" name="Straight Connector 6">
            <a:extLst>
              <a:ext uri="{FF2B5EF4-FFF2-40B4-BE49-F238E27FC236}">
                <a16:creationId xmlns:a16="http://schemas.microsoft.com/office/drawing/2014/main" id="{8D5C2402-EE99-0FFD-F478-526E5315F745}"/>
              </a:ext>
            </a:extLst>
          </p:cNvPr>
          <p:cNvCxnSpPr>
            <a:cxnSpLocks/>
          </p:cNvCxnSpPr>
          <p:nvPr userDrawn="1"/>
        </p:nvCxnSpPr>
        <p:spPr>
          <a:xfrm>
            <a:off x="930435" y="4253582"/>
            <a:ext cx="0" cy="20370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158D123-24E2-4EEB-F7D2-A2ADF8276BAF}"/>
              </a:ext>
            </a:extLst>
          </p:cNvPr>
          <p:cNvSpPr>
            <a:spLocks noGrp="1"/>
          </p:cNvSpPr>
          <p:nvPr>
            <p:ph type="body" sz="quarter" idx="10" hasCustomPrompt="1"/>
          </p:nvPr>
        </p:nvSpPr>
        <p:spPr>
          <a:xfrm>
            <a:off x="1323975"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6" name="Text Placeholder 9">
            <a:extLst>
              <a:ext uri="{FF2B5EF4-FFF2-40B4-BE49-F238E27FC236}">
                <a16:creationId xmlns:a16="http://schemas.microsoft.com/office/drawing/2014/main" id="{6D7A2E9B-516D-5883-6F1B-22D8D746930B}"/>
              </a:ext>
            </a:extLst>
          </p:cNvPr>
          <p:cNvSpPr>
            <a:spLocks noGrp="1"/>
          </p:cNvSpPr>
          <p:nvPr>
            <p:ph type="body" sz="quarter" idx="11" hasCustomPrompt="1"/>
          </p:nvPr>
        </p:nvSpPr>
        <p:spPr>
          <a:xfrm>
            <a:off x="1323975"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7" name="Text Placeholder 14">
            <a:extLst>
              <a:ext uri="{FF2B5EF4-FFF2-40B4-BE49-F238E27FC236}">
                <a16:creationId xmlns:a16="http://schemas.microsoft.com/office/drawing/2014/main" id="{03590577-25DC-90A6-B218-C016F885ED26}"/>
              </a:ext>
            </a:extLst>
          </p:cNvPr>
          <p:cNvSpPr>
            <a:spLocks noGrp="1"/>
          </p:cNvSpPr>
          <p:nvPr>
            <p:ph type="body" sz="quarter" idx="12" hasCustomPrompt="1"/>
          </p:nvPr>
        </p:nvSpPr>
        <p:spPr>
          <a:xfrm>
            <a:off x="1323975"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2" name="Picture 1">
            <a:extLst>
              <a:ext uri="{FF2B5EF4-FFF2-40B4-BE49-F238E27FC236}">
                <a16:creationId xmlns:a16="http://schemas.microsoft.com/office/drawing/2014/main" id="{45102578-AE4F-1A5B-5ADF-528D60C9155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13434" y="5530181"/>
            <a:ext cx="2090058" cy="760427"/>
          </a:xfrm>
          <a:prstGeom prst="rect">
            <a:avLst/>
          </a:prstGeom>
        </p:spPr>
      </p:pic>
    </p:spTree>
    <p:extLst>
      <p:ext uri="{BB962C8B-B14F-4D97-AF65-F5344CB8AC3E}">
        <p14:creationId xmlns:p14="http://schemas.microsoft.com/office/powerpoint/2010/main" val="3648236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1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CC4C3B-A0EE-40B1-826D-A5CCAE277709}"/>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t="62024" r="1805"/>
          <a:stretch/>
        </p:blipFill>
        <p:spPr>
          <a:xfrm>
            <a:off x="0" y="4253580"/>
            <a:ext cx="12191999" cy="2604419"/>
          </a:xfrm>
          <a:prstGeom prst="rect">
            <a:avLst/>
          </a:prstGeom>
        </p:spPr>
      </p:pic>
      <p:pic>
        <p:nvPicPr>
          <p:cNvPr id="5" name="Picture 4">
            <a:extLst>
              <a:ext uri="{FF2B5EF4-FFF2-40B4-BE49-F238E27FC236}">
                <a16:creationId xmlns:a16="http://schemas.microsoft.com/office/drawing/2014/main" id="{95E893A2-C7D9-C053-3448-7E1E8F175B0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12191999" cy="4253581"/>
          </a:xfrm>
          <a:prstGeom prst="rect">
            <a:avLst/>
          </a:prstGeom>
        </p:spPr>
      </p:pic>
      <p:cxnSp>
        <p:nvCxnSpPr>
          <p:cNvPr id="9" name="Straight Connector 6">
            <a:extLst>
              <a:ext uri="{FF2B5EF4-FFF2-40B4-BE49-F238E27FC236}">
                <a16:creationId xmlns:a16="http://schemas.microsoft.com/office/drawing/2014/main" id="{8D5C2402-EE99-0FFD-F478-526E5315F745}"/>
              </a:ext>
            </a:extLst>
          </p:cNvPr>
          <p:cNvCxnSpPr>
            <a:cxnSpLocks/>
          </p:cNvCxnSpPr>
          <p:nvPr userDrawn="1"/>
        </p:nvCxnSpPr>
        <p:spPr>
          <a:xfrm>
            <a:off x="930435" y="4253582"/>
            <a:ext cx="0" cy="20370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158D123-24E2-4EEB-F7D2-A2ADF8276BAF}"/>
              </a:ext>
            </a:extLst>
          </p:cNvPr>
          <p:cNvSpPr>
            <a:spLocks noGrp="1"/>
          </p:cNvSpPr>
          <p:nvPr>
            <p:ph type="body" sz="quarter" idx="10" hasCustomPrompt="1"/>
          </p:nvPr>
        </p:nvSpPr>
        <p:spPr>
          <a:xfrm>
            <a:off x="1323975"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6" name="Text Placeholder 9">
            <a:extLst>
              <a:ext uri="{FF2B5EF4-FFF2-40B4-BE49-F238E27FC236}">
                <a16:creationId xmlns:a16="http://schemas.microsoft.com/office/drawing/2014/main" id="{6D7A2E9B-516D-5883-6F1B-22D8D746930B}"/>
              </a:ext>
            </a:extLst>
          </p:cNvPr>
          <p:cNvSpPr>
            <a:spLocks noGrp="1"/>
          </p:cNvSpPr>
          <p:nvPr>
            <p:ph type="body" sz="quarter" idx="11" hasCustomPrompt="1"/>
          </p:nvPr>
        </p:nvSpPr>
        <p:spPr>
          <a:xfrm>
            <a:off x="1323975"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7" name="Text Placeholder 14">
            <a:extLst>
              <a:ext uri="{FF2B5EF4-FFF2-40B4-BE49-F238E27FC236}">
                <a16:creationId xmlns:a16="http://schemas.microsoft.com/office/drawing/2014/main" id="{03590577-25DC-90A6-B218-C016F885ED26}"/>
              </a:ext>
            </a:extLst>
          </p:cNvPr>
          <p:cNvSpPr>
            <a:spLocks noGrp="1"/>
          </p:cNvSpPr>
          <p:nvPr>
            <p:ph type="body" sz="quarter" idx="12" hasCustomPrompt="1"/>
          </p:nvPr>
        </p:nvSpPr>
        <p:spPr>
          <a:xfrm>
            <a:off x="1323975"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3" name="Picture 2">
            <a:extLst>
              <a:ext uri="{FF2B5EF4-FFF2-40B4-BE49-F238E27FC236}">
                <a16:creationId xmlns:a16="http://schemas.microsoft.com/office/drawing/2014/main" id="{EA0803CD-12F1-BB6A-1010-13480627AAD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13434" y="5530181"/>
            <a:ext cx="2090058" cy="760427"/>
          </a:xfrm>
          <a:prstGeom prst="rect">
            <a:avLst/>
          </a:prstGeom>
        </p:spPr>
      </p:pic>
    </p:spTree>
    <p:extLst>
      <p:ext uri="{BB962C8B-B14F-4D97-AF65-F5344CB8AC3E}">
        <p14:creationId xmlns:p14="http://schemas.microsoft.com/office/powerpoint/2010/main" val="914697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1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4B8D4D-E2E7-7F7D-614C-F450AFA575AA}"/>
              </a:ext>
            </a:extLst>
          </p:cNvPr>
          <p:cNvPicPr>
            <a:picLocks noChangeAspect="1"/>
          </p:cNvPicPr>
          <p:nvPr userDrawn="1"/>
        </p:nvPicPr>
        <p:blipFill rotWithShape="1">
          <a:blip r:embed="rId2" cstate="screen">
            <a:alphaModFix amt="28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a:xfrm>
            <a:off x="-10937" y="4253580"/>
            <a:ext cx="12202936" cy="2604419"/>
          </a:xfrm>
          <a:prstGeom prst="rect">
            <a:avLst/>
          </a:prstGeom>
        </p:spPr>
      </p:pic>
      <p:pic>
        <p:nvPicPr>
          <p:cNvPr id="4" name="Picture 3">
            <a:extLst>
              <a:ext uri="{FF2B5EF4-FFF2-40B4-BE49-F238E27FC236}">
                <a16:creationId xmlns:a16="http://schemas.microsoft.com/office/drawing/2014/main" id="{F4E2702F-F9CE-D6EF-06EC-8606813E689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10937" y="0"/>
            <a:ext cx="12202936" cy="4253581"/>
          </a:xfrm>
          <a:prstGeom prst="rect">
            <a:avLst/>
          </a:prstGeom>
        </p:spPr>
      </p:pic>
      <p:cxnSp>
        <p:nvCxnSpPr>
          <p:cNvPr id="9" name="Straight Connector 6">
            <a:extLst>
              <a:ext uri="{FF2B5EF4-FFF2-40B4-BE49-F238E27FC236}">
                <a16:creationId xmlns:a16="http://schemas.microsoft.com/office/drawing/2014/main" id="{8D5C2402-EE99-0FFD-F478-526E5315F745}"/>
              </a:ext>
            </a:extLst>
          </p:cNvPr>
          <p:cNvCxnSpPr>
            <a:cxnSpLocks/>
          </p:cNvCxnSpPr>
          <p:nvPr userDrawn="1"/>
        </p:nvCxnSpPr>
        <p:spPr>
          <a:xfrm>
            <a:off x="930435" y="4253582"/>
            <a:ext cx="0" cy="20370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158D123-24E2-4EEB-F7D2-A2ADF8276BAF}"/>
              </a:ext>
            </a:extLst>
          </p:cNvPr>
          <p:cNvSpPr>
            <a:spLocks noGrp="1"/>
          </p:cNvSpPr>
          <p:nvPr>
            <p:ph type="body" sz="quarter" idx="10" hasCustomPrompt="1"/>
          </p:nvPr>
        </p:nvSpPr>
        <p:spPr>
          <a:xfrm>
            <a:off x="1323975" y="4583113"/>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6" name="Text Placeholder 9">
            <a:extLst>
              <a:ext uri="{FF2B5EF4-FFF2-40B4-BE49-F238E27FC236}">
                <a16:creationId xmlns:a16="http://schemas.microsoft.com/office/drawing/2014/main" id="{6D7A2E9B-516D-5883-6F1B-22D8D746930B}"/>
              </a:ext>
            </a:extLst>
          </p:cNvPr>
          <p:cNvSpPr>
            <a:spLocks noGrp="1"/>
          </p:cNvSpPr>
          <p:nvPr>
            <p:ph type="body" sz="quarter" idx="11" hasCustomPrompt="1"/>
          </p:nvPr>
        </p:nvSpPr>
        <p:spPr>
          <a:xfrm>
            <a:off x="1323975" y="5268161"/>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7" name="Text Placeholder 14">
            <a:extLst>
              <a:ext uri="{FF2B5EF4-FFF2-40B4-BE49-F238E27FC236}">
                <a16:creationId xmlns:a16="http://schemas.microsoft.com/office/drawing/2014/main" id="{03590577-25DC-90A6-B218-C016F885ED26}"/>
              </a:ext>
            </a:extLst>
          </p:cNvPr>
          <p:cNvSpPr>
            <a:spLocks noGrp="1"/>
          </p:cNvSpPr>
          <p:nvPr>
            <p:ph type="body" sz="quarter" idx="12" hasCustomPrompt="1"/>
          </p:nvPr>
        </p:nvSpPr>
        <p:spPr>
          <a:xfrm>
            <a:off x="1323975" y="6045200"/>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pic>
        <p:nvPicPr>
          <p:cNvPr id="2" name="Picture 1">
            <a:extLst>
              <a:ext uri="{FF2B5EF4-FFF2-40B4-BE49-F238E27FC236}">
                <a16:creationId xmlns:a16="http://schemas.microsoft.com/office/drawing/2014/main" id="{72A021D3-C409-A252-40DF-F76094B2D457}"/>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13434" y="5530181"/>
            <a:ext cx="2090058" cy="760427"/>
          </a:xfrm>
          <a:prstGeom prst="rect">
            <a:avLst/>
          </a:prstGeom>
        </p:spPr>
      </p:pic>
    </p:spTree>
    <p:extLst>
      <p:ext uri="{BB962C8B-B14F-4D97-AF65-F5344CB8AC3E}">
        <p14:creationId xmlns:p14="http://schemas.microsoft.com/office/powerpoint/2010/main" val="757916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14 (Branded)">
    <p:spTree>
      <p:nvGrpSpPr>
        <p:cNvPr id="1" name=""/>
        <p:cNvGrpSpPr/>
        <p:nvPr/>
      </p:nvGrpSpPr>
      <p:grpSpPr>
        <a:xfrm>
          <a:off x="0" y="0"/>
          <a:ext cx="0" cy="0"/>
          <a:chOff x="0" y="0"/>
          <a:chExt cx="0" cy="0"/>
        </a:xfrm>
      </p:grpSpPr>
      <p:pic>
        <p:nvPicPr>
          <p:cNvPr id="2" name="Kép 5">
            <a:extLst>
              <a:ext uri="{FF2B5EF4-FFF2-40B4-BE49-F238E27FC236}">
                <a16:creationId xmlns:a16="http://schemas.microsoft.com/office/drawing/2014/main" id="{B61063A1-C477-F9D8-4AAD-322B494B2D8A}"/>
              </a:ext>
            </a:extLst>
          </p:cNvPr>
          <p:cNvPicPr>
            <a:picLocks noChangeAspect="1"/>
          </p:cNvPicPr>
          <p:nvPr userDrawn="1"/>
        </p:nvPicPr>
        <p:blipFill rotWithShape="1">
          <a:blip r:embed="rId2" cstate="screen">
            <a:alphaModFix/>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l="-1682" r="-10048"/>
          <a:stretch/>
        </p:blipFill>
        <p:spPr>
          <a:xfrm>
            <a:off x="5794319" y="2017485"/>
            <a:ext cx="7031766" cy="4876800"/>
          </a:xfrm>
          <a:prstGeom prst="rect">
            <a:avLst/>
          </a:prstGeom>
        </p:spPr>
      </p:pic>
      <p:pic>
        <p:nvPicPr>
          <p:cNvPr id="3" name="Picture 2">
            <a:extLst>
              <a:ext uri="{FF2B5EF4-FFF2-40B4-BE49-F238E27FC236}">
                <a16:creationId xmlns:a16="http://schemas.microsoft.com/office/drawing/2014/main" id="{37D59360-DFC4-D2A7-80EB-7561184EAE0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30435" y="6143676"/>
            <a:ext cx="2714755" cy="233085"/>
          </a:xfrm>
          <a:prstGeom prst="rect">
            <a:avLst/>
          </a:prstGeom>
        </p:spPr>
      </p:pic>
      <p:cxnSp>
        <p:nvCxnSpPr>
          <p:cNvPr id="5" name="Straight Connector 6">
            <a:extLst>
              <a:ext uri="{FF2B5EF4-FFF2-40B4-BE49-F238E27FC236}">
                <a16:creationId xmlns:a16="http://schemas.microsoft.com/office/drawing/2014/main" id="{D9E078E0-D141-240D-7836-CA244491814D}"/>
              </a:ext>
            </a:extLst>
          </p:cNvPr>
          <p:cNvCxnSpPr>
            <a:cxnSpLocks/>
          </p:cNvCxnSpPr>
          <p:nvPr userDrawn="1"/>
        </p:nvCxnSpPr>
        <p:spPr>
          <a:xfrm>
            <a:off x="930435" y="2403"/>
            <a:ext cx="0" cy="328689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8285D10C-BD5A-E3E0-C14D-9E973B8C7845}"/>
              </a:ext>
            </a:extLst>
          </p:cNvPr>
          <p:cNvSpPr>
            <a:spLocks noGrp="1"/>
          </p:cNvSpPr>
          <p:nvPr>
            <p:ph type="body" sz="quarter" idx="10" hasCustomPrompt="1"/>
          </p:nvPr>
        </p:nvSpPr>
        <p:spPr>
          <a:xfrm>
            <a:off x="1323975" y="821487"/>
            <a:ext cx="8226425" cy="674031"/>
          </a:xfrm>
          <a:prstGeom prst="rect">
            <a:avLst/>
          </a:prstGeom>
        </p:spPr>
        <p:txBody>
          <a:bodyPr wrap="square">
            <a:spAutoFit/>
          </a:bodyPr>
          <a:lstStyle>
            <a:lvl1pPr marL="0" indent="0">
              <a:buNone/>
              <a:defRPr kumimoji="0" lang="ru-RU" sz="4200" b="1"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presentation title</a:t>
            </a:r>
          </a:p>
        </p:txBody>
      </p:sp>
      <p:sp>
        <p:nvSpPr>
          <p:cNvPr id="12" name="Text Placeholder 9">
            <a:extLst>
              <a:ext uri="{FF2B5EF4-FFF2-40B4-BE49-F238E27FC236}">
                <a16:creationId xmlns:a16="http://schemas.microsoft.com/office/drawing/2014/main" id="{0D597A8B-484E-0739-EBA7-640786CFE122}"/>
              </a:ext>
            </a:extLst>
          </p:cNvPr>
          <p:cNvSpPr>
            <a:spLocks noGrp="1"/>
          </p:cNvSpPr>
          <p:nvPr>
            <p:ph type="body" sz="quarter" idx="11" hasCustomPrompt="1"/>
          </p:nvPr>
        </p:nvSpPr>
        <p:spPr>
          <a:xfrm>
            <a:off x="1323975" y="1506535"/>
            <a:ext cx="8226425" cy="466281"/>
          </a:xfrm>
          <a:prstGeom prst="rect">
            <a:avLst/>
          </a:prstGeom>
        </p:spPr>
        <p:txBody>
          <a:bodyPr wrap="square">
            <a:spAutoFit/>
          </a:bodyPr>
          <a:lstStyle>
            <a:lvl1pPr marL="0" indent="0">
              <a:buNone/>
              <a:defRPr kumimoji="0" lang="en-US" sz="2700" b="0" i="0" u="none" strike="noStrike" kern="1200" cap="none" spc="0" normalizeH="0" baseline="0" dirty="0">
                <a:ln>
                  <a:noFill/>
                </a:ln>
                <a:solidFill>
                  <a:schemeClr val="bg1"/>
                </a:solidFill>
                <a:effectLst/>
                <a:uLnTx/>
                <a:uFillTx/>
                <a:latin typeface="Lato" panose="020F0502020204030203" pitchFamily="34" charset="77"/>
                <a:ea typeface="+mn-ea"/>
                <a:cs typeface="+mn-cs"/>
              </a:defRPr>
            </a:lvl1pPr>
          </a:lstStyle>
          <a:p>
            <a:pPr lvl="0"/>
            <a:r>
              <a:rPr lang="en-US"/>
              <a:t>Click to add subtitle</a:t>
            </a:r>
          </a:p>
        </p:txBody>
      </p:sp>
      <p:sp>
        <p:nvSpPr>
          <p:cNvPr id="13" name="Text Placeholder 14">
            <a:extLst>
              <a:ext uri="{FF2B5EF4-FFF2-40B4-BE49-F238E27FC236}">
                <a16:creationId xmlns:a16="http://schemas.microsoft.com/office/drawing/2014/main" id="{078605DE-933B-2C94-093F-666D9C65A0A5}"/>
              </a:ext>
            </a:extLst>
          </p:cNvPr>
          <p:cNvSpPr>
            <a:spLocks noGrp="1"/>
          </p:cNvSpPr>
          <p:nvPr>
            <p:ph type="body" sz="quarter" idx="12" hasCustomPrompt="1"/>
          </p:nvPr>
        </p:nvSpPr>
        <p:spPr>
          <a:xfrm>
            <a:off x="1323975" y="2283574"/>
            <a:ext cx="8226426" cy="169863"/>
          </a:xfrm>
          <a:prstGeom prst="rect">
            <a:avLst/>
          </a:prstGeom>
        </p:spPr>
        <p:txBody>
          <a:bodyPr/>
          <a:lstStyle>
            <a:lvl1pPr marL="0" indent="0">
              <a:buNone/>
              <a:defRPr kumimoji="0" lang="ru-RU" sz="1100" b="0" i="0" u="none" strike="noStrike" kern="1200" cap="none" spc="30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DATE IF NEEDED (</a:t>
            </a:r>
            <a:r>
              <a:rPr lang="en-US" sz="1100"/>
              <a:t>OTHERWISE IT CAN BE DELETED)</a:t>
            </a:r>
            <a:endParaRPr lang="ru-RU"/>
          </a:p>
        </p:txBody>
      </p:sp>
    </p:spTree>
    <p:extLst>
      <p:ext uri="{BB962C8B-B14F-4D97-AF65-F5344CB8AC3E}">
        <p14:creationId xmlns:p14="http://schemas.microsoft.com/office/powerpoint/2010/main" val="1672802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pic>
        <p:nvPicPr>
          <p:cNvPr id="8" name="Kép 10">
            <a:extLst>
              <a:ext uri="{FF2B5EF4-FFF2-40B4-BE49-F238E27FC236}">
                <a16:creationId xmlns:a16="http://schemas.microsoft.com/office/drawing/2014/main" id="{3409B7DB-94EC-2A1B-B1E6-067C9E60E55A}"/>
              </a:ext>
            </a:extLst>
          </p:cNvPr>
          <p:cNvPicPr>
            <a:picLocks noChangeAspect="1"/>
          </p:cNvPicPr>
          <p:nvPr userDrawn="1"/>
        </p:nvPicPr>
        <p:blipFill rotWithShape="1">
          <a:blip r:embed="rId2" cstate="screen">
            <a:alphaModFix amt="5000"/>
            <a:extLst>
              <a:ext uri="{28A0092B-C50C-407E-A947-70E740481C1C}">
                <a14:useLocalDpi xmlns:a14="http://schemas.microsoft.com/office/drawing/2010/main"/>
              </a:ext>
            </a:extLst>
          </a:blip>
          <a:srcRect/>
          <a:stretch/>
        </p:blipFill>
        <p:spPr>
          <a:xfrm>
            <a:off x="0" y="0"/>
            <a:ext cx="12192000" cy="6857998"/>
          </a:xfrm>
          <a:prstGeom prst="rect">
            <a:avLst/>
          </a:prstGeom>
        </p:spPr>
      </p:pic>
      <p:cxnSp>
        <p:nvCxnSpPr>
          <p:cNvPr id="5" name="Straight Connector 6">
            <a:extLst>
              <a:ext uri="{FF2B5EF4-FFF2-40B4-BE49-F238E27FC236}">
                <a16:creationId xmlns:a16="http://schemas.microsoft.com/office/drawing/2014/main" id="{AB07703A-BEC6-4E4C-C89D-9A63B5C62C6A}"/>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11" name="Text Placeholder 9">
            <a:extLst>
              <a:ext uri="{FF2B5EF4-FFF2-40B4-BE49-F238E27FC236}">
                <a16:creationId xmlns:a16="http://schemas.microsoft.com/office/drawing/2014/main" id="{65B9CB6E-33BB-B790-D9CB-DC71D08FE35C}"/>
              </a:ext>
            </a:extLst>
          </p:cNvPr>
          <p:cNvSpPr>
            <a:spLocks noGrp="1"/>
          </p:cNvSpPr>
          <p:nvPr>
            <p:ph type="body" sz="quarter" idx="11" hasCustomPrompt="1"/>
          </p:nvPr>
        </p:nvSpPr>
        <p:spPr>
          <a:xfrm>
            <a:off x="765717" y="1390557"/>
            <a:ext cx="11067508" cy="466281"/>
          </a:xfrm>
          <a:prstGeom prst="rect">
            <a:avLst/>
          </a:prstGeom>
        </p:spPr>
        <p:txBody>
          <a:bodyPr wrap="square" anchor="b" anchorCtr="0">
            <a:spAutoFit/>
          </a:bodyPr>
          <a:lstStyle>
            <a:lvl1pPr marL="0" indent="0">
              <a:buFont typeface="Arial" panose="020B0604020202020204" pitchFamily="34" charse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3" name="Text Placeholder 2">
            <a:extLst>
              <a:ext uri="{FF2B5EF4-FFF2-40B4-BE49-F238E27FC236}">
                <a16:creationId xmlns:a16="http://schemas.microsoft.com/office/drawing/2014/main" id="{685F6F82-9564-0A97-2512-39EF882DE448}"/>
              </a:ext>
            </a:extLst>
          </p:cNvPr>
          <p:cNvSpPr>
            <a:spLocks noGrp="1"/>
          </p:cNvSpPr>
          <p:nvPr>
            <p:ph type="body" sz="quarter" idx="13" hasCustomPrompt="1"/>
          </p:nvPr>
        </p:nvSpPr>
        <p:spPr>
          <a:xfrm>
            <a:off x="1725123" y="2485016"/>
            <a:ext cx="10107612" cy="3153600"/>
          </a:xfrm>
          <a:prstGeom prst="rect">
            <a:avLst/>
          </a:prstGeom>
        </p:spPr>
        <p:txBody>
          <a:bodyPr/>
          <a:lstStyle>
            <a:lvl1pPr>
              <a:lnSpc>
                <a:spcPct val="200000"/>
              </a:lnSpc>
              <a:spcBef>
                <a:spcPts val="0"/>
              </a:spcBef>
              <a:spcAft>
                <a:spcPts val="600"/>
              </a:spcAft>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add text….</a:t>
            </a:r>
          </a:p>
          <a:p>
            <a:pPr lvl="0"/>
            <a:r>
              <a:rPr lang="en-US"/>
              <a:t>Click to add text….</a:t>
            </a:r>
          </a:p>
          <a:p>
            <a:pPr lvl="0"/>
            <a:r>
              <a:rPr lang="en-US"/>
              <a:t>Click to add text….</a:t>
            </a:r>
          </a:p>
          <a:p>
            <a:pPr lvl="0"/>
            <a:r>
              <a:rPr lang="en-US"/>
              <a:t>Click to add text….</a:t>
            </a:r>
          </a:p>
          <a:p>
            <a:pPr lvl="0"/>
            <a:r>
              <a:rPr lang="en-US"/>
              <a:t>Click to add text….</a:t>
            </a:r>
            <a:endParaRPr lang="ru-RU"/>
          </a:p>
        </p:txBody>
      </p:sp>
      <p:pic>
        <p:nvPicPr>
          <p:cNvPr id="4" name="Picture 3">
            <a:extLst>
              <a:ext uri="{FF2B5EF4-FFF2-40B4-BE49-F238E27FC236}">
                <a16:creationId xmlns:a16="http://schemas.microsoft.com/office/drawing/2014/main" id="{1CD9153F-BEE1-DBB5-F942-AECF7B816F37}"/>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36042721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ansition slide 01">
    <p:spTree>
      <p:nvGrpSpPr>
        <p:cNvPr id="1" name=""/>
        <p:cNvGrpSpPr/>
        <p:nvPr/>
      </p:nvGrpSpPr>
      <p:grpSpPr>
        <a:xfrm>
          <a:off x="0" y="0"/>
          <a:ext cx="0" cy="0"/>
          <a:chOff x="0" y="0"/>
          <a:chExt cx="0" cy="0"/>
        </a:xfrm>
      </p:grpSpPr>
      <p:pic>
        <p:nvPicPr>
          <p:cNvPr id="4" name="Kép 10">
            <a:extLst>
              <a:ext uri="{FF2B5EF4-FFF2-40B4-BE49-F238E27FC236}">
                <a16:creationId xmlns:a16="http://schemas.microsoft.com/office/drawing/2014/main" id="{431C3264-B391-826A-59B8-15D6540E8C1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 y="0"/>
            <a:ext cx="12192002" cy="3214996"/>
          </a:xfrm>
          <a:prstGeom prst="rect">
            <a:avLst/>
          </a:prstGeom>
          <a:ln>
            <a:noFill/>
          </a:ln>
        </p:spPr>
      </p:pic>
      <p:sp>
        <p:nvSpPr>
          <p:cNvPr id="3" name="Rectangle 5">
            <a:extLst>
              <a:ext uri="{FF2B5EF4-FFF2-40B4-BE49-F238E27FC236}">
                <a16:creationId xmlns:a16="http://schemas.microsoft.com/office/drawing/2014/main" id="{2AE0D507-8DC5-C2B8-86AD-4218CA361156}"/>
              </a:ext>
            </a:extLst>
          </p:cNvPr>
          <p:cNvSpPr>
            <a:spLocks/>
          </p:cNvSpPr>
          <p:nvPr userDrawn="1"/>
        </p:nvSpPr>
        <p:spPr>
          <a:xfrm rot="16200000" flipH="1">
            <a:off x="4488503" y="-4488501"/>
            <a:ext cx="3214998" cy="12192000"/>
          </a:xfrm>
          <a:prstGeom prst="rect">
            <a:avLst/>
          </a:prstGeom>
          <a:gradFill flip="none" rotWithShape="1">
            <a:gsLst>
              <a:gs pos="0">
                <a:srgbClr val="000000">
                  <a:alpha val="0"/>
                </a:srgbClr>
              </a:gs>
              <a:gs pos="100000">
                <a:srgbClr val="FFFFFF"/>
              </a:gs>
            </a:gsLst>
            <a:lin ang="0" scaled="1"/>
            <a:tileRect/>
          </a:gradFill>
          <a:ln w="12700" cap="flat" cmpd="sng" algn="ctr">
            <a:noFill/>
            <a:prstDash val="solid"/>
            <a:miter lim="800000"/>
          </a:ln>
          <a:effectLst>
            <a:reflection stA="40000" endPos="54000" dist="50800" dir="5400000" sy="-100000" algn="bl" rotWithShape="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12" name="Straight Connector 6">
            <a:extLst>
              <a:ext uri="{FF2B5EF4-FFF2-40B4-BE49-F238E27FC236}">
                <a16:creationId xmlns:a16="http://schemas.microsoft.com/office/drawing/2014/main" id="{D5407E20-FE1F-AF05-31DB-019C62FC4257}"/>
              </a:ext>
            </a:extLst>
          </p:cNvPr>
          <p:cNvCxnSpPr>
            <a:cxnSpLocks/>
          </p:cNvCxnSpPr>
          <p:nvPr userDrawn="1"/>
        </p:nvCxnSpPr>
        <p:spPr>
          <a:xfrm flipH="1">
            <a:off x="-6" y="5088972"/>
            <a:ext cx="481257" cy="0"/>
          </a:xfrm>
          <a:prstGeom prst="line">
            <a:avLst/>
          </a:prstGeom>
          <a:noFill/>
          <a:ln w="25400" cap="flat" cmpd="sng" algn="ctr">
            <a:solidFill>
              <a:srgbClr val="D31B2C"/>
            </a:solidFill>
            <a:prstDash val="solid"/>
            <a:miter lim="800000"/>
          </a:ln>
          <a:effectLst/>
        </p:spPr>
      </p:cxnSp>
      <p:sp>
        <p:nvSpPr>
          <p:cNvPr id="13" name="Text Placeholder 9">
            <a:extLst>
              <a:ext uri="{FF2B5EF4-FFF2-40B4-BE49-F238E27FC236}">
                <a16:creationId xmlns:a16="http://schemas.microsoft.com/office/drawing/2014/main" id="{95C9696D-D987-8F67-0368-009853A6FD1D}"/>
              </a:ext>
            </a:extLst>
          </p:cNvPr>
          <p:cNvSpPr>
            <a:spLocks noGrp="1"/>
          </p:cNvSpPr>
          <p:nvPr>
            <p:ph type="body" sz="quarter" idx="11" hasCustomPrompt="1"/>
          </p:nvPr>
        </p:nvSpPr>
        <p:spPr>
          <a:xfrm>
            <a:off x="765717" y="4823261"/>
            <a:ext cx="11067508" cy="590931"/>
          </a:xfrm>
          <a:prstGeom prst="rect">
            <a:avLst/>
          </a:prstGeom>
        </p:spPr>
        <p:txBody>
          <a:bodyPr wrap="square">
            <a:spAutoFit/>
          </a:bodyPr>
          <a:lstStyle>
            <a:lvl1pPr marL="0" indent="0">
              <a:buNone/>
              <a:defRPr kumimoji="0" lang="en-US" sz="36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section title</a:t>
            </a:r>
          </a:p>
        </p:txBody>
      </p:sp>
      <p:pic>
        <p:nvPicPr>
          <p:cNvPr id="5" name="Picture 4">
            <a:extLst>
              <a:ext uri="{FF2B5EF4-FFF2-40B4-BE49-F238E27FC236}">
                <a16:creationId xmlns:a16="http://schemas.microsoft.com/office/drawing/2014/main" id="{6B22E60F-E9A3-D5E4-A1D3-69A8E37E6799}"/>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7268681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ansition slide 02">
    <p:spTree>
      <p:nvGrpSpPr>
        <p:cNvPr id="1" name=""/>
        <p:cNvGrpSpPr/>
        <p:nvPr/>
      </p:nvGrpSpPr>
      <p:grpSpPr>
        <a:xfrm>
          <a:off x="0" y="0"/>
          <a:ext cx="0" cy="0"/>
          <a:chOff x="0" y="0"/>
          <a:chExt cx="0" cy="0"/>
        </a:xfrm>
      </p:grpSpPr>
      <p:pic>
        <p:nvPicPr>
          <p:cNvPr id="19" name="Kép 10">
            <a:extLst>
              <a:ext uri="{FF2B5EF4-FFF2-40B4-BE49-F238E27FC236}">
                <a16:creationId xmlns:a16="http://schemas.microsoft.com/office/drawing/2014/main" id="{1A8185E4-CF1C-A65E-2100-E4621AE2D15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1999" cy="3214996"/>
          </a:xfrm>
          <a:prstGeom prst="rect">
            <a:avLst/>
          </a:prstGeom>
        </p:spPr>
      </p:pic>
      <p:sp>
        <p:nvSpPr>
          <p:cNvPr id="3" name="Rectangle 5">
            <a:extLst>
              <a:ext uri="{FF2B5EF4-FFF2-40B4-BE49-F238E27FC236}">
                <a16:creationId xmlns:a16="http://schemas.microsoft.com/office/drawing/2014/main" id="{8C721D1B-86E0-7C7E-8548-EA6CB03867B4}"/>
              </a:ext>
            </a:extLst>
          </p:cNvPr>
          <p:cNvSpPr>
            <a:spLocks/>
          </p:cNvSpPr>
          <p:nvPr userDrawn="1"/>
        </p:nvSpPr>
        <p:spPr>
          <a:xfrm rot="16200000" flipH="1">
            <a:off x="4488503" y="-4488501"/>
            <a:ext cx="3214998" cy="12192000"/>
          </a:xfrm>
          <a:prstGeom prst="rect">
            <a:avLst/>
          </a:prstGeom>
          <a:gradFill flip="none" rotWithShape="1">
            <a:gsLst>
              <a:gs pos="0">
                <a:srgbClr val="000000">
                  <a:alpha val="0"/>
                </a:srgbClr>
              </a:gs>
              <a:gs pos="100000">
                <a:srgbClr val="FFFFFF"/>
              </a:gs>
            </a:gsLst>
            <a:lin ang="0" scaled="1"/>
            <a:tileRect/>
          </a:gradFill>
          <a:ln w="12700" cap="flat" cmpd="sng" algn="ctr">
            <a:noFill/>
            <a:prstDash val="solid"/>
            <a:miter lim="800000"/>
          </a:ln>
          <a:effectLst>
            <a:reflection stA="40000" endPos="54000" dist="50800" dir="5400000" sy="-100000" algn="bl" rotWithShape="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23" name="Straight Connector 6">
            <a:extLst>
              <a:ext uri="{FF2B5EF4-FFF2-40B4-BE49-F238E27FC236}">
                <a16:creationId xmlns:a16="http://schemas.microsoft.com/office/drawing/2014/main" id="{3FA1CDE3-325E-AD5A-34B0-CB5492E887F4}"/>
              </a:ext>
            </a:extLst>
          </p:cNvPr>
          <p:cNvCxnSpPr>
            <a:cxnSpLocks/>
          </p:cNvCxnSpPr>
          <p:nvPr userDrawn="1"/>
        </p:nvCxnSpPr>
        <p:spPr>
          <a:xfrm flipH="1">
            <a:off x="-6" y="5088972"/>
            <a:ext cx="481257" cy="0"/>
          </a:xfrm>
          <a:prstGeom prst="line">
            <a:avLst/>
          </a:prstGeom>
          <a:noFill/>
          <a:ln w="25400" cap="flat" cmpd="sng" algn="ctr">
            <a:solidFill>
              <a:srgbClr val="D31B2C"/>
            </a:solidFill>
            <a:prstDash val="solid"/>
            <a:miter lim="800000"/>
          </a:ln>
          <a:effectLst/>
        </p:spPr>
      </p:cxnSp>
      <p:sp>
        <p:nvSpPr>
          <p:cNvPr id="24" name="Text Placeholder 9">
            <a:extLst>
              <a:ext uri="{FF2B5EF4-FFF2-40B4-BE49-F238E27FC236}">
                <a16:creationId xmlns:a16="http://schemas.microsoft.com/office/drawing/2014/main" id="{9109A0CA-5395-E791-233E-A71001E5F4F0}"/>
              </a:ext>
            </a:extLst>
          </p:cNvPr>
          <p:cNvSpPr>
            <a:spLocks noGrp="1"/>
          </p:cNvSpPr>
          <p:nvPr>
            <p:ph type="body" sz="quarter" idx="11" hasCustomPrompt="1"/>
          </p:nvPr>
        </p:nvSpPr>
        <p:spPr>
          <a:xfrm>
            <a:off x="765717" y="4823261"/>
            <a:ext cx="11067508" cy="590931"/>
          </a:xfrm>
          <a:prstGeom prst="rect">
            <a:avLst/>
          </a:prstGeom>
        </p:spPr>
        <p:txBody>
          <a:bodyPr wrap="square">
            <a:spAutoFit/>
          </a:bodyPr>
          <a:lstStyle>
            <a:lvl1pPr marL="0" indent="0">
              <a:buNone/>
              <a:defRPr kumimoji="0" lang="en-US" sz="36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section title</a:t>
            </a:r>
          </a:p>
        </p:txBody>
      </p:sp>
      <p:pic>
        <p:nvPicPr>
          <p:cNvPr id="2" name="Picture 1">
            <a:extLst>
              <a:ext uri="{FF2B5EF4-FFF2-40B4-BE49-F238E27FC236}">
                <a16:creationId xmlns:a16="http://schemas.microsoft.com/office/drawing/2014/main" id="{A73AA4E1-E65C-9E19-616E-77B0D7F20A30}"/>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41675267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ransition slide 03">
    <p:spTree>
      <p:nvGrpSpPr>
        <p:cNvPr id="1" name=""/>
        <p:cNvGrpSpPr/>
        <p:nvPr/>
      </p:nvGrpSpPr>
      <p:grpSpPr>
        <a:xfrm>
          <a:off x="0" y="0"/>
          <a:ext cx="0" cy="0"/>
          <a:chOff x="0" y="0"/>
          <a:chExt cx="0" cy="0"/>
        </a:xfrm>
      </p:grpSpPr>
      <p:pic>
        <p:nvPicPr>
          <p:cNvPr id="7" name="Kép 10">
            <a:extLst>
              <a:ext uri="{FF2B5EF4-FFF2-40B4-BE49-F238E27FC236}">
                <a16:creationId xmlns:a16="http://schemas.microsoft.com/office/drawing/2014/main" id="{78C359A8-2CCD-4121-C645-54328C6A053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3214996"/>
          </a:xfrm>
          <a:prstGeom prst="rect">
            <a:avLst/>
          </a:prstGeom>
        </p:spPr>
      </p:pic>
      <p:sp>
        <p:nvSpPr>
          <p:cNvPr id="3" name="Rectangle 5">
            <a:extLst>
              <a:ext uri="{FF2B5EF4-FFF2-40B4-BE49-F238E27FC236}">
                <a16:creationId xmlns:a16="http://schemas.microsoft.com/office/drawing/2014/main" id="{BD981C00-6BE6-28D3-7E73-ADF1EF4186DD}"/>
              </a:ext>
            </a:extLst>
          </p:cNvPr>
          <p:cNvSpPr>
            <a:spLocks/>
          </p:cNvSpPr>
          <p:nvPr userDrawn="1"/>
        </p:nvSpPr>
        <p:spPr>
          <a:xfrm rot="16200000" flipH="1">
            <a:off x="4488503" y="-4488501"/>
            <a:ext cx="3214998" cy="12192000"/>
          </a:xfrm>
          <a:prstGeom prst="rect">
            <a:avLst/>
          </a:prstGeom>
          <a:gradFill flip="none" rotWithShape="1">
            <a:gsLst>
              <a:gs pos="0">
                <a:srgbClr val="000000">
                  <a:alpha val="0"/>
                </a:srgbClr>
              </a:gs>
              <a:gs pos="100000">
                <a:srgbClr val="FFFFFF"/>
              </a:gs>
            </a:gsLst>
            <a:lin ang="0" scaled="1"/>
            <a:tileRect/>
          </a:gradFill>
          <a:ln w="12700" cap="flat" cmpd="sng" algn="ctr">
            <a:noFill/>
            <a:prstDash val="solid"/>
            <a:miter lim="800000"/>
          </a:ln>
          <a:effectLst>
            <a:reflection stA="40000" endPos="54000" dist="50800" dir="5400000" sy="-100000" algn="bl" rotWithShape="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11" name="Straight Connector 6">
            <a:extLst>
              <a:ext uri="{FF2B5EF4-FFF2-40B4-BE49-F238E27FC236}">
                <a16:creationId xmlns:a16="http://schemas.microsoft.com/office/drawing/2014/main" id="{E694B79D-DEDC-9B27-0049-9F87C4E32CBB}"/>
              </a:ext>
            </a:extLst>
          </p:cNvPr>
          <p:cNvCxnSpPr>
            <a:cxnSpLocks/>
          </p:cNvCxnSpPr>
          <p:nvPr userDrawn="1"/>
        </p:nvCxnSpPr>
        <p:spPr>
          <a:xfrm flipH="1">
            <a:off x="-6" y="5088972"/>
            <a:ext cx="481257" cy="0"/>
          </a:xfrm>
          <a:prstGeom prst="line">
            <a:avLst/>
          </a:prstGeom>
          <a:noFill/>
          <a:ln w="25400" cap="flat" cmpd="sng" algn="ctr">
            <a:solidFill>
              <a:srgbClr val="D31B2C"/>
            </a:solidFill>
            <a:prstDash val="solid"/>
            <a:miter lim="800000"/>
          </a:ln>
          <a:effectLst/>
        </p:spPr>
      </p:cxnSp>
      <p:sp>
        <p:nvSpPr>
          <p:cNvPr id="12" name="Text Placeholder 9">
            <a:extLst>
              <a:ext uri="{FF2B5EF4-FFF2-40B4-BE49-F238E27FC236}">
                <a16:creationId xmlns:a16="http://schemas.microsoft.com/office/drawing/2014/main" id="{DC816425-3FC2-9A7B-2B7C-E18A226352F6}"/>
              </a:ext>
            </a:extLst>
          </p:cNvPr>
          <p:cNvSpPr>
            <a:spLocks noGrp="1"/>
          </p:cNvSpPr>
          <p:nvPr>
            <p:ph type="body" sz="quarter" idx="11" hasCustomPrompt="1"/>
          </p:nvPr>
        </p:nvSpPr>
        <p:spPr>
          <a:xfrm>
            <a:off x="765717" y="4823261"/>
            <a:ext cx="11067508" cy="590931"/>
          </a:xfrm>
          <a:prstGeom prst="rect">
            <a:avLst/>
          </a:prstGeom>
        </p:spPr>
        <p:txBody>
          <a:bodyPr wrap="square">
            <a:spAutoFit/>
          </a:bodyPr>
          <a:lstStyle>
            <a:lvl1pPr marL="0" indent="0">
              <a:buNone/>
              <a:defRPr kumimoji="0" lang="en-US" sz="36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section title</a:t>
            </a:r>
          </a:p>
        </p:txBody>
      </p:sp>
      <p:pic>
        <p:nvPicPr>
          <p:cNvPr id="2" name="Picture 1">
            <a:extLst>
              <a:ext uri="{FF2B5EF4-FFF2-40B4-BE49-F238E27FC236}">
                <a16:creationId xmlns:a16="http://schemas.microsoft.com/office/drawing/2014/main" id="{73BAC2F3-1D6E-D9F7-4A78-98523A300297}"/>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36764572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ransition slide 04 (Branded)">
    <p:spTree>
      <p:nvGrpSpPr>
        <p:cNvPr id="1" name=""/>
        <p:cNvGrpSpPr/>
        <p:nvPr/>
      </p:nvGrpSpPr>
      <p:grpSpPr>
        <a:xfrm>
          <a:off x="0" y="0"/>
          <a:ext cx="0" cy="0"/>
          <a:chOff x="0" y="0"/>
          <a:chExt cx="0" cy="0"/>
        </a:xfrm>
      </p:grpSpPr>
      <p:cxnSp>
        <p:nvCxnSpPr>
          <p:cNvPr id="4" name="Straight Connector 6">
            <a:extLst>
              <a:ext uri="{FF2B5EF4-FFF2-40B4-BE49-F238E27FC236}">
                <a16:creationId xmlns:a16="http://schemas.microsoft.com/office/drawing/2014/main" id="{557D964C-A5EA-C90E-36EA-363F88B0DA48}"/>
              </a:ext>
            </a:extLst>
          </p:cNvPr>
          <p:cNvCxnSpPr>
            <a:cxnSpLocks/>
          </p:cNvCxnSpPr>
          <p:nvPr userDrawn="1"/>
        </p:nvCxnSpPr>
        <p:spPr>
          <a:xfrm flipH="1">
            <a:off x="-6" y="5088972"/>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 Placeholder 9">
            <a:extLst>
              <a:ext uri="{FF2B5EF4-FFF2-40B4-BE49-F238E27FC236}">
                <a16:creationId xmlns:a16="http://schemas.microsoft.com/office/drawing/2014/main" id="{24E85491-6F92-566D-FA30-83D5CCAEBF62}"/>
              </a:ext>
            </a:extLst>
          </p:cNvPr>
          <p:cNvSpPr>
            <a:spLocks noGrp="1"/>
          </p:cNvSpPr>
          <p:nvPr>
            <p:ph type="body" sz="quarter" idx="11" hasCustomPrompt="1"/>
          </p:nvPr>
        </p:nvSpPr>
        <p:spPr>
          <a:xfrm>
            <a:off x="765717" y="4823261"/>
            <a:ext cx="11067508" cy="590931"/>
          </a:xfrm>
          <a:prstGeom prst="rect">
            <a:avLst/>
          </a:prstGeom>
        </p:spPr>
        <p:txBody>
          <a:bodyPr wrap="square">
            <a:spAutoFit/>
          </a:bodyPr>
          <a:lstStyle>
            <a:lvl1pPr marL="0" indent="0">
              <a:buNone/>
              <a:defRPr kumimoji="0" lang="en-US" sz="36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section title</a:t>
            </a:r>
          </a:p>
        </p:txBody>
      </p:sp>
      <p:pic>
        <p:nvPicPr>
          <p:cNvPr id="3" name="Picture 2">
            <a:extLst>
              <a:ext uri="{FF2B5EF4-FFF2-40B4-BE49-F238E27FC236}">
                <a16:creationId xmlns:a16="http://schemas.microsoft.com/office/drawing/2014/main" id="{0A07467C-1266-67FE-77FF-613B9BFAEF32}"/>
              </a:ext>
            </a:extLst>
          </p:cNvPr>
          <p:cNvPicPr>
            <a:picLocks noChangeAspect="1"/>
          </p:cNvPicPr>
          <p:nvPr userDrawn="1"/>
        </p:nvPicPr>
        <p:blipFill>
          <a:blip r:embed="rId2"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20216719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lated Data slide">
    <p:spTree>
      <p:nvGrpSpPr>
        <p:cNvPr id="1" name=""/>
        <p:cNvGrpSpPr/>
        <p:nvPr/>
      </p:nvGrpSpPr>
      <p:grpSpPr>
        <a:xfrm>
          <a:off x="0" y="0"/>
          <a:ext cx="0" cy="0"/>
          <a:chOff x="0" y="0"/>
          <a:chExt cx="0" cy="0"/>
        </a:xfrm>
      </p:grpSpPr>
      <p:grpSp>
        <p:nvGrpSpPr>
          <p:cNvPr id="8" name="Csoportba foglalás 12">
            <a:extLst>
              <a:ext uri="{FF2B5EF4-FFF2-40B4-BE49-F238E27FC236}">
                <a16:creationId xmlns:a16="http://schemas.microsoft.com/office/drawing/2014/main" id="{7CA7D99E-79D3-8416-A510-918A5A97E41B}"/>
              </a:ext>
            </a:extLst>
          </p:cNvPr>
          <p:cNvGrpSpPr/>
          <p:nvPr userDrawn="1"/>
        </p:nvGrpSpPr>
        <p:grpSpPr>
          <a:xfrm>
            <a:off x="3671888" y="-1"/>
            <a:ext cx="8520113" cy="6857999"/>
            <a:chOff x="3671888" y="-1"/>
            <a:chExt cx="8520113" cy="6857999"/>
          </a:xfrm>
        </p:grpSpPr>
        <p:pic>
          <p:nvPicPr>
            <p:cNvPr id="9" name="Picture 15">
              <a:extLst>
                <a:ext uri="{FF2B5EF4-FFF2-40B4-BE49-F238E27FC236}">
                  <a16:creationId xmlns:a16="http://schemas.microsoft.com/office/drawing/2014/main" id="{A2E37D47-FC8F-4E98-F75D-45C10AFB9E01}"/>
                </a:ext>
              </a:extLst>
            </p:cNvPr>
            <p:cNvPicPr>
              <a:picLocks noChangeAspect="1"/>
            </p:cNvPicPr>
            <p:nvPr/>
          </p:nvPicPr>
          <p:blipFill rotWithShape="1">
            <a:blip r:embed="rId2" cstate="hqprint">
              <a:alphaModFix amt="50000"/>
              <a:extLst>
                <a:ext uri="{28A0092B-C50C-407E-A947-70E740481C1C}">
                  <a14:useLocalDpi xmlns:a14="http://schemas.microsoft.com/office/drawing/2010/main"/>
                </a:ext>
              </a:extLst>
            </a:blip>
            <a:srcRect/>
            <a:stretch/>
          </p:blipFill>
          <p:spPr>
            <a:xfrm>
              <a:off x="3671889" y="-1"/>
              <a:ext cx="8520112" cy="6857999"/>
            </a:xfrm>
            <a:prstGeom prst="rect">
              <a:avLst/>
            </a:prstGeom>
          </p:spPr>
        </p:pic>
        <p:sp>
          <p:nvSpPr>
            <p:cNvPr id="14" name="Rectangle 5">
              <a:extLst>
                <a:ext uri="{FF2B5EF4-FFF2-40B4-BE49-F238E27FC236}">
                  <a16:creationId xmlns:a16="http://schemas.microsoft.com/office/drawing/2014/main" id="{4A0520F5-2511-1089-56BA-437FF86E059F}"/>
                </a:ext>
              </a:extLst>
            </p:cNvPr>
            <p:cNvSpPr/>
            <p:nvPr/>
          </p:nvSpPr>
          <p:spPr>
            <a:xfrm flipH="1">
              <a:off x="3671888" y="0"/>
              <a:ext cx="8520112" cy="6857998"/>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grpSp>
      <p:cxnSp>
        <p:nvCxnSpPr>
          <p:cNvPr id="10" name="Straight Connector 6">
            <a:extLst>
              <a:ext uri="{FF2B5EF4-FFF2-40B4-BE49-F238E27FC236}">
                <a16:creationId xmlns:a16="http://schemas.microsoft.com/office/drawing/2014/main" id="{5DB07CEB-3A6F-E7A8-635C-974C1F5C38C7}"/>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 Placeholder 9">
            <a:extLst>
              <a:ext uri="{FF2B5EF4-FFF2-40B4-BE49-F238E27FC236}">
                <a16:creationId xmlns:a16="http://schemas.microsoft.com/office/drawing/2014/main" id="{557CDAD2-D952-76AE-9917-9C5FBE54EC4E}"/>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9" name="Text Placeholder 9">
            <a:extLst>
              <a:ext uri="{FF2B5EF4-FFF2-40B4-BE49-F238E27FC236}">
                <a16:creationId xmlns:a16="http://schemas.microsoft.com/office/drawing/2014/main" id="{69B7CF34-3571-8923-BEED-F69D9AB72D6C}"/>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
        <p:nvSpPr>
          <p:cNvPr id="20" name="Oval 19">
            <a:extLst>
              <a:ext uri="{FF2B5EF4-FFF2-40B4-BE49-F238E27FC236}">
                <a16:creationId xmlns:a16="http://schemas.microsoft.com/office/drawing/2014/main" id="{C320386E-9C32-A7DB-020A-6567BACDCA5B}"/>
              </a:ext>
            </a:extLst>
          </p:cNvPr>
          <p:cNvSpPr/>
          <p:nvPr userDrawn="1"/>
        </p:nvSpPr>
        <p:spPr>
          <a:xfrm>
            <a:off x="7010713" y="1386054"/>
            <a:ext cx="4104955" cy="4104955"/>
          </a:xfrm>
          <a:prstGeom prst="ellipse">
            <a:avLst/>
          </a:prstGeom>
          <a:solidFill>
            <a:srgbClr val="FFFFFF"/>
          </a:solidFill>
          <a:ln w="12700" cap="flat" cmpd="sng" algn="ctr">
            <a:solidFill>
              <a:srgbClr val="D31B2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Lato"/>
              <a:ea typeface="+mn-ea"/>
              <a:cs typeface="+mn-cs"/>
            </a:endParaRPr>
          </a:p>
        </p:txBody>
      </p:sp>
      <p:sp>
        <p:nvSpPr>
          <p:cNvPr id="25" name="Oval 24">
            <a:extLst>
              <a:ext uri="{FF2B5EF4-FFF2-40B4-BE49-F238E27FC236}">
                <a16:creationId xmlns:a16="http://schemas.microsoft.com/office/drawing/2014/main" id="{96C8EB1B-9ED9-F8C9-8A9C-0199C211A120}"/>
              </a:ext>
            </a:extLst>
          </p:cNvPr>
          <p:cNvSpPr/>
          <p:nvPr userDrawn="1"/>
        </p:nvSpPr>
        <p:spPr>
          <a:xfrm>
            <a:off x="5091241" y="936405"/>
            <a:ext cx="2775645" cy="2775645"/>
          </a:xfrm>
          <a:prstGeom prst="ellipse">
            <a:avLst/>
          </a:prstGeom>
          <a:gradFill>
            <a:gsLst>
              <a:gs pos="63000">
                <a:srgbClr val="FFFFFF"/>
              </a:gs>
              <a:gs pos="100000">
                <a:srgbClr val="FFFFFF">
                  <a:alpha val="0"/>
                </a:srgbClr>
              </a:gs>
            </a:gsLst>
            <a:lin ang="0" scaled="0"/>
          </a:gradFill>
          <a:ln w="12700" cap="flat" cmpd="sng" algn="ctr">
            <a:solidFill>
              <a:srgbClr val="0ECCD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1700" b="0" i="0" u="none" strike="noStrike" kern="0" cap="none" spc="0" normalizeH="0" baseline="0" noProof="0">
              <a:ln>
                <a:noFill/>
              </a:ln>
              <a:solidFill>
                <a:srgbClr val="000000"/>
              </a:solidFill>
              <a:effectLst/>
              <a:uLnTx/>
              <a:uFillTx/>
              <a:latin typeface="Lato"/>
              <a:ea typeface="+mn-ea"/>
              <a:cs typeface="+mn-cs"/>
            </a:endParaRPr>
          </a:p>
        </p:txBody>
      </p:sp>
      <p:sp>
        <p:nvSpPr>
          <p:cNvPr id="21" name="Text Placeholder 20">
            <a:extLst>
              <a:ext uri="{FF2B5EF4-FFF2-40B4-BE49-F238E27FC236}">
                <a16:creationId xmlns:a16="http://schemas.microsoft.com/office/drawing/2014/main" id="{2A863A92-DE45-4DF4-3D73-B15B072F3D96}"/>
              </a:ext>
            </a:extLst>
          </p:cNvPr>
          <p:cNvSpPr>
            <a:spLocks noGrp="1"/>
          </p:cNvSpPr>
          <p:nvPr>
            <p:ph type="body" sz="quarter" idx="13" hasCustomPrompt="1"/>
          </p:nvPr>
        </p:nvSpPr>
        <p:spPr>
          <a:xfrm>
            <a:off x="5541327" y="1768553"/>
            <a:ext cx="1875474" cy="463550"/>
          </a:xfrm>
          <a:prstGeom prst="rect">
            <a:avLst/>
          </a:prstGeom>
        </p:spPr>
        <p:txBody>
          <a:bodyPr/>
          <a:lstStyle>
            <a:lvl1pPr marL="0" indent="0" algn="ctr">
              <a:buNone/>
              <a:defRPr kumimoji="0" lang="en-US" sz="4200" b="1" i="0" u="none" strike="noStrike" kern="0" cap="none" spc="0" normalizeH="0" baseline="0" dirty="0" smtClean="0">
                <a:ln>
                  <a:noFill/>
                </a:ln>
                <a:solidFill>
                  <a:schemeClr val="accent2"/>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1,2,3…</a:t>
            </a:r>
            <a:endParaRPr lang="ru-RU"/>
          </a:p>
        </p:txBody>
      </p:sp>
      <p:sp>
        <p:nvSpPr>
          <p:cNvPr id="22" name="Text Placeholder 20">
            <a:extLst>
              <a:ext uri="{FF2B5EF4-FFF2-40B4-BE49-F238E27FC236}">
                <a16:creationId xmlns:a16="http://schemas.microsoft.com/office/drawing/2014/main" id="{74C13545-7E97-9EB8-6128-BCB97F8D03DB}"/>
              </a:ext>
            </a:extLst>
          </p:cNvPr>
          <p:cNvSpPr>
            <a:spLocks noGrp="1"/>
          </p:cNvSpPr>
          <p:nvPr>
            <p:ph type="body" sz="quarter" idx="14" hasCustomPrompt="1"/>
          </p:nvPr>
        </p:nvSpPr>
        <p:spPr>
          <a:xfrm>
            <a:off x="5554300" y="2445406"/>
            <a:ext cx="1849526" cy="463550"/>
          </a:xfrm>
          <a:prstGeom prst="rect">
            <a:avLst/>
          </a:prstGeom>
        </p:spPr>
        <p:txBody>
          <a:bodyPr/>
          <a:lstStyle>
            <a:lvl1pPr marL="0" indent="0" algn="ctr">
              <a:buNone/>
              <a:defRPr kumimoji="0" lang="ru-RU" sz="1400" b="0" i="0" u="none" strike="noStrike" kern="0" cap="none" spc="0" normalizeH="0" baseline="0" dirty="0">
                <a:ln>
                  <a:noFill/>
                </a:ln>
                <a:solidFill>
                  <a:schemeClr val="bg1"/>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Click to add text</a:t>
            </a:r>
            <a:endParaRPr lang="ru-RU"/>
          </a:p>
        </p:txBody>
      </p:sp>
      <p:sp>
        <p:nvSpPr>
          <p:cNvPr id="23" name="Text Placeholder 20">
            <a:extLst>
              <a:ext uri="{FF2B5EF4-FFF2-40B4-BE49-F238E27FC236}">
                <a16:creationId xmlns:a16="http://schemas.microsoft.com/office/drawing/2014/main" id="{83B62779-1F3B-E13F-28D9-DFE2BB427BF9}"/>
              </a:ext>
            </a:extLst>
          </p:cNvPr>
          <p:cNvSpPr>
            <a:spLocks noGrp="1"/>
          </p:cNvSpPr>
          <p:nvPr>
            <p:ph type="body" sz="quarter" idx="15" hasCustomPrompt="1"/>
          </p:nvPr>
        </p:nvSpPr>
        <p:spPr>
          <a:xfrm>
            <a:off x="8125453" y="2884880"/>
            <a:ext cx="1875474" cy="463550"/>
          </a:xfrm>
          <a:prstGeom prst="rect">
            <a:avLst/>
          </a:prstGeom>
        </p:spPr>
        <p:txBody>
          <a:bodyPr/>
          <a:lstStyle>
            <a:lvl1pPr marL="0" indent="0" algn="ctr">
              <a:buNone/>
              <a:defRPr kumimoji="0" lang="en-US" sz="4200" b="1" i="0" u="none" strike="noStrike" kern="0" cap="none" spc="0" normalizeH="0" baseline="0" dirty="0" smtClean="0">
                <a:ln>
                  <a:noFill/>
                </a:ln>
                <a:solidFill>
                  <a:schemeClr val="accent1"/>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1,2,3…</a:t>
            </a:r>
            <a:endParaRPr lang="ru-RU"/>
          </a:p>
        </p:txBody>
      </p:sp>
      <p:sp>
        <p:nvSpPr>
          <p:cNvPr id="24" name="Text Placeholder 20">
            <a:extLst>
              <a:ext uri="{FF2B5EF4-FFF2-40B4-BE49-F238E27FC236}">
                <a16:creationId xmlns:a16="http://schemas.microsoft.com/office/drawing/2014/main" id="{EFAE3CC6-2818-0015-B1A4-41939D2B225D}"/>
              </a:ext>
            </a:extLst>
          </p:cNvPr>
          <p:cNvSpPr>
            <a:spLocks noGrp="1"/>
          </p:cNvSpPr>
          <p:nvPr>
            <p:ph type="body" sz="quarter" idx="16" hasCustomPrompt="1"/>
          </p:nvPr>
        </p:nvSpPr>
        <p:spPr>
          <a:xfrm>
            <a:off x="8138427" y="3561733"/>
            <a:ext cx="1849526" cy="463550"/>
          </a:xfrm>
          <a:prstGeom prst="rect">
            <a:avLst/>
          </a:prstGeom>
        </p:spPr>
        <p:txBody>
          <a:bodyPr/>
          <a:lstStyle>
            <a:lvl1pPr marL="0" indent="0" algn="ctr">
              <a:buNone/>
              <a:defRPr kumimoji="0" lang="ru-RU" sz="1400" b="0" i="0" u="none" strike="noStrike" kern="0" cap="none" spc="0" normalizeH="0" baseline="0" dirty="0">
                <a:ln>
                  <a:noFill/>
                </a:ln>
                <a:solidFill>
                  <a:schemeClr val="bg1"/>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Click to add text</a:t>
            </a:r>
            <a:endParaRPr lang="ru-RU"/>
          </a:p>
        </p:txBody>
      </p:sp>
      <p:pic>
        <p:nvPicPr>
          <p:cNvPr id="2" name="Picture 1">
            <a:extLst>
              <a:ext uri="{FF2B5EF4-FFF2-40B4-BE49-F238E27FC236}">
                <a16:creationId xmlns:a16="http://schemas.microsoft.com/office/drawing/2014/main" id="{CB229484-FA55-18A9-C374-399E16950CA0}"/>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39243252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nn Diagram">
    <p:spTree>
      <p:nvGrpSpPr>
        <p:cNvPr id="1" name=""/>
        <p:cNvGrpSpPr/>
        <p:nvPr/>
      </p:nvGrpSpPr>
      <p:grpSpPr>
        <a:xfrm>
          <a:off x="0" y="0"/>
          <a:ext cx="0" cy="0"/>
          <a:chOff x="0" y="0"/>
          <a:chExt cx="0" cy="0"/>
        </a:xfrm>
      </p:grpSpPr>
      <p:grpSp>
        <p:nvGrpSpPr>
          <p:cNvPr id="10" name="Csoportba foglalás 12">
            <a:extLst>
              <a:ext uri="{FF2B5EF4-FFF2-40B4-BE49-F238E27FC236}">
                <a16:creationId xmlns:a16="http://schemas.microsoft.com/office/drawing/2014/main" id="{88A59E48-B51C-9744-8150-707A91BE4B40}"/>
              </a:ext>
            </a:extLst>
          </p:cNvPr>
          <p:cNvGrpSpPr/>
          <p:nvPr userDrawn="1"/>
        </p:nvGrpSpPr>
        <p:grpSpPr>
          <a:xfrm>
            <a:off x="3671888" y="-1"/>
            <a:ext cx="8520113" cy="6857999"/>
            <a:chOff x="3671888" y="-1"/>
            <a:chExt cx="8520113" cy="6857999"/>
          </a:xfrm>
        </p:grpSpPr>
        <p:pic>
          <p:nvPicPr>
            <p:cNvPr id="11" name="Picture 15">
              <a:extLst>
                <a:ext uri="{FF2B5EF4-FFF2-40B4-BE49-F238E27FC236}">
                  <a16:creationId xmlns:a16="http://schemas.microsoft.com/office/drawing/2014/main" id="{8B7AB3FE-4AD0-5BF7-3EE5-10D21516C4E1}"/>
                </a:ext>
              </a:extLst>
            </p:cNvPr>
            <p:cNvPicPr>
              <a:picLocks noChangeAspect="1"/>
            </p:cNvPicPr>
            <p:nvPr/>
          </p:nvPicPr>
          <p:blipFill rotWithShape="1">
            <a:blip r:embed="rId2" cstate="hqprint">
              <a:alphaModFix amt="50000"/>
              <a:extLst>
                <a:ext uri="{28A0092B-C50C-407E-A947-70E740481C1C}">
                  <a14:useLocalDpi xmlns:a14="http://schemas.microsoft.com/office/drawing/2010/main"/>
                </a:ext>
              </a:extLst>
            </a:blip>
            <a:srcRect/>
            <a:stretch/>
          </p:blipFill>
          <p:spPr>
            <a:xfrm>
              <a:off x="3671889" y="-1"/>
              <a:ext cx="8520112" cy="6857999"/>
            </a:xfrm>
            <a:prstGeom prst="rect">
              <a:avLst/>
            </a:prstGeom>
          </p:spPr>
        </p:pic>
        <p:sp>
          <p:nvSpPr>
            <p:cNvPr id="12" name="Rectangle 5">
              <a:extLst>
                <a:ext uri="{FF2B5EF4-FFF2-40B4-BE49-F238E27FC236}">
                  <a16:creationId xmlns:a16="http://schemas.microsoft.com/office/drawing/2014/main" id="{F833582A-ABF9-5EF2-E217-4095C95B44AD}"/>
                </a:ext>
              </a:extLst>
            </p:cNvPr>
            <p:cNvSpPr/>
            <p:nvPr/>
          </p:nvSpPr>
          <p:spPr>
            <a:xfrm flipH="1">
              <a:off x="3671888" y="0"/>
              <a:ext cx="8520112" cy="6857998"/>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chemeClr val="bg1"/>
                </a:solidFill>
                <a:effectLst/>
                <a:uLnTx/>
                <a:uFillTx/>
                <a:latin typeface="Lato"/>
                <a:ea typeface="+mn-ea"/>
                <a:cs typeface="+mn-cs"/>
              </a:endParaRPr>
            </a:p>
          </p:txBody>
        </p:sp>
      </p:grpSp>
      <p:pic>
        <p:nvPicPr>
          <p:cNvPr id="13" name="Picture 12">
            <a:extLst>
              <a:ext uri="{FF2B5EF4-FFF2-40B4-BE49-F238E27FC236}">
                <a16:creationId xmlns:a16="http://schemas.microsoft.com/office/drawing/2014/main" id="{B5089005-AF30-E3C7-27A4-6705D0A0BB14}"/>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grpSp>
        <p:nvGrpSpPr>
          <p:cNvPr id="22" name="Group 21">
            <a:extLst>
              <a:ext uri="{FF2B5EF4-FFF2-40B4-BE49-F238E27FC236}">
                <a16:creationId xmlns:a16="http://schemas.microsoft.com/office/drawing/2014/main" id="{DF5C4DC1-F29A-7830-D02A-E7FFDF6C93CC}"/>
              </a:ext>
            </a:extLst>
          </p:cNvPr>
          <p:cNvGrpSpPr/>
          <p:nvPr userDrawn="1"/>
        </p:nvGrpSpPr>
        <p:grpSpPr>
          <a:xfrm>
            <a:off x="5449651" y="935973"/>
            <a:ext cx="4964586" cy="4617721"/>
            <a:chOff x="5344482" y="914901"/>
            <a:chExt cx="4964586" cy="4617721"/>
          </a:xfrm>
        </p:grpSpPr>
        <p:sp>
          <p:nvSpPr>
            <p:cNvPr id="23" name="Oval 15">
              <a:extLst>
                <a:ext uri="{FF2B5EF4-FFF2-40B4-BE49-F238E27FC236}">
                  <a16:creationId xmlns:a16="http://schemas.microsoft.com/office/drawing/2014/main" id="{9AAC9F55-2E95-2EA2-473D-A95E542FADF1}"/>
                </a:ext>
              </a:extLst>
            </p:cNvPr>
            <p:cNvSpPr/>
            <p:nvPr/>
          </p:nvSpPr>
          <p:spPr>
            <a:xfrm>
              <a:off x="7540782" y="914901"/>
              <a:ext cx="2768286" cy="2768286"/>
            </a:xfrm>
            <a:prstGeom prst="ellipse">
              <a:avLst/>
            </a:prstGeom>
            <a:solidFill>
              <a:srgbClr val="FFFFFF">
                <a:alpha val="50000"/>
              </a:srgbClr>
            </a:solidFill>
            <a:ln w="12700" cap="flat" cmpd="sng" algn="ctr">
              <a:solidFill>
                <a:srgbClr val="D31B2C"/>
              </a:solidFill>
              <a:prstDash val="solid"/>
              <a:miter lim="800000"/>
            </a:ln>
            <a:effectLst/>
          </p:spPr>
          <p:txBody>
            <a:bodyPr lIns="324000" rIns="0" bIns="251999"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1400" b="0" i="0" u="none" strike="noStrike" kern="0" cap="none" spc="0" normalizeH="0" baseline="0" noProof="0">
                <a:ln>
                  <a:noFill/>
                </a:ln>
                <a:solidFill>
                  <a:schemeClr val="bg1"/>
                </a:solidFill>
                <a:effectLst/>
                <a:uLnTx/>
                <a:uFillTx/>
                <a:latin typeface="Lato"/>
                <a:ea typeface="+mn-ea"/>
                <a:cs typeface="+mn-cs"/>
              </a:endParaRPr>
            </a:p>
          </p:txBody>
        </p:sp>
        <p:sp>
          <p:nvSpPr>
            <p:cNvPr id="24" name="Oval 18">
              <a:extLst>
                <a:ext uri="{FF2B5EF4-FFF2-40B4-BE49-F238E27FC236}">
                  <a16:creationId xmlns:a16="http://schemas.microsoft.com/office/drawing/2014/main" id="{50EED221-66F4-D375-71BA-03E104C5C9C8}"/>
                </a:ext>
              </a:extLst>
            </p:cNvPr>
            <p:cNvSpPr/>
            <p:nvPr/>
          </p:nvSpPr>
          <p:spPr>
            <a:xfrm>
              <a:off x="6442632" y="2764336"/>
              <a:ext cx="2768286" cy="2768286"/>
            </a:xfrm>
            <a:prstGeom prst="ellipse">
              <a:avLst/>
            </a:prstGeom>
            <a:solidFill>
              <a:srgbClr val="FFFFFF">
                <a:alpha val="50000"/>
              </a:srgbClr>
            </a:solidFill>
            <a:ln w="12700" cap="flat" cmpd="sng" algn="ctr">
              <a:solidFill>
                <a:srgbClr val="827878"/>
              </a:solidFill>
              <a:prstDash val="solid"/>
              <a:miter lim="800000"/>
            </a:ln>
            <a:effectLst/>
          </p:spPr>
          <p:txBody>
            <a:bodyPr tIns="46800"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1400" b="0" i="0" u="none" strike="noStrike" kern="0" cap="none" spc="0" normalizeH="0" baseline="0" noProof="0">
                <a:ln>
                  <a:noFill/>
                </a:ln>
                <a:solidFill>
                  <a:schemeClr val="bg1"/>
                </a:solidFill>
                <a:effectLst/>
                <a:uLnTx/>
                <a:uFillTx/>
                <a:latin typeface="Lato"/>
                <a:ea typeface="+mn-ea"/>
                <a:cs typeface="+mn-cs"/>
              </a:endParaRPr>
            </a:p>
          </p:txBody>
        </p:sp>
        <p:sp>
          <p:nvSpPr>
            <p:cNvPr id="33" name="Oval 19">
              <a:extLst>
                <a:ext uri="{FF2B5EF4-FFF2-40B4-BE49-F238E27FC236}">
                  <a16:creationId xmlns:a16="http://schemas.microsoft.com/office/drawing/2014/main" id="{1907B287-8F57-2F40-ED6C-9E136D43CDBF}"/>
                </a:ext>
              </a:extLst>
            </p:cNvPr>
            <p:cNvSpPr/>
            <p:nvPr/>
          </p:nvSpPr>
          <p:spPr>
            <a:xfrm>
              <a:off x="5344482" y="914901"/>
              <a:ext cx="2768286" cy="2768286"/>
            </a:xfrm>
            <a:prstGeom prst="ellipse">
              <a:avLst/>
            </a:prstGeom>
            <a:solidFill>
              <a:srgbClr val="FFFFFF">
                <a:alpha val="50000"/>
              </a:srgbClr>
            </a:solidFill>
            <a:ln w="12700" cap="flat" cmpd="sng" algn="ctr">
              <a:solidFill>
                <a:srgbClr val="0ECCDE"/>
              </a:solidFill>
              <a:prstDash val="solid"/>
              <a:miter lim="800000"/>
            </a:ln>
            <a:effectLst/>
          </p:spPr>
          <p:txBody>
            <a:bodyPr lIns="0" rIns="324000" bIns="251999"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1400" b="0" i="0" u="none" strike="noStrike" kern="0" cap="none" spc="0" normalizeH="0" baseline="0" noProof="0">
                <a:ln>
                  <a:noFill/>
                </a:ln>
                <a:solidFill>
                  <a:schemeClr val="bg1"/>
                </a:solidFill>
                <a:effectLst/>
                <a:uLnTx/>
                <a:uFillTx/>
                <a:latin typeface="Lato"/>
                <a:ea typeface="+mn-ea"/>
                <a:cs typeface="+mn-cs"/>
              </a:endParaRPr>
            </a:p>
          </p:txBody>
        </p:sp>
      </p:grpSp>
      <p:cxnSp>
        <p:nvCxnSpPr>
          <p:cNvPr id="9" name="Straight Connector 6">
            <a:extLst>
              <a:ext uri="{FF2B5EF4-FFF2-40B4-BE49-F238E27FC236}">
                <a16:creationId xmlns:a16="http://schemas.microsoft.com/office/drawing/2014/main" id="{67EF4BA4-8F80-560F-63D7-462D0F8AF331}"/>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Text Placeholder 20">
            <a:extLst>
              <a:ext uri="{FF2B5EF4-FFF2-40B4-BE49-F238E27FC236}">
                <a16:creationId xmlns:a16="http://schemas.microsoft.com/office/drawing/2014/main" id="{3E0CA4AB-CB17-B67A-EB7B-094CCB54B4D9}"/>
              </a:ext>
            </a:extLst>
          </p:cNvPr>
          <p:cNvSpPr>
            <a:spLocks noGrp="1"/>
          </p:cNvSpPr>
          <p:nvPr>
            <p:ph type="body" sz="quarter" idx="15" hasCustomPrompt="1"/>
          </p:nvPr>
        </p:nvSpPr>
        <p:spPr>
          <a:xfrm>
            <a:off x="8092357" y="1556074"/>
            <a:ext cx="1875474" cy="463550"/>
          </a:xfrm>
          <a:prstGeom prst="rect">
            <a:avLst/>
          </a:prstGeom>
        </p:spPr>
        <p:txBody>
          <a:bodyPr/>
          <a:lstStyle>
            <a:lvl1pPr marL="0" indent="0" algn="ctr">
              <a:buNone/>
              <a:defRPr kumimoji="0" lang="en-US" sz="4200" b="1" i="0" u="none" strike="noStrike" kern="0" cap="none" spc="0" normalizeH="0" baseline="0" dirty="0" smtClean="0">
                <a:ln>
                  <a:noFill/>
                </a:ln>
                <a:solidFill>
                  <a:schemeClr val="bg1"/>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1,2,3…</a:t>
            </a:r>
            <a:endParaRPr lang="ru-RU"/>
          </a:p>
        </p:txBody>
      </p:sp>
      <p:sp>
        <p:nvSpPr>
          <p:cNvPr id="30" name="Text Placeholder 20">
            <a:extLst>
              <a:ext uri="{FF2B5EF4-FFF2-40B4-BE49-F238E27FC236}">
                <a16:creationId xmlns:a16="http://schemas.microsoft.com/office/drawing/2014/main" id="{92E84C48-48EF-93B5-C6FA-7252AF6108FC}"/>
              </a:ext>
            </a:extLst>
          </p:cNvPr>
          <p:cNvSpPr>
            <a:spLocks noGrp="1"/>
          </p:cNvSpPr>
          <p:nvPr>
            <p:ph type="body" sz="quarter" idx="16" hasCustomPrompt="1"/>
          </p:nvPr>
        </p:nvSpPr>
        <p:spPr>
          <a:xfrm>
            <a:off x="8105331" y="2255306"/>
            <a:ext cx="1849526" cy="626629"/>
          </a:xfrm>
          <a:prstGeom prst="rect">
            <a:avLst/>
          </a:prstGeom>
        </p:spPr>
        <p:txBody>
          <a:bodyPr/>
          <a:lstStyle>
            <a:lvl1pPr marL="0" indent="0" algn="ctr">
              <a:buNone/>
              <a:defRPr kumimoji="0" lang="ru-RU" sz="1400" b="0" i="0" u="none" strike="noStrike" kern="0" cap="none" spc="0" normalizeH="0" baseline="0" dirty="0">
                <a:ln>
                  <a:noFill/>
                </a:ln>
                <a:solidFill>
                  <a:schemeClr val="bg1"/>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Click to add text</a:t>
            </a:r>
            <a:endParaRPr lang="ru-RU"/>
          </a:p>
        </p:txBody>
      </p:sp>
      <p:sp>
        <p:nvSpPr>
          <p:cNvPr id="31" name="Text Placeholder 20">
            <a:extLst>
              <a:ext uri="{FF2B5EF4-FFF2-40B4-BE49-F238E27FC236}">
                <a16:creationId xmlns:a16="http://schemas.microsoft.com/office/drawing/2014/main" id="{58D89EFE-9346-B40E-8867-D8CC170A3ADD}"/>
              </a:ext>
            </a:extLst>
          </p:cNvPr>
          <p:cNvSpPr>
            <a:spLocks noGrp="1"/>
          </p:cNvSpPr>
          <p:nvPr>
            <p:ph type="body" sz="quarter" idx="17" hasCustomPrompt="1"/>
          </p:nvPr>
        </p:nvSpPr>
        <p:spPr>
          <a:xfrm>
            <a:off x="6994207" y="3610207"/>
            <a:ext cx="1875474" cy="463550"/>
          </a:xfrm>
          <a:prstGeom prst="rect">
            <a:avLst/>
          </a:prstGeom>
        </p:spPr>
        <p:txBody>
          <a:bodyPr/>
          <a:lstStyle>
            <a:lvl1pPr marL="0" indent="0" algn="ctr">
              <a:buNone/>
              <a:defRPr kumimoji="0" lang="en-US" sz="4200" b="1" i="0" u="none" strike="noStrike" kern="0" cap="none" spc="0" normalizeH="0" baseline="0" dirty="0" smtClean="0">
                <a:ln>
                  <a:noFill/>
                </a:ln>
                <a:solidFill>
                  <a:schemeClr val="bg1"/>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1,2,3…</a:t>
            </a:r>
            <a:endParaRPr lang="ru-RU"/>
          </a:p>
        </p:txBody>
      </p:sp>
      <p:sp>
        <p:nvSpPr>
          <p:cNvPr id="32" name="Text Placeholder 20">
            <a:extLst>
              <a:ext uri="{FF2B5EF4-FFF2-40B4-BE49-F238E27FC236}">
                <a16:creationId xmlns:a16="http://schemas.microsoft.com/office/drawing/2014/main" id="{2282450C-389F-1668-74C6-069E6D4DA3B5}"/>
              </a:ext>
            </a:extLst>
          </p:cNvPr>
          <p:cNvSpPr>
            <a:spLocks noGrp="1"/>
          </p:cNvSpPr>
          <p:nvPr>
            <p:ph type="body" sz="quarter" idx="18" hasCustomPrompt="1"/>
          </p:nvPr>
        </p:nvSpPr>
        <p:spPr>
          <a:xfrm>
            <a:off x="7007181" y="4309439"/>
            <a:ext cx="1849526" cy="626629"/>
          </a:xfrm>
          <a:prstGeom prst="rect">
            <a:avLst/>
          </a:prstGeom>
        </p:spPr>
        <p:txBody>
          <a:bodyPr/>
          <a:lstStyle>
            <a:lvl1pPr marL="0" indent="0" algn="ctr">
              <a:buNone/>
              <a:defRPr kumimoji="0" lang="ru-RU" sz="1400" b="0" i="0" u="none" strike="noStrike" kern="0" cap="none" spc="0" normalizeH="0" baseline="0" dirty="0">
                <a:ln>
                  <a:noFill/>
                </a:ln>
                <a:solidFill>
                  <a:schemeClr val="bg1"/>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Click to add text</a:t>
            </a:r>
            <a:endParaRPr lang="ru-RU"/>
          </a:p>
        </p:txBody>
      </p:sp>
      <p:sp>
        <p:nvSpPr>
          <p:cNvPr id="25" name="Text Placeholder 9">
            <a:extLst>
              <a:ext uri="{FF2B5EF4-FFF2-40B4-BE49-F238E27FC236}">
                <a16:creationId xmlns:a16="http://schemas.microsoft.com/office/drawing/2014/main" id="{C9E7FC48-A1DE-9EB5-8391-D5F56622214A}"/>
              </a:ext>
            </a:extLst>
          </p:cNvPr>
          <p:cNvSpPr>
            <a:spLocks noGrp="1"/>
          </p:cNvSpPr>
          <p:nvPr userDrawn="1">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26" name="Text Placeholder 9">
            <a:extLst>
              <a:ext uri="{FF2B5EF4-FFF2-40B4-BE49-F238E27FC236}">
                <a16:creationId xmlns:a16="http://schemas.microsoft.com/office/drawing/2014/main" id="{BC7C4572-2C46-F458-C99D-E325DCED99B5}"/>
              </a:ext>
            </a:extLst>
          </p:cNvPr>
          <p:cNvSpPr>
            <a:spLocks noGrp="1"/>
          </p:cNvSpPr>
          <p:nvPr userDrawn="1">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
        <p:nvSpPr>
          <p:cNvPr id="27" name="Text Placeholder 20">
            <a:extLst>
              <a:ext uri="{FF2B5EF4-FFF2-40B4-BE49-F238E27FC236}">
                <a16:creationId xmlns:a16="http://schemas.microsoft.com/office/drawing/2014/main" id="{6E3643BC-4B92-79ED-5F57-1DF1A338B526}"/>
              </a:ext>
            </a:extLst>
          </p:cNvPr>
          <p:cNvSpPr>
            <a:spLocks noGrp="1"/>
          </p:cNvSpPr>
          <p:nvPr>
            <p:ph type="body" sz="quarter" idx="13" hasCustomPrompt="1"/>
          </p:nvPr>
        </p:nvSpPr>
        <p:spPr>
          <a:xfrm>
            <a:off x="5896057" y="1556074"/>
            <a:ext cx="1875474" cy="463550"/>
          </a:xfrm>
          <a:prstGeom prst="rect">
            <a:avLst/>
          </a:prstGeom>
        </p:spPr>
        <p:txBody>
          <a:bodyPr/>
          <a:lstStyle>
            <a:lvl1pPr marL="0" indent="0" algn="ctr">
              <a:buNone/>
              <a:defRPr kumimoji="0" lang="en-US" sz="4200" b="1" i="0" u="none" strike="noStrike" kern="0" cap="none" spc="0" normalizeH="0" baseline="0" dirty="0" smtClean="0">
                <a:ln>
                  <a:noFill/>
                </a:ln>
                <a:solidFill>
                  <a:schemeClr val="bg1"/>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1,2,3…</a:t>
            </a:r>
            <a:endParaRPr lang="ru-RU"/>
          </a:p>
        </p:txBody>
      </p:sp>
      <p:sp>
        <p:nvSpPr>
          <p:cNvPr id="28" name="Text Placeholder 20">
            <a:extLst>
              <a:ext uri="{FF2B5EF4-FFF2-40B4-BE49-F238E27FC236}">
                <a16:creationId xmlns:a16="http://schemas.microsoft.com/office/drawing/2014/main" id="{3AA7EBE8-011E-53DB-71AE-974260E4E2FA}"/>
              </a:ext>
            </a:extLst>
          </p:cNvPr>
          <p:cNvSpPr>
            <a:spLocks noGrp="1"/>
          </p:cNvSpPr>
          <p:nvPr>
            <p:ph type="body" sz="quarter" idx="14" hasCustomPrompt="1"/>
          </p:nvPr>
        </p:nvSpPr>
        <p:spPr>
          <a:xfrm>
            <a:off x="5909031" y="2255306"/>
            <a:ext cx="1849526" cy="626629"/>
          </a:xfrm>
          <a:prstGeom prst="rect">
            <a:avLst/>
          </a:prstGeom>
        </p:spPr>
        <p:txBody>
          <a:bodyPr/>
          <a:lstStyle>
            <a:lvl1pPr marL="0" indent="0" algn="ctr">
              <a:buNone/>
              <a:defRPr kumimoji="0" lang="ru-RU" sz="1400" b="0" i="0" u="none" strike="noStrike" kern="0" cap="none" spc="0" normalizeH="0" baseline="0" dirty="0">
                <a:ln>
                  <a:noFill/>
                </a:ln>
                <a:solidFill>
                  <a:schemeClr val="bg1"/>
                </a:solidFill>
                <a:effectLst/>
                <a:uLnTx/>
                <a:uFillTx/>
                <a:latin typeface="Lato"/>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Click to add text</a:t>
            </a:r>
            <a:endParaRPr lang="ru-RU"/>
          </a:p>
        </p:txBody>
      </p:sp>
    </p:spTree>
    <p:extLst>
      <p:ext uri="{BB962C8B-B14F-4D97-AF65-F5344CB8AC3E}">
        <p14:creationId xmlns:p14="http://schemas.microsoft.com/office/powerpoint/2010/main" val="27370894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Key Message">
    <p:spTree>
      <p:nvGrpSpPr>
        <p:cNvPr id="1" name=""/>
        <p:cNvGrpSpPr/>
        <p:nvPr/>
      </p:nvGrpSpPr>
      <p:grpSpPr>
        <a:xfrm>
          <a:off x="0" y="0"/>
          <a:ext cx="0" cy="0"/>
          <a:chOff x="0" y="0"/>
          <a:chExt cx="0" cy="0"/>
        </a:xfrm>
      </p:grpSpPr>
      <p:cxnSp>
        <p:nvCxnSpPr>
          <p:cNvPr id="6" name="Straight Connector 6">
            <a:extLst>
              <a:ext uri="{FF2B5EF4-FFF2-40B4-BE49-F238E27FC236}">
                <a16:creationId xmlns:a16="http://schemas.microsoft.com/office/drawing/2014/main" id="{139E81B4-0368-88B0-8C34-B3D4959B186C}"/>
              </a:ext>
            </a:extLst>
          </p:cNvPr>
          <p:cNvCxnSpPr>
            <a:cxnSpLocks/>
          </p:cNvCxnSpPr>
          <p:nvPr userDrawn="1"/>
        </p:nvCxnSpPr>
        <p:spPr>
          <a:xfrm flipH="1">
            <a:off x="-6" y="4916348"/>
            <a:ext cx="481257" cy="0"/>
          </a:xfrm>
          <a:prstGeom prst="line">
            <a:avLst/>
          </a:prstGeom>
          <a:noFill/>
          <a:ln w="25400" cap="flat" cmpd="sng" algn="ctr">
            <a:solidFill>
              <a:srgbClr val="D31B2C"/>
            </a:solidFill>
            <a:prstDash val="solid"/>
            <a:miter lim="800000"/>
          </a:ln>
          <a:effectLst/>
        </p:spPr>
      </p:cxnSp>
      <p:sp>
        <p:nvSpPr>
          <p:cNvPr id="12" name="Text Placeholder 9">
            <a:extLst>
              <a:ext uri="{FF2B5EF4-FFF2-40B4-BE49-F238E27FC236}">
                <a16:creationId xmlns:a16="http://schemas.microsoft.com/office/drawing/2014/main" id="{DF15F808-085C-2B1C-F17B-891B0A546329}"/>
              </a:ext>
            </a:extLst>
          </p:cNvPr>
          <p:cNvSpPr>
            <a:spLocks noGrp="1"/>
          </p:cNvSpPr>
          <p:nvPr>
            <p:ph type="body" sz="quarter" idx="11" hasCustomPrompt="1"/>
          </p:nvPr>
        </p:nvSpPr>
        <p:spPr>
          <a:xfrm>
            <a:off x="765717" y="4707372"/>
            <a:ext cx="5254083" cy="466281"/>
          </a:xfrm>
          <a:prstGeom prst="rect">
            <a:avLst/>
          </a:prstGeom>
        </p:spPr>
        <p:txBody>
          <a:bodyPr wrap="square">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3" name="Text Placeholder 9">
            <a:extLst>
              <a:ext uri="{FF2B5EF4-FFF2-40B4-BE49-F238E27FC236}">
                <a16:creationId xmlns:a16="http://schemas.microsoft.com/office/drawing/2014/main" id="{9B671D21-E91B-C512-3B51-02FA6A2C5F91}"/>
              </a:ext>
            </a:extLst>
          </p:cNvPr>
          <p:cNvSpPr>
            <a:spLocks noGrp="1"/>
          </p:cNvSpPr>
          <p:nvPr>
            <p:ph type="body" sz="quarter" idx="12" hasCustomPrompt="1"/>
          </p:nvPr>
        </p:nvSpPr>
        <p:spPr>
          <a:xfrm>
            <a:off x="765717" y="5241965"/>
            <a:ext cx="5254083" cy="424732"/>
          </a:xfrm>
          <a:prstGeom prst="rect">
            <a:avLst/>
          </a:prstGeom>
        </p:spPr>
        <p:txBody>
          <a:bodyPr wrap="square">
            <a:spAutoFit/>
          </a:bodyPr>
          <a:lstStyle>
            <a:lvl1pPr marL="0" indent="0">
              <a:buNone/>
              <a:defRPr lang="en-US" sz="2400" kern="1200" dirty="0">
                <a:solidFill>
                  <a:schemeClr val="bg1"/>
                </a:solidFill>
                <a:latin typeface="Lato Light" panose="020F0302020204030203" pitchFamily="34" charset="77"/>
                <a:ea typeface="+mn-ea"/>
                <a:cs typeface="+mn-cs"/>
              </a:defRPr>
            </a:lvl1pPr>
          </a:lstStyle>
          <a:p>
            <a:pPr lvl="0"/>
            <a:r>
              <a:rPr lang="en-US"/>
              <a:t>Click to add key message</a:t>
            </a:r>
          </a:p>
        </p:txBody>
      </p:sp>
      <p:pic>
        <p:nvPicPr>
          <p:cNvPr id="3" name="Picture 2">
            <a:extLst>
              <a:ext uri="{FF2B5EF4-FFF2-40B4-BE49-F238E27FC236}">
                <a16:creationId xmlns:a16="http://schemas.microsoft.com/office/drawing/2014/main" id="{32C495ED-EAE7-D083-81F4-C70535B9DFDC}"/>
              </a:ext>
            </a:extLst>
          </p:cNvPr>
          <p:cNvPicPr>
            <a:picLocks noChangeAspect="1"/>
          </p:cNvPicPr>
          <p:nvPr userDrawn="1"/>
        </p:nvPicPr>
        <p:blipFill>
          <a:blip r:embed="rId2"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3054544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Key Points ">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6270DA4D-2DDF-36B0-3C77-2C27983FF53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6095999" cy="6858000"/>
          </a:xfrm>
          <a:prstGeom prst="rect">
            <a:avLst/>
          </a:prstGeom>
        </p:spPr>
      </p:pic>
      <p:sp>
        <p:nvSpPr>
          <p:cNvPr id="7" name="Rectangle 5">
            <a:extLst>
              <a:ext uri="{FF2B5EF4-FFF2-40B4-BE49-F238E27FC236}">
                <a16:creationId xmlns:a16="http://schemas.microsoft.com/office/drawing/2014/main" id="{C6323931-9FBB-E2D5-6147-B5AC2E7BC2B8}"/>
              </a:ext>
            </a:extLst>
          </p:cNvPr>
          <p:cNvSpPr/>
          <p:nvPr userDrawn="1"/>
        </p:nvSpPr>
        <p:spPr>
          <a:xfrm>
            <a:off x="-6" y="0"/>
            <a:ext cx="6096005" cy="6858000"/>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27" name="Straight Connector 6">
            <a:extLst>
              <a:ext uri="{FF2B5EF4-FFF2-40B4-BE49-F238E27FC236}">
                <a16:creationId xmlns:a16="http://schemas.microsoft.com/office/drawing/2014/main" id="{7F57E6B9-32E1-2369-4395-2FEF130C682E}"/>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28" name="Rectangle 27">
            <a:extLst>
              <a:ext uri="{FF2B5EF4-FFF2-40B4-BE49-F238E27FC236}">
                <a16:creationId xmlns:a16="http://schemas.microsoft.com/office/drawing/2014/main" id="{6E6B3250-3D2B-77C3-3AB7-42C49345B89D}"/>
              </a:ext>
            </a:extLst>
          </p:cNvPr>
          <p:cNvSpPr/>
          <p:nvPr userDrawn="1"/>
        </p:nvSpPr>
        <p:spPr>
          <a:xfrm>
            <a:off x="4193123" y="873310"/>
            <a:ext cx="1787168" cy="4543990"/>
          </a:xfrm>
          <a:prstGeom prst="rect">
            <a:avLst/>
          </a:prstGeom>
          <a:no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31" name="Straight Connector 6">
            <a:extLst>
              <a:ext uri="{FF2B5EF4-FFF2-40B4-BE49-F238E27FC236}">
                <a16:creationId xmlns:a16="http://schemas.microsoft.com/office/drawing/2014/main" id="{7AAB358B-F853-865C-6497-76396587EFE9}"/>
              </a:ext>
            </a:extLst>
          </p:cNvPr>
          <p:cNvCxnSpPr>
            <a:cxnSpLocks/>
          </p:cNvCxnSpPr>
          <p:nvPr userDrawn="1"/>
        </p:nvCxnSpPr>
        <p:spPr>
          <a:xfrm flipH="1">
            <a:off x="4335506" y="2611410"/>
            <a:ext cx="481257" cy="0"/>
          </a:xfrm>
          <a:prstGeom prst="line">
            <a:avLst/>
          </a:prstGeom>
          <a:noFill/>
          <a:ln w="6350" cap="flat" cmpd="sng" algn="ctr">
            <a:solidFill>
              <a:srgbClr val="D31B2C"/>
            </a:solidFill>
            <a:prstDash val="solid"/>
            <a:miter lim="800000"/>
          </a:ln>
          <a:effectLst/>
        </p:spPr>
      </p:cxnSp>
      <p:cxnSp>
        <p:nvCxnSpPr>
          <p:cNvPr id="34" name="Straight Connector 6">
            <a:extLst>
              <a:ext uri="{FF2B5EF4-FFF2-40B4-BE49-F238E27FC236}">
                <a16:creationId xmlns:a16="http://schemas.microsoft.com/office/drawing/2014/main" id="{A14689FB-2556-FA5C-0420-29127591FA41}"/>
              </a:ext>
            </a:extLst>
          </p:cNvPr>
          <p:cNvCxnSpPr>
            <a:cxnSpLocks/>
          </p:cNvCxnSpPr>
          <p:nvPr userDrawn="1"/>
        </p:nvCxnSpPr>
        <p:spPr>
          <a:xfrm flipH="1">
            <a:off x="6949975" y="2611410"/>
            <a:ext cx="481257" cy="0"/>
          </a:xfrm>
          <a:prstGeom prst="line">
            <a:avLst/>
          </a:prstGeom>
          <a:noFill/>
          <a:ln w="6350" cap="flat" cmpd="sng" algn="ctr">
            <a:solidFill>
              <a:srgbClr val="D31B2C"/>
            </a:solidFill>
            <a:prstDash val="solid"/>
            <a:miter lim="800000"/>
          </a:ln>
          <a:effectLst/>
        </p:spPr>
      </p:cxnSp>
      <p:sp>
        <p:nvSpPr>
          <p:cNvPr id="35" name="Rectangle 34">
            <a:extLst>
              <a:ext uri="{FF2B5EF4-FFF2-40B4-BE49-F238E27FC236}">
                <a16:creationId xmlns:a16="http://schemas.microsoft.com/office/drawing/2014/main" id="{9CC670F5-294D-8F3F-F5B5-E43C986081D9}"/>
              </a:ext>
            </a:extLst>
          </p:cNvPr>
          <p:cNvSpPr/>
          <p:nvPr userDrawn="1"/>
        </p:nvSpPr>
        <p:spPr>
          <a:xfrm>
            <a:off x="9283089" y="873310"/>
            <a:ext cx="1787168" cy="4543990"/>
          </a:xfrm>
          <a:prstGeom prst="rect">
            <a:avLst/>
          </a:prstGeom>
          <a:no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38" name="Straight Connector 6">
            <a:extLst>
              <a:ext uri="{FF2B5EF4-FFF2-40B4-BE49-F238E27FC236}">
                <a16:creationId xmlns:a16="http://schemas.microsoft.com/office/drawing/2014/main" id="{A048B978-E7E3-E4A5-2DAC-76CB26FF738F}"/>
              </a:ext>
            </a:extLst>
          </p:cNvPr>
          <p:cNvCxnSpPr>
            <a:cxnSpLocks/>
          </p:cNvCxnSpPr>
          <p:nvPr userDrawn="1"/>
        </p:nvCxnSpPr>
        <p:spPr>
          <a:xfrm flipH="1">
            <a:off x="9564443" y="2611410"/>
            <a:ext cx="481257" cy="0"/>
          </a:xfrm>
          <a:prstGeom prst="line">
            <a:avLst/>
          </a:prstGeom>
          <a:noFill/>
          <a:ln w="6350" cap="flat" cmpd="sng" algn="ctr">
            <a:solidFill>
              <a:srgbClr val="D31B2C"/>
            </a:solidFill>
            <a:prstDash val="solid"/>
            <a:miter lim="800000"/>
          </a:ln>
          <a:effectLst/>
        </p:spPr>
      </p:cxnSp>
      <p:pic>
        <p:nvPicPr>
          <p:cNvPr id="39" name="Picture 38" descr="A black and white logo&#10;&#10;Description automatically generated">
            <a:extLst>
              <a:ext uri="{FF2B5EF4-FFF2-40B4-BE49-F238E27FC236}">
                <a16:creationId xmlns:a16="http://schemas.microsoft.com/office/drawing/2014/main" id="{730DAC15-21A4-0BFF-92BA-3ECD25C3793C}"/>
              </a:ext>
            </a:extLst>
          </p:cNvPr>
          <p:cNvPicPr>
            <a:picLocks noChangeAspect="1"/>
          </p:cNvPicPr>
          <p:nvPr userDrawn="1"/>
        </p:nvPicPr>
        <p:blipFill>
          <a:blip r:embed="rId3" cstate="screen">
            <a:alphaModFix amt="24000"/>
            <a:extLst>
              <a:ext uri="{28A0092B-C50C-407E-A947-70E740481C1C}">
                <a14:useLocalDpi xmlns:a14="http://schemas.microsoft.com/office/drawing/2010/main"/>
              </a:ext>
            </a:extLst>
          </a:blip>
          <a:stretch>
            <a:fillRect/>
          </a:stretch>
        </p:blipFill>
        <p:spPr>
          <a:xfrm>
            <a:off x="10880860" y="5795963"/>
            <a:ext cx="1125023" cy="867508"/>
          </a:xfrm>
          <a:prstGeom prst="rect">
            <a:avLst/>
          </a:prstGeom>
        </p:spPr>
      </p:pic>
      <p:sp>
        <p:nvSpPr>
          <p:cNvPr id="40" name="Text Placeholder 9">
            <a:extLst>
              <a:ext uri="{FF2B5EF4-FFF2-40B4-BE49-F238E27FC236}">
                <a16:creationId xmlns:a16="http://schemas.microsoft.com/office/drawing/2014/main" id="{7FA46B05-E7C6-A44E-358E-AC7B9B7EEAF7}"/>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41" name="Text Placeholder 9">
            <a:extLst>
              <a:ext uri="{FF2B5EF4-FFF2-40B4-BE49-F238E27FC236}">
                <a16:creationId xmlns:a16="http://schemas.microsoft.com/office/drawing/2014/main" id="{F0C0422C-5D59-3482-4581-36C739F5E8E3}"/>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
        <p:nvSpPr>
          <p:cNvPr id="42" name="Text Placeholder 9">
            <a:extLst>
              <a:ext uri="{FF2B5EF4-FFF2-40B4-BE49-F238E27FC236}">
                <a16:creationId xmlns:a16="http://schemas.microsoft.com/office/drawing/2014/main" id="{5B4C8B99-5CB2-E924-F15E-FBBB8239DCC6}"/>
              </a:ext>
            </a:extLst>
          </p:cNvPr>
          <p:cNvSpPr>
            <a:spLocks noGrp="1"/>
          </p:cNvSpPr>
          <p:nvPr>
            <p:ph type="body" sz="quarter" idx="13" hasCustomPrompt="1"/>
          </p:nvPr>
        </p:nvSpPr>
        <p:spPr>
          <a:xfrm>
            <a:off x="4229710" y="2771398"/>
            <a:ext cx="1978040" cy="2645900"/>
          </a:xfrm>
          <a:prstGeom prst="rect">
            <a:avLst/>
          </a:prstGeom>
        </p:spPr>
        <p:txBody>
          <a:bodyPr wrap="square">
            <a:no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text</a:t>
            </a:r>
          </a:p>
        </p:txBody>
      </p:sp>
      <p:sp>
        <p:nvSpPr>
          <p:cNvPr id="44" name="Text Placeholder 9">
            <a:extLst>
              <a:ext uri="{FF2B5EF4-FFF2-40B4-BE49-F238E27FC236}">
                <a16:creationId xmlns:a16="http://schemas.microsoft.com/office/drawing/2014/main" id="{414C8DE7-7B8F-61C9-D9D6-445B1934EB8B}"/>
              </a:ext>
            </a:extLst>
          </p:cNvPr>
          <p:cNvSpPr>
            <a:spLocks noGrp="1"/>
          </p:cNvSpPr>
          <p:nvPr>
            <p:ph type="body" sz="quarter" idx="14" hasCustomPrompt="1"/>
          </p:nvPr>
        </p:nvSpPr>
        <p:spPr>
          <a:xfrm>
            <a:off x="6844179" y="2771398"/>
            <a:ext cx="1978040" cy="2645900"/>
          </a:xfrm>
          <a:prstGeom prst="rect">
            <a:avLst/>
          </a:prstGeom>
        </p:spPr>
        <p:txBody>
          <a:bodyPr wrap="square">
            <a:no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text</a:t>
            </a:r>
          </a:p>
        </p:txBody>
      </p:sp>
      <p:sp>
        <p:nvSpPr>
          <p:cNvPr id="45" name="Text Placeholder 9">
            <a:extLst>
              <a:ext uri="{FF2B5EF4-FFF2-40B4-BE49-F238E27FC236}">
                <a16:creationId xmlns:a16="http://schemas.microsoft.com/office/drawing/2014/main" id="{0189CFC0-B2DC-9CBE-F374-CC6A4276683E}"/>
              </a:ext>
            </a:extLst>
          </p:cNvPr>
          <p:cNvSpPr>
            <a:spLocks noGrp="1"/>
          </p:cNvSpPr>
          <p:nvPr>
            <p:ph type="body" sz="quarter" idx="15" hasCustomPrompt="1"/>
          </p:nvPr>
        </p:nvSpPr>
        <p:spPr>
          <a:xfrm>
            <a:off x="9458647" y="2771398"/>
            <a:ext cx="1978040" cy="2645900"/>
          </a:xfrm>
          <a:prstGeom prst="rect">
            <a:avLst/>
          </a:prstGeom>
        </p:spPr>
        <p:txBody>
          <a:bodyPr wrap="square">
            <a:no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text</a:t>
            </a:r>
          </a:p>
        </p:txBody>
      </p:sp>
      <p:sp>
        <p:nvSpPr>
          <p:cNvPr id="46" name="Text Placeholder 9">
            <a:extLst>
              <a:ext uri="{FF2B5EF4-FFF2-40B4-BE49-F238E27FC236}">
                <a16:creationId xmlns:a16="http://schemas.microsoft.com/office/drawing/2014/main" id="{AB87B982-677A-4480-DFD8-9F8E538630EE}"/>
              </a:ext>
            </a:extLst>
          </p:cNvPr>
          <p:cNvSpPr>
            <a:spLocks noGrp="1"/>
          </p:cNvSpPr>
          <p:nvPr>
            <p:ph type="body" sz="quarter" idx="16" hasCustomPrompt="1"/>
          </p:nvPr>
        </p:nvSpPr>
        <p:spPr>
          <a:xfrm>
            <a:off x="4229710" y="1865246"/>
            <a:ext cx="1978040" cy="586174"/>
          </a:xfrm>
          <a:prstGeom prst="rect">
            <a:avLst/>
          </a:prstGeom>
        </p:spPr>
        <p:txBody>
          <a:bodyPr wrap="square">
            <a:noAutofit/>
          </a:bodyPr>
          <a:lstStyle>
            <a:lvl1pPr marL="0" indent="0">
              <a:buNone/>
              <a:defRPr kumimoji="0" lang="en-US" sz="18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subtitle</a:t>
            </a:r>
          </a:p>
        </p:txBody>
      </p:sp>
      <p:sp>
        <p:nvSpPr>
          <p:cNvPr id="47" name="Text Placeholder 9">
            <a:extLst>
              <a:ext uri="{FF2B5EF4-FFF2-40B4-BE49-F238E27FC236}">
                <a16:creationId xmlns:a16="http://schemas.microsoft.com/office/drawing/2014/main" id="{2FF55CB5-76DE-9252-F1EF-31C56C12C38A}"/>
              </a:ext>
            </a:extLst>
          </p:cNvPr>
          <p:cNvSpPr>
            <a:spLocks noGrp="1"/>
          </p:cNvSpPr>
          <p:nvPr>
            <p:ph type="body" sz="quarter" idx="17" hasCustomPrompt="1"/>
          </p:nvPr>
        </p:nvSpPr>
        <p:spPr>
          <a:xfrm>
            <a:off x="6844179" y="1865246"/>
            <a:ext cx="1978040" cy="586174"/>
          </a:xfrm>
          <a:prstGeom prst="rect">
            <a:avLst/>
          </a:prstGeom>
        </p:spPr>
        <p:txBody>
          <a:bodyPr wrap="square">
            <a:noAutofit/>
          </a:bodyPr>
          <a:lstStyle>
            <a:lvl1pPr marL="0" indent="0">
              <a:buNone/>
              <a:defRPr kumimoji="0" lang="en-US" sz="18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subtitle</a:t>
            </a:r>
          </a:p>
        </p:txBody>
      </p:sp>
      <p:sp>
        <p:nvSpPr>
          <p:cNvPr id="48" name="Text Placeholder 9">
            <a:extLst>
              <a:ext uri="{FF2B5EF4-FFF2-40B4-BE49-F238E27FC236}">
                <a16:creationId xmlns:a16="http://schemas.microsoft.com/office/drawing/2014/main" id="{813D1230-F1B4-96E0-1E4E-21E43BF3D8F2}"/>
              </a:ext>
            </a:extLst>
          </p:cNvPr>
          <p:cNvSpPr>
            <a:spLocks noGrp="1"/>
          </p:cNvSpPr>
          <p:nvPr>
            <p:ph type="body" sz="quarter" idx="18" hasCustomPrompt="1"/>
          </p:nvPr>
        </p:nvSpPr>
        <p:spPr>
          <a:xfrm>
            <a:off x="9458647" y="1865246"/>
            <a:ext cx="1978040" cy="586174"/>
          </a:xfrm>
          <a:prstGeom prst="rect">
            <a:avLst/>
          </a:prstGeom>
        </p:spPr>
        <p:txBody>
          <a:bodyPr wrap="square">
            <a:noAutofit/>
          </a:bodyPr>
          <a:lstStyle>
            <a:lvl1pPr marL="0" indent="0">
              <a:buNone/>
              <a:defRPr kumimoji="0" lang="en-US" sz="18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subtitle</a:t>
            </a:r>
          </a:p>
        </p:txBody>
      </p:sp>
      <p:pic>
        <p:nvPicPr>
          <p:cNvPr id="8" name="Picture 7">
            <a:extLst>
              <a:ext uri="{FF2B5EF4-FFF2-40B4-BE49-F238E27FC236}">
                <a16:creationId xmlns:a16="http://schemas.microsoft.com/office/drawing/2014/main" id="{A2CD940F-EA6E-26BB-8842-EE50343CFF23}"/>
              </a:ext>
            </a:extLst>
          </p:cNvPr>
          <p:cNvPicPr>
            <a:picLocks noChangeAspect="1"/>
          </p:cNvPicPr>
          <p:nvPr userDrawn="1"/>
        </p:nvPicPr>
        <p:blipFill>
          <a:blip r:embed="rId4"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20924359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Key Points (2 lines)">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C239EA2-090D-7235-21A6-C3805885E1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6095999" cy="6858000"/>
          </a:xfrm>
          <a:prstGeom prst="rect">
            <a:avLst/>
          </a:prstGeom>
        </p:spPr>
      </p:pic>
      <p:sp>
        <p:nvSpPr>
          <p:cNvPr id="3" name="Rectangle 5">
            <a:extLst>
              <a:ext uri="{FF2B5EF4-FFF2-40B4-BE49-F238E27FC236}">
                <a16:creationId xmlns:a16="http://schemas.microsoft.com/office/drawing/2014/main" id="{6A037539-740F-9B6C-8F6B-41DE1596597F}"/>
              </a:ext>
            </a:extLst>
          </p:cNvPr>
          <p:cNvSpPr/>
          <p:nvPr userDrawn="1"/>
        </p:nvSpPr>
        <p:spPr>
          <a:xfrm>
            <a:off x="-6" y="0"/>
            <a:ext cx="6096005" cy="6858000"/>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26" name="Straight Connector 6">
            <a:extLst>
              <a:ext uri="{FF2B5EF4-FFF2-40B4-BE49-F238E27FC236}">
                <a16:creationId xmlns:a16="http://schemas.microsoft.com/office/drawing/2014/main" id="{2775F081-2771-8151-9B42-ED5642D89AD6}"/>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29" name="Rectangle 28">
            <a:extLst>
              <a:ext uri="{FF2B5EF4-FFF2-40B4-BE49-F238E27FC236}">
                <a16:creationId xmlns:a16="http://schemas.microsoft.com/office/drawing/2014/main" id="{CAE31A05-C6B3-CB6A-70FB-8E1523C78C2D}"/>
              </a:ext>
            </a:extLst>
          </p:cNvPr>
          <p:cNvSpPr/>
          <p:nvPr userDrawn="1"/>
        </p:nvSpPr>
        <p:spPr>
          <a:xfrm>
            <a:off x="4193123" y="873310"/>
            <a:ext cx="1787168" cy="4543990"/>
          </a:xfrm>
          <a:prstGeom prst="rect">
            <a:avLst/>
          </a:prstGeom>
          <a:no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52" name="Straight Connector 6">
            <a:extLst>
              <a:ext uri="{FF2B5EF4-FFF2-40B4-BE49-F238E27FC236}">
                <a16:creationId xmlns:a16="http://schemas.microsoft.com/office/drawing/2014/main" id="{13C24A31-F9FD-4DD0-FDE8-51B1D0EFC577}"/>
              </a:ext>
            </a:extLst>
          </p:cNvPr>
          <p:cNvCxnSpPr>
            <a:cxnSpLocks/>
          </p:cNvCxnSpPr>
          <p:nvPr userDrawn="1"/>
        </p:nvCxnSpPr>
        <p:spPr>
          <a:xfrm>
            <a:off x="4193123" y="2303377"/>
            <a:ext cx="7233702"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6">
            <a:extLst>
              <a:ext uri="{FF2B5EF4-FFF2-40B4-BE49-F238E27FC236}">
                <a16:creationId xmlns:a16="http://schemas.microsoft.com/office/drawing/2014/main" id="{3AEB184C-3356-DEA9-D3E1-B5E49437B327}"/>
              </a:ext>
            </a:extLst>
          </p:cNvPr>
          <p:cNvCxnSpPr>
            <a:cxnSpLocks/>
          </p:cNvCxnSpPr>
          <p:nvPr userDrawn="1"/>
        </p:nvCxnSpPr>
        <p:spPr>
          <a:xfrm>
            <a:off x="4193123" y="3962645"/>
            <a:ext cx="7233702" cy="0"/>
          </a:xfrm>
          <a:prstGeom prst="line">
            <a:avLst/>
          </a:prstGeom>
          <a:noFill/>
          <a:ln w="9525" cap="flat" cmpd="sng" algn="ctr">
            <a:solidFill>
              <a:schemeClr val="bg1"/>
            </a:solidFill>
            <a:prstDash val="solid"/>
            <a:miter lim="800000"/>
          </a:ln>
          <a:effectLst/>
        </p:spPr>
      </p:cxnSp>
      <p:pic>
        <p:nvPicPr>
          <p:cNvPr id="54" name="Picture 53" descr="A black and white logo&#10;&#10;Description automatically generated">
            <a:extLst>
              <a:ext uri="{FF2B5EF4-FFF2-40B4-BE49-F238E27FC236}">
                <a16:creationId xmlns:a16="http://schemas.microsoft.com/office/drawing/2014/main" id="{351347ED-732F-D76A-DCB5-F4EC733CA9DB}"/>
              </a:ext>
            </a:extLst>
          </p:cNvPr>
          <p:cNvPicPr>
            <a:picLocks noChangeAspect="1"/>
          </p:cNvPicPr>
          <p:nvPr userDrawn="1"/>
        </p:nvPicPr>
        <p:blipFill>
          <a:blip r:embed="rId3" cstate="screen">
            <a:alphaModFix amt="24000"/>
            <a:extLst>
              <a:ext uri="{28A0092B-C50C-407E-A947-70E740481C1C}">
                <a14:useLocalDpi xmlns:a14="http://schemas.microsoft.com/office/drawing/2010/main"/>
              </a:ext>
            </a:extLst>
          </a:blip>
          <a:stretch>
            <a:fillRect/>
          </a:stretch>
        </p:blipFill>
        <p:spPr>
          <a:xfrm>
            <a:off x="10880860" y="5795963"/>
            <a:ext cx="1125023" cy="867508"/>
          </a:xfrm>
          <a:prstGeom prst="rect">
            <a:avLst/>
          </a:prstGeom>
        </p:spPr>
      </p:pic>
      <p:sp>
        <p:nvSpPr>
          <p:cNvPr id="55" name="Text Placeholder 9">
            <a:extLst>
              <a:ext uri="{FF2B5EF4-FFF2-40B4-BE49-F238E27FC236}">
                <a16:creationId xmlns:a16="http://schemas.microsoft.com/office/drawing/2014/main" id="{D63EA2B5-1EA7-CA97-DE4C-5B772A0C90DC}"/>
              </a:ext>
            </a:extLst>
          </p:cNvPr>
          <p:cNvSpPr>
            <a:spLocks noGrp="1"/>
          </p:cNvSpPr>
          <p:nvPr userDrawn="1">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56" name="Text Placeholder 9">
            <a:extLst>
              <a:ext uri="{FF2B5EF4-FFF2-40B4-BE49-F238E27FC236}">
                <a16:creationId xmlns:a16="http://schemas.microsoft.com/office/drawing/2014/main" id="{0DDF2C7C-6294-4911-EB21-0AF8F89CA096}"/>
              </a:ext>
            </a:extLst>
          </p:cNvPr>
          <p:cNvSpPr>
            <a:spLocks noGrp="1"/>
          </p:cNvSpPr>
          <p:nvPr userDrawn="1">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
        <p:nvSpPr>
          <p:cNvPr id="57" name="Text Placeholder 9">
            <a:extLst>
              <a:ext uri="{FF2B5EF4-FFF2-40B4-BE49-F238E27FC236}">
                <a16:creationId xmlns:a16="http://schemas.microsoft.com/office/drawing/2014/main" id="{EB008B40-CFC3-B13F-A63F-516CD88BAA8B}"/>
              </a:ext>
            </a:extLst>
          </p:cNvPr>
          <p:cNvSpPr>
            <a:spLocks noGrp="1"/>
          </p:cNvSpPr>
          <p:nvPr>
            <p:ph type="body" sz="quarter" idx="14" hasCustomPrompt="1"/>
          </p:nvPr>
        </p:nvSpPr>
        <p:spPr>
          <a:xfrm>
            <a:off x="5048250" y="1194100"/>
            <a:ext cx="6378033" cy="559286"/>
          </a:xfrm>
          <a:prstGeom prst="rect">
            <a:avLst/>
          </a:prstGeom>
        </p:spPr>
        <p:txBody>
          <a:bodyPr wrap="square">
            <a:noAutofit/>
          </a:bodyPr>
          <a:lstStyle>
            <a:lvl1pPr marL="0" indent="0">
              <a:spcBef>
                <a:spcPts val="0"/>
              </a:spcBef>
              <a:buNone/>
              <a:defRPr lang="en-US" sz="1800" kern="1200" dirty="0">
                <a:solidFill>
                  <a:schemeClr val="bg1"/>
                </a:solidFill>
                <a:latin typeface="Lato Light" panose="020F0302020204030203" pitchFamily="34" charset="77"/>
                <a:ea typeface="+mn-ea"/>
                <a:cs typeface="+mn-cs"/>
              </a:defRPr>
            </a:lvl1pPr>
          </a:lstStyle>
          <a:p>
            <a:pPr lvl="0"/>
            <a:r>
              <a:rPr lang="en-US"/>
              <a:t>Click to add text</a:t>
            </a:r>
            <a:br>
              <a:rPr lang="en-US"/>
            </a:br>
            <a:r>
              <a:rPr lang="en-US"/>
              <a:t>(2 lines)</a:t>
            </a:r>
          </a:p>
        </p:txBody>
      </p:sp>
      <p:sp>
        <p:nvSpPr>
          <p:cNvPr id="59" name="Picture Placeholder 58">
            <a:extLst>
              <a:ext uri="{FF2B5EF4-FFF2-40B4-BE49-F238E27FC236}">
                <a16:creationId xmlns:a16="http://schemas.microsoft.com/office/drawing/2014/main" id="{6F07654C-9432-EBB5-3C2A-05E198C88A0B}"/>
              </a:ext>
            </a:extLst>
          </p:cNvPr>
          <p:cNvSpPr>
            <a:spLocks noGrp="1"/>
          </p:cNvSpPr>
          <p:nvPr>
            <p:ph type="pic" sz="quarter" idx="15" hasCustomPrompt="1"/>
          </p:nvPr>
        </p:nvSpPr>
        <p:spPr>
          <a:xfrm>
            <a:off x="4241185" y="1194100"/>
            <a:ext cx="559286" cy="559286"/>
          </a:xfrm>
          <a:prstGeom prst="rect">
            <a:avLst/>
          </a:prstGeom>
        </p:spPr>
        <p:txBody>
          <a:bodyPr anchor="ctr"/>
          <a:lstStyle>
            <a:lvl1pPr marL="0" indent="0" algn="ctr">
              <a:buNone/>
              <a:defRPr sz="800">
                <a:solidFill>
                  <a:schemeClr val="bg1"/>
                </a:solidFill>
              </a:defRPr>
            </a:lvl1pPr>
          </a:lstStyle>
          <a:p>
            <a:r>
              <a:rPr lang="en-US"/>
              <a:t>Icon</a:t>
            </a:r>
            <a:endParaRPr lang="ru-RU"/>
          </a:p>
        </p:txBody>
      </p:sp>
      <p:sp>
        <p:nvSpPr>
          <p:cNvPr id="62" name="Text Placeholder 9">
            <a:extLst>
              <a:ext uri="{FF2B5EF4-FFF2-40B4-BE49-F238E27FC236}">
                <a16:creationId xmlns:a16="http://schemas.microsoft.com/office/drawing/2014/main" id="{752EFCFE-B99E-92D9-66E4-708E764BD040}"/>
              </a:ext>
            </a:extLst>
          </p:cNvPr>
          <p:cNvSpPr>
            <a:spLocks noGrp="1"/>
          </p:cNvSpPr>
          <p:nvPr>
            <p:ph type="body" sz="quarter" idx="16" hasCustomPrompt="1"/>
          </p:nvPr>
        </p:nvSpPr>
        <p:spPr>
          <a:xfrm>
            <a:off x="5048250" y="2853368"/>
            <a:ext cx="6378033" cy="559286"/>
          </a:xfrm>
          <a:prstGeom prst="rect">
            <a:avLst/>
          </a:prstGeom>
        </p:spPr>
        <p:txBody>
          <a:bodyPr wrap="square">
            <a:noAutofit/>
          </a:bodyPr>
          <a:lstStyle>
            <a:lvl1pPr marL="0" indent="0">
              <a:spcBef>
                <a:spcPts val="0"/>
              </a:spcBef>
              <a:buNone/>
              <a:defRPr lang="en-US" sz="1800" kern="1200" dirty="0">
                <a:solidFill>
                  <a:schemeClr val="bg1"/>
                </a:solidFill>
                <a:latin typeface="Lato Light" panose="020F0302020204030203" pitchFamily="34" charset="77"/>
                <a:ea typeface="+mn-ea"/>
                <a:cs typeface="+mn-cs"/>
              </a:defRPr>
            </a:lvl1pPr>
          </a:lstStyle>
          <a:p>
            <a:pPr lvl="0"/>
            <a:r>
              <a:rPr lang="en-US"/>
              <a:t>Click to add text</a:t>
            </a:r>
            <a:br>
              <a:rPr lang="en-US"/>
            </a:br>
            <a:r>
              <a:rPr lang="en-US"/>
              <a:t>(2 lines)</a:t>
            </a:r>
          </a:p>
        </p:txBody>
      </p:sp>
      <p:sp>
        <p:nvSpPr>
          <p:cNvPr id="63" name="Picture Placeholder 58">
            <a:extLst>
              <a:ext uri="{FF2B5EF4-FFF2-40B4-BE49-F238E27FC236}">
                <a16:creationId xmlns:a16="http://schemas.microsoft.com/office/drawing/2014/main" id="{99FF3143-D5AF-7AC3-BC28-8AECE752ABA4}"/>
              </a:ext>
            </a:extLst>
          </p:cNvPr>
          <p:cNvSpPr>
            <a:spLocks noGrp="1"/>
          </p:cNvSpPr>
          <p:nvPr>
            <p:ph type="pic" sz="quarter" idx="17" hasCustomPrompt="1"/>
          </p:nvPr>
        </p:nvSpPr>
        <p:spPr>
          <a:xfrm>
            <a:off x="4241185" y="2853368"/>
            <a:ext cx="559286" cy="559286"/>
          </a:xfrm>
          <a:prstGeom prst="rect">
            <a:avLst/>
          </a:prstGeom>
        </p:spPr>
        <p:txBody>
          <a:bodyPr anchor="ctr"/>
          <a:lstStyle>
            <a:lvl1pPr marL="0" indent="0" algn="ctr">
              <a:buNone/>
              <a:defRPr sz="800">
                <a:solidFill>
                  <a:schemeClr val="bg1"/>
                </a:solidFill>
              </a:defRPr>
            </a:lvl1pPr>
          </a:lstStyle>
          <a:p>
            <a:r>
              <a:rPr lang="en-US"/>
              <a:t>Icon</a:t>
            </a:r>
            <a:endParaRPr lang="ru-RU"/>
          </a:p>
        </p:txBody>
      </p:sp>
      <p:sp>
        <p:nvSpPr>
          <p:cNvPr id="64" name="Text Placeholder 9">
            <a:extLst>
              <a:ext uri="{FF2B5EF4-FFF2-40B4-BE49-F238E27FC236}">
                <a16:creationId xmlns:a16="http://schemas.microsoft.com/office/drawing/2014/main" id="{46E06608-279C-0BDC-F20D-6D6072A07381}"/>
              </a:ext>
            </a:extLst>
          </p:cNvPr>
          <p:cNvSpPr>
            <a:spLocks noGrp="1"/>
          </p:cNvSpPr>
          <p:nvPr>
            <p:ph type="body" sz="quarter" idx="18" hasCustomPrompt="1"/>
          </p:nvPr>
        </p:nvSpPr>
        <p:spPr>
          <a:xfrm>
            <a:off x="5048250" y="4512637"/>
            <a:ext cx="6378033" cy="559286"/>
          </a:xfrm>
          <a:prstGeom prst="rect">
            <a:avLst/>
          </a:prstGeom>
        </p:spPr>
        <p:txBody>
          <a:bodyPr wrap="square">
            <a:noAutofit/>
          </a:bodyPr>
          <a:lstStyle>
            <a:lvl1pPr marL="0" indent="0">
              <a:spcBef>
                <a:spcPts val="0"/>
              </a:spcBef>
              <a:buNone/>
              <a:defRPr lang="en-US" sz="1800" kern="1200" dirty="0">
                <a:solidFill>
                  <a:schemeClr val="bg1"/>
                </a:solidFill>
                <a:latin typeface="Lato Light" panose="020F0302020204030203" pitchFamily="34" charset="77"/>
                <a:ea typeface="+mn-ea"/>
                <a:cs typeface="+mn-cs"/>
              </a:defRPr>
            </a:lvl1pPr>
          </a:lstStyle>
          <a:p>
            <a:pPr lvl="0"/>
            <a:r>
              <a:rPr lang="en-US"/>
              <a:t>Click to add text</a:t>
            </a:r>
            <a:br>
              <a:rPr lang="en-US"/>
            </a:br>
            <a:r>
              <a:rPr lang="en-US"/>
              <a:t>(2 lines)</a:t>
            </a:r>
          </a:p>
        </p:txBody>
      </p:sp>
      <p:sp>
        <p:nvSpPr>
          <p:cNvPr id="65" name="Picture Placeholder 58">
            <a:extLst>
              <a:ext uri="{FF2B5EF4-FFF2-40B4-BE49-F238E27FC236}">
                <a16:creationId xmlns:a16="http://schemas.microsoft.com/office/drawing/2014/main" id="{5F901A2E-9671-AF2E-EFFA-D984789EEA2D}"/>
              </a:ext>
            </a:extLst>
          </p:cNvPr>
          <p:cNvSpPr>
            <a:spLocks noGrp="1"/>
          </p:cNvSpPr>
          <p:nvPr>
            <p:ph type="pic" sz="quarter" idx="19" hasCustomPrompt="1"/>
          </p:nvPr>
        </p:nvSpPr>
        <p:spPr>
          <a:xfrm>
            <a:off x="4241185" y="4512637"/>
            <a:ext cx="559286" cy="559286"/>
          </a:xfrm>
          <a:prstGeom prst="rect">
            <a:avLst/>
          </a:prstGeom>
        </p:spPr>
        <p:txBody>
          <a:bodyPr anchor="ctr"/>
          <a:lstStyle>
            <a:lvl1pPr marL="0" indent="0" algn="ctr">
              <a:buNone/>
              <a:defRPr sz="800">
                <a:solidFill>
                  <a:schemeClr val="bg1"/>
                </a:solidFill>
              </a:defRPr>
            </a:lvl1pPr>
          </a:lstStyle>
          <a:p>
            <a:r>
              <a:rPr lang="en-US"/>
              <a:t>Icon</a:t>
            </a:r>
            <a:endParaRPr lang="ru-RU"/>
          </a:p>
        </p:txBody>
      </p:sp>
      <p:pic>
        <p:nvPicPr>
          <p:cNvPr id="4" name="Picture 3">
            <a:extLst>
              <a:ext uri="{FF2B5EF4-FFF2-40B4-BE49-F238E27FC236}">
                <a16:creationId xmlns:a16="http://schemas.microsoft.com/office/drawing/2014/main" id="{D081FE22-567C-A87A-9295-6FEAF14351E6}"/>
              </a:ext>
            </a:extLst>
          </p:cNvPr>
          <p:cNvPicPr>
            <a:picLocks noChangeAspect="1"/>
          </p:cNvPicPr>
          <p:nvPr userDrawn="1"/>
        </p:nvPicPr>
        <p:blipFill>
          <a:blip r:embed="rId4"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8729444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Key Points (3 lines)">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C239EA2-090D-7235-21A6-C3805885E1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6095999" cy="6858000"/>
          </a:xfrm>
          <a:prstGeom prst="rect">
            <a:avLst/>
          </a:prstGeom>
        </p:spPr>
      </p:pic>
      <p:sp>
        <p:nvSpPr>
          <p:cNvPr id="4" name="Rectangle 5">
            <a:extLst>
              <a:ext uri="{FF2B5EF4-FFF2-40B4-BE49-F238E27FC236}">
                <a16:creationId xmlns:a16="http://schemas.microsoft.com/office/drawing/2014/main" id="{668D81C4-5E36-DD51-FA4E-55ACDF5A7254}"/>
              </a:ext>
            </a:extLst>
          </p:cNvPr>
          <p:cNvSpPr/>
          <p:nvPr userDrawn="1"/>
        </p:nvSpPr>
        <p:spPr>
          <a:xfrm>
            <a:off x="-6" y="0"/>
            <a:ext cx="6096005" cy="6858000"/>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26" name="Straight Connector 6">
            <a:extLst>
              <a:ext uri="{FF2B5EF4-FFF2-40B4-BE49-F238E27FC236}">
                <a16:creationId xmlns:a16="http://schemas.microsoft.com/office/drawing/2014/main" id="{2775F081-2771-8151-9B42-ED5642D89AD6}"/>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29" name="Rectangle 28">
            <a:extLst>
              <a:ext uri="{FF2B5EF4-FFF2-40B4-BE49-F238E27FC236}">
                <a16:creationId xmlns:a16="http://schemas.microsoft.com/office/drawing/2014/main" id="{CAE31A05-C6B3-CB6A-70FB-8E1523C78C2D}"/>
              </a:ext>
            </a:extLst>
          </p:cNvPr>
          <p:cNvSpPr/>
          <p:nvPr userDrawn="1"/>
        </p:nvSpPr>
        <p:spPr>
          <a:xfrm>
            <a:off x="4193123" y="873310"/>
            <a:ext cx="1787168" cy="4543990"/>
          </a:xfrm>
          <a:prstGeom prst="rect">
            <a:avLst/>
          </a:prstGeom>
          <a:no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52" name="Straight Connector 6">
            <a:extLst>
              <a:ext uri="{FF2B5EF4-FFF2-40B4-BE49-F238E27FC236}">
                <a16:creationId xmlns:a16="http://schemas.microsoft.com/office/drawing/2014/main" id="{13C24A31-F9FD-4DD0-FDE8-51B1D0EFC577}"/>
              </a:ext>
            </a:extLst>
          </p:cNvPr>
          <p:cNvCxnSpPr>
            <a:cxnSpLocks/>
          </p:cNvCxnSpPr>
          <p:nvPr userDrawn="1"/>
        </p:nvCxnSpPr>
        <p:spPr>
          <a:xfrm>
            <a:off x="4193123" y="2426209"/>
            <a:ext cx="7233702" cy="0"/>
          </a:xfrm>
          <a:prstGeom prst="line">
            <a:avLst/>
          </a:prstGeom>
          <a:noFill/>
          <a:ln w="9525" cap="flat" cmpd="sng" algn="ctr">
            <a:solidFill>
              <a:schemeClr val="bg1"/>
            </a:solidFill>
            <a:prstDash val="solid"/>
            <a:miter lim="800000"/>
          </a:ln>
          <a:effectLst/>
        </p:spPr>
      </p:cxnSp>
      <p:cxnSp>
        <p:nvCxnSpPr>
          <p:cNvPr id="53" name="Straight Connector 6">
            <a:extLst>
              <a:ext uri="{FF2B5EF4-FFF2-40B4-BE49-F238E27FC236}">
                <a16:creationId xmlns:a16="http://schemas.microsoft.com/office/drawing/2014/main" id="{3AEB184C-3356-DEA9-D3E1-B5E49437B327}"/>
              </a:ext>
            </a:extLst>
          </p:cNvPr>
          <p:cNvCxnSpPr>
            <a:cxnSpLocks/>
          </p:cNvCxnSpPr>
          <p:nvPr userDrawn="1"/>
        </p:nvCxnSpPr>
        <p:spPr>
          <a:xfrm>
            <a:off x="4193123" y="4085477"/>
            <a:ext cx="7233702" cy="0"/>
          </a:xfrm>
          <a:prstGeom prst="line">
            <a:avLst/>
          </a:prstGeom>
          <a:noFill/>
          <a:ln w="9525" cap="flat" cmpd="sng" algn="ctr">
            <a:solidFill>
              <a:schemeClr val="bg1"/>
            </a:solidFill>
            <a:prstDash val="solid"/>
            <a:miter lim="800000"/>
          </a:ln>
          <a:effectLst/>
        </p:spPr>
      </p:cxnSp>
      <p:sp>
        <p:nvSpPr>
          <p:cNvPr id="55" name="Text Placeholder 9">
            <a:extLst>
              <a:ext uri="{FF2B5EF4-FFF2-40B4-BE49-F238E27FC236}">
                <a16:creationId xmlns:a16="http://schemas.microsoft.com/office/drawing/2014/main" id="{D63EA2B5-1EA7-CA97-DE4C-5B772A0C90DC}"/>
              </a:ext>
            </a:extLst>
          </p:cNvPr>
          <p:cNvSpPr>
            <a:spLocks noGrp="1"/>
          </p:cNvSpPr>
          <p:nvPr userDrawn="1">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56" name="Text Placeholder 9">
            <a:extLst>
              <a:ext uri="{FF2B5EF4-FFF2-40B4-BE49-F238E27FC236}">
                <a16:creationId xmlns:a16="http://schemas.microsoft.com/office/drawing/2014/main" id="{0DDF2C7C-6294-4911-EB21-0AF8F89CA096}"/>
              </a:ext>
            </a:extLst>
          </p:cNvPr>
          <p:cNvSpPr>
            <a:spLocks noGrp="1"/>
          </p:cNvSpPr>
          <p:nvPr userDrawn="1">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
        <p:nvSpPr>
          <p:cNvPr id="57" name="Text Placeholder 9">
            <a:extLst>
              <a:ext uri="{FF2B5EF4-FFF2-40B4-BE49-F238E27FC236}">
                <a16:creationId xmlns:a16="http://schemas.microsoft.com/office/drawing/2014/main" id="{EB008B40-CFC3-B13F-A63F-516CD88BAA8B}"/>
              </a:ext>
            </a:extLst>
          </p:cNvPr>
          <p:cNvSpPr>
            <a:spLocks noGrp="1"/>
          </p:cNvSpPr>
          <p:nvPr>
            <p:ph type="body" sz="quarter" idx="14" hasCustomPrompt="1"/>
          </p:nvPr>
        </p:nvSpPr>
        <p:spPr>
          <a:xfrm>
            <a:off x="5048250" y="1194099"/>
            <a:ext cx="6378033" cy="804951"/>
          </a:xfrm>
          <a:prstGeom prst="rect">
            <a:avLst/>
          </a:prstGeom>
        </p:spPr>
        <p:txBody>
          <a:bodyPr wrap="square">
            <a:noAutofit/>
          </a:bodyPr>
          <a:lstStyle>
            <a:lvl1pPr marL="0" indent="0">
              <a:spcBef>
                <a:spcPts val="0"/>
              </a:spcBef>
              <a:buNone/>
              <a:defRPr lang="en-US" sz="1800" kern="1200" dirty="0">
                <a:solidFill>
                  <a:schemeClr val="bg1"/>
                </a:solidFill>
                <a:latin typeface="Lato Light" panose="020F0302020204030203" pitchFamily="34" charset="77"/>
                <a:ea typeface="+mn-ea"/>
                <a:cs typeface="+mn-cs"/>
              </a:defRPr>
            </a:lvl1pPr>
          </a:lstStyle>
          <a:p>
            <a:pPr lvl="0"/>
            <a:r>
              <a:rPr lang="en-US"/>
              <a:t>Click </a:t>
            </a:r>
            <a:br>
              <a:rPr lang="en-US"/>
            </a:br>
            <a:r>
              <a:rPr lang="en-US"/>
              <a:t>to add text</a:t>
            </a:r>
            <a:br>
              <a:rPr lang="en-US"/>
            </a:br>
            <a:r>
              <a:rPr lang="en-US"/>
              <a:t>(3lines)</a:t>
            </a:r>
          </a:p>
        </p:txBody>
      </p:sp>
      <p:sp>
        <p:nvSpPr>
          <p:cNvPr id="59" name="Picture Placeholder 58">
            <a:extLst>
              <a:ext uri="{FF2B5EF4-FFF2-40B4-BE49-F238E27FC236}">
                <a16:creationId xmlns:a16="http://schemas.microsoft.com/office/drawing/2014/main" id="{6F07654C-9432-EBB5-3C2A-05E198C88A0B}"/>
              </a:ext>
            </a:extLst>
          </p:cNvPr>
          <p:cNvSpPr>
            <a:spLocks noGrp="1"/>
          </p:cNvSpPr>
          <p:nvPr>
            <p:ph type="pic" sz="quarter" idx="15" hasCustomPrompt="1"/>
          </p:nvPr>
        </p:nvSpPr>
        <p:spPr>
          <a:xfrm>
            <a:off x="4241185" y="1194100"/>
            <a:ext cx="559286" cy="559286"/>
          </a:xfrm>
          <a:prstGeom prst="rect">
            <a:avLst/>
          </a:prstGeom>
        </p:spPr>
        <p:txBody>
          <a:bodyPr anchor="ctr"/>
          <a:lstStyle>
            <a:lvl1pPr marL="0" indent="0" algn="ctr">
              <a:buNone/>
              <a:defRPr sz="800">
                <a:solidFill>
                  <a:schemeClr val="bg1"/>
                </a:solidFill>
              </a:defRPr>
            </a:lvl1pPr>
          </a:lstStyle>
          <a:p>
            <a:r>
              <a:rPr lang="en-US"/>
              <a:t>Icon</a:t>
            </a:r>
            <a:endParaRPr lang="ru-RU"/>
          </a:p>
        </p:txBody>
      </p:sp>
      <p:sp>
        <p:nvSpPr>
          <p:cNvPr id="62" name="Text Placeholder 9">
            <a:extLst>
              <a:ext uri="{FF2B5EF4-FFF2-40B4-BE49-F238E27FC236}">
                <a16:creationId xmlns:a16="http://schemas.microsoft.com/office/drawing/2014/main" id="{752EFCFE-B99E-92D9-66E4-708E764BD040}"/>
              </a:ext>
            </a:extLst>
          </p:cNvPr>
          <p:cNvSpPr>
            <a:spLocks noGrp="1"/>
          </p:cNvSpPr>
          <p:nvPr>
            <p:ph type="body" sz="quarter" idx="16" hasCustomPrompt="1"/>
          </p:nvPr>
        </p:nvSpPr>
        <p:spPr>
          <a:xfrm>
            <a:off x="5048250" y="2853367"/>
            <a:ext cx="6378033" cy="804951"/>
          </a:xfrm>
          <a:prstGeom prst="rect">
            <a:avLst/>
          </a:prstGeom>
        </p:spPr>
        <p:txBody>
          <a:bodyPr wrap="square">
            <a:noAutofit/>
          </a:bodyPr>
          <a:lstStyle>
            <a:lvl1pPr marL="0" indent="0">
              <a:spcBef>
                <a:spcPts val="0"/>
              </a:spcBef>
              <a:buNone/>
              <a:defRPr lang="en-US" sz="1800" kern="1200" dirty="0">
                <a:solidFill>
                  <a:schemeClr val="bg1"/>
                </a:solidFill>
                <a:latin typeface="Lato Light" panose="020F0302020204030203" pitchFamily="34" charset="77"/>
                <a:ea typeface="+mn-ea"/>
                <a:cs typeface="+mn-cs"/>
              </a:defRPr>
            </a:lvl1pPr>
          </a:lstStyle>
          <a:p>
            <a:pPr lvl="0"/>
            <a:r>
              <a:rPr lang="en-US"/>
              <a:t>Click </a:t>
            </a:r>
            <a:br>
              <a:rPr lang="en-US"/>
            </a:br>
            <a:r>
              <a:rPr lang="en-US"/>
              <a:t>to add text</a:t>
            </a:r>
            <a:br>
              <a:rPr lang="en-US"/>
            </a:br>
            <a:r>
              <a:rPr lang="en-US"/>
              <a:t>(3lines)</a:t>
            </a:r>
          </a:p>
        </p:txBody>
      </p:sp>
      <p:sp>
        <p:nvSpPr>
          <p:cNvPr id="63" name="Picture Placeholder 58">
            <a:extLst>
              <a:ext uri="{FF2B5EF4-FFF2-40B4-BE49-F238E27FC236}">
                <a16:creationId xmlns:a16="http://schemas.microsoft.com/office/drawing/2014/main" id="{99FF3143-D5AF-7AC3-BC28-8AECE752ABA4}"/>
              </a:ext>
            </a:extLst>
          </p:cNvPr>
          <p:cNvSpPr>
            <a:spLocks noGrp="1"/>
          </p:cNvSpPr>
          <p:nvPr>
            <p:ph type="pic" sz="quarter" idx="17" hasCustomPrompt="1"/>
          </p:nvPr>
        </p:nvSpPr>
        <p:spPr>
          <a:xfrm>
            <a:off x="4241185" y="2853368"/>
            <a:ext cx="559286" cy="559286"/>
          </a:xfrm>
          <a:prstGeom prst="rect">
            <a:avLst/>
          </a:prstGeom>
        </p:spPr>
        <p:txBody>
          <a:bodyPr anchor="ctr"/>
          <a:lstStyle>
            <a:lvl1pPr marL="0" indent="0" algn="ctr">
              <a:buNone/>
              <a:defRPr sz="800">
                <a:solidFill>
                  <a:schemeClr val="bg1"/>
                </a:solidFill>
              </a:defRPr>
            </a:lvl1pPr>
          </a:lstStyle>
          <a:p>
            <a:r>
              <a:rPr lang="en-US"/>
              <a:t>Icon</a:t>
            </a:r>
            <a:endParaRPr lang="ru-RU"/>
          </a:p>
        </p:txBody>
      </p:sp>
      <p:sp>
        <p:nvSpPr>
          <p:cNvPr id="64" name="Text Placeholder 9">
            <a:extLst>
              <a:ext uri="{FF2B5EF4-FFF2-40B4-BE49-F238E27FC236}">
                <a16:creationId xmlns:a16="http://schemas.microsoft.com/office/drawing/2014/main" id="{46E06608-279C-0BDC-F20D-6D6072A07381}"/>
              </a:ext>
            </a:extLst>
          </p:cNvPr>
          <p:cNvSpPr>
            <a:spLocks noGrp="1"/>
          </p:cNvSpPr>
          <p:nvPr>
            <p:ph type="body" sz="quarter" idx="18" hasCustomPrompt="1"/>
          </p:nvPr>
        </p:nvSpPr>
        <p:spPr>
          <a:xfrm>
            <a:off x="5048250" y="4512636"/>
            <a:ext cx="6378033" cy="804951"/>
          </a:xfrm>
          <a:prstGeom prst="rect">
            <a:avLst/>
          </a:prstGeom>
        </p:spPr>
        <p:txBody>
          <a:bodyPr wrap="square">
            <a:noAutofit/>
          </a:bodyPr>
          <a:lstStyle>
            <a:lvl1pPr marL="0" indent="0">
              <a:spcBef>
                <a:spcPts val="0"/>
              </a:spcBef>
              <a:buNone/>
              <a:defRPr lang="en-US" sz="1800" kern="1200" dirty="0">
                <a:solidFill>
                  <a:schemeClr val="bg1"/>
                </a:solidFill>
                <a:latin typeface="Lato Light" panose="020F0302020204030203" pitchFamily="34" charset="77"/>
                <a:ea typeface="+mn-ea"/>
                <a:cs typeface="+mn-cs"/>
              </a:defRPr>
            </a:lvl1pPr>
          </a:lstStyle>
          <a:p>
            <a:pPr lvl="0"/>
            <a:r>
              <a:rPr lang="en-US"/>
              <a:t>Click </a:t>
            </a:r>
            <a:br>
              <a:rPr lang="en-US"/>
            </a:br>
            <a:r>
              <a:rPr lang="en-US"/>
              <a:t>to add text</a:t>
            </a:r>
            <a:br>
              <a:rPr lang="en-US"/>
            </a:br>
            <a:r>
              <a:rPr lang="en-US"/>
              <a:t>(3lines)</a:t>
            </a:r>
          </a:p>
        </p:txBody>
      </p:sp>
      <p:sp>
        <p:nvSpPr>
          <p:cNvPr id="65" name="Picture Placeholder 58">
            <a:extLst>
              <a:ext uri="{FF2B5EF4-FFF2-40B4-BE49-F238E27FC236}">
                <a16:creationId xmlns:a16="http://schemas.microsoft.com/office/drawing/2014/main" id="{5F901A2E-9671-AF2E-EFFA-D984789EEA2D}"/>
              </a:ext>
            </a:extLst>
          </p:cNvPr>
          <p:cNvSpPr>
            <a:spLocks noGrp="1"/>
          </p:cNvSpPr>
          <p:nvPr>
            <p:ph type="pic" sz="quarter" idx="19" hasCustomPrompt="1"/>
          </p:nvPr>
        </p:nvSpPr>
        <p:spPr>
          <a:xfrm>
            <a:off x="4241185" y="4512637"/>
            <a:ext cx="559286" cy="559286"/>
          </a:xfrm>
          <a:prstGeom prst="rect">
            <a:avLst/>
          </a:prstGeom>
        </p:spPr>
        <p:txBody>
          <a:bodyPr anchor="ctr"/>
          <a:lstStyle>
            <a:lvl1pPr marL="0" indent="0" algn="ctr">
              <a:buNone/>
              <a:defRPr sz="800">
                <a:solidFill>
                  <a:schemeClr val="bg1"/>
                </a:solidFill>
              </a:defRPr>
            </a:lvl1pPr>
          </a:lstStyle>
          <a:p>
            <a:r>
              <a:rPr lang="en-US"/>
              <a:t>Icon</a:t>
            </a:r>
            <a:endParaRPr lang="ru-RU"/>
          </a:p>
        </p:txBody>
      </p:sp>
      <p:pic>
        <p:nvPicPr>
          <p:cNvPr id="2" name="Picture 1">
            <a:extLst>
              <a:ext uri="{FF2B5EF4-FFF2-40B4-BE49-F238E27FC236}">
                <a16:creationId xmlns:a16="http://schemas.microsoft.com/office/drawing/2014/main" id="{97F7E874-5C1F-DD7D-DD54-333A68117DA5}"/>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36254921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pic>
        <p:nvPicPr>
          <p:cNvPr id="13" name="Kép 10">
            <a:extLst>
              <a:ext uri="{FF2B5EF4-FFF2-40B4-BE49-F238E27FC236}">
                <a16:creationId xmlns:a16="http://schemas.microsoft.com/office/drawing/2014/main" id="{84C3ADAF-6C0C-1C62-0576-EBE9DA6A440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222209" cy="6858000"/>
          </a:xfrm>
          <a:prstGeom prst="rect">
            <a:avLst/>
          </a:prstGeom>
        </p:spPr>
      </p:pic>
      <p:sp>
        <p:nvSpPr>
          <p:cNvPr id="4" name="Rectangle 5">
            <a:extLst>
              <a:ext uri="{FF2B5EF4-FFF2-40B4-BE49-F238E27FC236}">
                <a16:creationId xmlns:a16="http://schemas.microsoft.com/office/drawing/2014/main" id="{0B237DAF-5455-E35C-02CB-1C2E73978FD7}"/>
              </a:ext>
            </a:extLst>
          </p:cNvPr>
          <p:cNvSpPr/>
          <p:nvPr userDrawn="1"/>
        </p:nvSpPr>
        <p:spPr>
          <a:xfrm>
            <a:off x="0" y="0"/>
            <a:ext cx="12222208" cy="6858000"/>
          </a:xfrm>
          <a:prstGeom prst="rect">
            <a:avLst/>
          </a:prstGeom>
          <a:gradFill flip="none" rotWithShape="1">
            <a:gsLst>
              <a:gs pos="0">
                <a:srgbClr val="FFFFFF">
                  <a:alpha val="90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19" name="Straight Connector 6">
            <a:extLst>
              <a:ext uri="{FF2B5EF4-FFF2-40B4-BE49-F238E27FC236}">
                <a16:creationId xmlns:a16="http://schemas.microsoft.com/office/drawing/2014/main" id="{A6AC7960-6A28-F558-6714-30BA4AA215B8}"/>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22" name="Text Placeholder 9">
            <a:extLst>
              <a:ext uri="{FF2B5EF4-FFF2-40B4-BE49-F238E27FC236}">
                <a16:creationId xmlns:a16="http://schemas.microsoft.com/office/drawing/2014/main" id="{0B647211-27A7-4468-08DF-22C18C229181}"/>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23" name="Text Placeholder 9">
            <a:extLst>
              <a:ext uri="{FF2B5EF4-FFF2-40B4-BE49-F238E27FC236}">
                <a16:creationId xmlns:a16="http://schemas.microsoft.com/office/drawing/2014/main" id="{BF32276E-1DFE-38B3-513D-0F956126AE16}"/>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
        <p:nvSpPr>
          <p:cNvPr id="25" name="Media Placeholder 24">
            <a:extLst>
              <a:ext uri="{FF2B5EF4-FFF2-40B4-BE49-F238E27FC236}">
                <a16:creationId xmlns:a16="http://schemas.microsoft.com/office/drawing/2014/main" id="{D3D19B6A-3CBC-FBAD-1245-E94A1CE9BE33}"/>
              </a:ext>
            </a:extLst>
          </p:cNvPr>
          <p:cNvSpPr>
            <a:spLocks noGrp="1"/>
          </p:cNvSpPr>
          <p:nvPr>
            <p:ph type="media" sz="quarter" idx="13" hasCustomPrompt="1"/>
          </p:nvPr>
        </p:nvSpPr>
        <p:spPr>
          <a:xfrm>
            <a:off x="3568700" y="638175"/>
            <a:ext cx="8623300" cy="4778375"/>
          </a:xfrm>
          <a:prstGeom prst="rect">
            <a:avLst/>
          </a:prstGeom>
        </p:spPr>
        <p:txBody>
          <a:bodyPr anchor="ctr"/>
          <a:lstStyle>
            <a:lvl1pPr marL="0" indent="0" algn="ctr">
              <a:buNone/>
              <a:defRPr>
                <a:solidFill>
                  <a:schemeClr val="bg1"/>
                </a:solidFill>
              </a:defRPr>
            </a:lvl1pPr>
          </a:lstStyle>
          <a:p>
            <a:r>
              <a:rPr lang="en-US"/>
              <a:t>Click to add video</a:t>
            </a:r>
            <a:endParaRPr lang="ru-RU"/>
          </a:p>
        </p:txBody>
      </p:sp>
      <p:pic>
        <p:nvPicPr>
          <p:cNvPr id="5" name="Picture 4">
            <a:extLst>
              <a:ext uri="{FF2B5EF4-FFF2-40B4-BE49-F238E27FC236}">
                <a16:creationId xmlns:a16="http://schemas.microsoft.com/office/drawing/2014/main" id="{F0960A8E-D9CE-F4C8-BB42-4599BB2FF0B9}"/>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18306603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Upward Growth">
    <p:spTree>
      <p:nvGrpSpPr>
        <p:cNvPr id="1" name=""/>
        <p:cNvGrpSpPr/>
        <p:nvPr/>
      </p:nvGrpSpPr>
      <p:grpSpPr>
        <a:xfrm>
          <a:off x="0" y="0"/>
          <a:ext cx="0" cy="0"/>
          <a:chOff x="0" y="0"/>
          <a:chExt cx="0" cy="0"/>
        </a:xfrm>
      </p:grpSpPr>
      <p:grpSp>
        <p:nvGrpSpPr>
          <p:cNvPr id="16" name="Csoportba foglalás 12">
            <a:extLst>
              <a:ext uri="{FF2B5EF4-FFF2-40B4-BE49-F238E27FC236}">
                <a16:creationId xmlns:a16="http://schemas.microsoft.com/office/drawing/2014/main" id="{8D40BAF4-9BDC-2B3C-4C1C-7C474C9BB183}"/>
              </a:ext>
            </a:extLst>
          </p:cNvPr>
          <p:cNvGrpSpPr/>
          <p:nvPr userDrawn="1"/>
        </p:nvGrpSpPr>
        <p:grpSpPr>
          <a:xfrm>
            <a:off x="3671887" y="0"/>
            <a:ext cx="8520113" cy="6858000"/>
            <a:chOff x="3671888" y="0"/>
            <a:chExt cx="8520113" cy="6858000"/>
          </a:xfrm>
        </p:grpSpPr>
        <p:pic>
          <p:nvPicPr>
            <p:cNvPr id="17" name="Picture 15">
              <a:extLst>
                <a:ext uri="{FF2B5EF4-FFF2-40B4-BE49-F238E27FC236}">
                  <a16:creationId xmlns:a16="http://schemas.microsoft.com/office/drawing/2014/main" id="{8BB2A13D-271D-1C57-3EB0-3E65C06647AB}"/>
                </a:ext>
              </a:extLst>
            </p:cNvPr>
            <p:cNvPicPr>
              <a:picLocks noChangeAspect="1"/>
            </p:cNvPicPr>
            <p:nvPr/>
          </p:nvPicPr>
          <p:blipFill rotWithShape="1">
            <a:blip r:embed="rId2" cstate="screen">
              <a:alphaModFix amt="50000"/>
              <a:extLst>
                <a:ext uri="{28A0092B-C50C-407E-A947-70E740481C1C}">
                  <a14:useLocalDpi xmlns:a14="http://schemas.microsoft.com/office/drawing/2010/main"/>
                </a:ext>
              </a:extLst>
            </a:blip>
            <a:srcRect/>
            <a:stretch/>
          </p:blipFill>
          <p:spPr>
            <a:xfrm>
              <a:off x="3671889" y="0"/>
              <a:ext cx="8520112" cy="6858000"/>
            </a:xfrm>
            <a:prstGeom prst="rect">
              <a:avLst/>
            </a:prstGeom>
          </p:spPr>
        </p:pic>
        <p:sp>
          <p:nvSpPr>
            <p:cNvPr id="18" name="Rectangle 5">
              <a:extLst>
                <a:ext uri="{FF2B5EF4-FFF2-40B4-BE49-F238E27FC236}">
                  <a16:creationId xmlns:a16="http://schemas.microsoft.com/office/drawing/2014/main" id="{2452B415-3CCE-D2DB-FB7A-5C65F9CB5983}"/>
                </a:ext>
              </a:extLst>
            </p:cNvPr>
            <p:cNvSpPr/>
            <p:nvPr/>
          </p:nvSpPr>
          <p:spPr>
            <a:xfrm flipH="1">
              <a:off x="3671888" y="0"/>
              <a:ext cx="8520112" cy="6858000"/>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grpSp>
      <p:cxnSp>
        <p:nvCxnSpPr>
          <p:cNvPr id="36" name="Straight Connector 6">
            <a:extLst>
              <a:ext uri="{FF2B5EF4-FFF2-40B4-BE49-F238E27FC236}">
                <a16:creationId xmlns:a16="http://schemas.microsoft.com/office/drawing/2014/main" id="{3CC75229-93A9-8E29-B265-1089295364A8}"/>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cxnSp>
        <p:nvCxnSpPr>
          <p:cNvPr id="38" name="Straight Connector 6">
            <a:extLst>
              <a:ext uri="{FF2B5EF4-FFF2-40B4-BE49-F238E27FC236}">
                <a16:creationId xmlns:a16="http://schemas.microsoft.com/office/drawing/2014/main" id="{B68A5179-59BC-95C5-1232-C0EF31D1C64D}"/>
              </a:ext>
            </a:extLst>
          </p:cNvPr>
          <p:cNvCxnSpPr>
            <a:cxnSpLocks/>
          </p:cNvCxnSpPr>
          <p:nvPr userDrawn="1"/>
        </p:nvCxnSpPr>
        <p:spPr>
          <a:xfrm flipH="1">
            <a:off x="4030789" y="5648325"/>
            <a:ext cx="1728000" cy="0"/>
          </a:xfrm>
          <a:prstGeom prst="line">
            <a:avLst/>
          </a:prstGeom>
          <a:noFill/>
          <a:ln w="9525" cap="flat" cmpd="sng" algn="ctr">
            <a:solidFill>
              <a:schemeClr val="bg1"/>
            </a:solidFill>
            <a:prstDash val="solid"/>
            <a:miter lim="800000"/>
          </a:ln>
          <a:effectLst/>
        </p:spPr>
      </p:cxnSp>
      <p:cxnSp>
        <p:nvCxnSpPr>
          <p:cNvPr id="41" name="Straight Connector 6">
            <a:extLst>
              <a:ext uri="{FF2B5EF4-FFF2-40B4-BE49-F238E27FC236}">
                <a16:creationId xmlns:a16="http://schemas.microsoft.com/office/drawing/2014/main" id="{C9535F38-E787-9DAD-E673-EFBB6394FC2D}"/>
              </a:ext>
            </a:extLst>
          </p:cNvPr>
          <p:cNvCxnSpPr>
            <a:cxnSpLocks/>
          </p:cNvCxnSpPr>
          <p:nvPr userDrawn="1"/>
        </p:nvCxnSpPr>
        <p:spPr>
          <a:xfrm flipH="1">
            <a:off x="5170318" y="4735012"/>
            <a:ext cx="1728000" cy="0"/>
          </a:xfrm>
          <a:prstGeom prst="line">
            <a:avLst/>
          </a:prstGeom>
          <a:noFill/>
          <a:ln w="9525" cap="flat" cmpd="sng" algn="ctr">
            <a:solidFill>
              <a:schemeClr val="bg1"/>
            </a:solidFill>
            <a:prstDash val="solid"/>
            <a:miter lim="800000"/>
          </a:ln>
          <a:effectLst/>
        </p:spPr>
      </p:cxnSp>
      <p:cxnSp>
        <p:nvCxnSpPr>
          <p:cNvPr id="44" name="Straight Connector 6">
            <a:extLst>
              <a:ext uri="{FF2B5EF4-FFF2-40B4-BE49-F238E27FC236}">
                <a16:creationId xmlns:a16="http://schemas.microsoft.com/office/drawing/2014/main" id="{5AD0859E-BF28-8885-656B-C23C05D76C84}"/>
              </a:ext>
            </a:extLst>
          </p:cNvPr>
          <p:cNvCxnSpPr>
            <a:cxnSpLocks/>
          </p:cNvCxnSpPr>
          <p:nvPr userDrawn="1"/>
        </p:nvCxnSpPr>
        <p:spPr>
          <a:xfrm flipH="1">
            <a:off x="6309847" y="3821697"/>
            <a:ext cx="1728000" cy="0"/>
          </a:xfrm>
          <a:prstGeom prst="line">
            <a:avLst/>
          </a:prstGeom>
          <a:noFill/>
          <a:ln w="9525" cap="flat" cmpd="sng" algn="ctr">
            <a:solidFill>
              <a:schemeClr val="bg1"/>
            </a:solidFill>
            <a:prstDash val="solid"/>
            <a:miter lim="800000"/>
          </a:ln>
          <a:effectLst/>
        </p:spPr>
      </p:cxnSp>
      <p:cxnSp>
        <p:nvCxnSpPr>
          <p:cNvPr id="47" name="Straight Connector 6">
            <a:extLst>
              <a:ext uri="{FF2B5EF4-FFF2-40B4-BE49-F238E27FC236}">
                <a16:creationId xmlns:a16="http://schemas.microsoft.com/office/drawing/2014/main" id="{8867D8EC-FFE9-A476-0C69-07C929B85979}"/>
              </a:ext>
            </a:extLst>
          </p:cNvPr>
          <p:cNvCxnSpPr>
            <a:cxnSpLocks/>
          </p:cNvCxnSpPr>
          <p:nvPr userDrawn="1"/>
        </p:nvCxnSpPr>
        <p:spPr>
          <a:xfrm flipH="1">
            <a:off x="7449376" y="2908382"/>
            <a:ext cx="1728000" cy="0"/>
          </a:xfrm>
          <a:prstGeom prst="line">
            <a:avLst/>
          </a:prstGeom>
          <a:noFill/>
          <a:ln w="9525" cap="flat" cmpd="sng" algn="ctr">
            <a:solidFill>
              <a:schemeClr val="bg1"/>
            </a:solidFill>
            <a:prstDash val="solid"/>
            <a:miter lim="800000"/>
          </a:ln>
          <a:effectLst/>
        </p:spPr>
      </p:cxnSp>
      <p:cxnSp>
        <p:nvCxnSpPr>
          <p:cNvPr id="51" name="Straight Connector 6">
            <a:extLst>
              <a:ext uri="{FF2B5EF4-FFF2-40B4-BE49-F238E27FC236}">
                <a16:creationId xmlns:a16="http://schemas.microsoft.com/office/drawing/2014/main" id="{7A2F4EE3-2443-836B-F06E-DCCD55C82F13}"/>
              </a:ext>
            </a:extLst>
          </p:cNvPr>
          <p:cNvCxnSpPr>
            <a:cxnSpLocks/>
          </p:cNvCxnSpPr>
          <p:nvPr userDrawn="1"/>
        </p:nvCxnSpPr>
        <p:spPr>
          <a:xfrm flipH="1">
            <a:off x="8588906" y="1995067"/>
            <a:ext cx="1728000" cy="0"/>
          </a:xfrm>
          <a:prstGeom prst="line">
            <a:avLst/>
          </a:prstGeom>
          <a:noFill/>
          <a:ln w="9525" cap="flat" cmpd="sng" algn="ctr">
            <a:solidFill>
              <a:schemeClr val="bg1"/>
            </a:solidFill>
            <a:prstDash val="solid"/>
            <a:miter lim="800000"/>
          </a:ln>
          <a:effectLst/>
        </p:spPr>
      </p:cxnSp>
      <p:sp>
        <p:nvSpPr>
          <p:cNvPr id="53" name="Text Placeholder 9">
            <a:extLst>
              <a:ext uri="{FF2B5EF4-FFF2-40B4-BE49-F238E27FC236}">
                <a16:creationId xmlns:a16="http://schemas.microsoft.com/office/drawing/2014/main" id="{410B011C-A24D-E6D4-C2F1-49248AB5D3C3}"/>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54" name="Text Placeholder 9">
            <a:extLst>
              <a:ext uri="{FF2B5EF4-FFF2-40B4-BE49-F238E27FC236}">
                <a16:creationId xmlns:a16="http://schemas.microsoft.com/office/drawing/2014/main" id="{477A45BD-756C-C819-64A7-EBC4E4D39849}"/>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
        <p:nvSpPr>
          <p:cNvPr id="55" name="Text Placeholder 20">
            <a:extLst>
              <a:ext uri="{FF2B5EF4-FFF2-40B4-BE49-F238E27FC236}">
                <a16:creationId xmlns:a16="http://schemas.microsoft.com/office/drawing/2014/main" id="{18D3C8D3-C83A-E705-CC7D-A7382F033FCC}"/>
              </a:ext>
            </a:extLst>
          </p:cNvPr>
          <p:cNvSpPr>
            <a:spLocks noGrp="1"/>
          </p:cNvSpPr>
          <p:nvPr>
            <p:ph type="body" sz="quarter" idx="13" hasCustomPrompt="1"/>
          </p:nvPr>
        </p:nvSpPr>
        <p:spPr>
          <a:xfrm>
            <a:off x="6967108" y="4503237"/>
            <a:ext cx="1452043"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XXXX</a:t>
            </a:r>
            <a:endParaRPr lang="ru-RU"/>
          </a:p>
        </p:txBody>
      </p:sp>
      <p:sp>
        <p:nvSpPr>
          <p:cNvPr id="56" name="Text Placeholder 20">
            <a:extLst>
              <a:ext uri="{FF2B5EF4-FFF2-40B4-BE49-F238E27FC236}">
                <a16:creationId xmlns:a16="http://schemas.microsoft.com/office/drawing/2014/main" id="{22959BE4-5D3D-C245-5A2C-82A8077AC084}"/>
              </a:ext>
            </a:extLst>
          </p:cNvPr>
          <p:cNvSpPr>
            <a:spLocks noGrp="1"/>
          </p:cNvSpPr>
          <p:nvPr>
            <p:ph type="body" sz="quarter" idx="14" hasCustomPrompt="1"/>
          </p:nvPr>
        </p:nvSpPr>
        <p:spPr>
          <a:xfrm>
            <a:off x="8105133" y="3589922"/>
            <a:ext cx="1452043"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XXXX</a:t>
            </a:r>
            <a:endParaRPr lang="ru-RU"/>
          </a:p>
        </p:txBody>
      </p:sp>
      <p:sp>
        <p:nvSpPr>
          <p:cNvPr id="57" name="Text Placeholder 20">
            <a:extLst>
              <a:ext uri="{FF2B5EF4-FFF2-40B4-BE49-F238E27FC236}">
                <a16:creationId xmlns:a16="http://schemas.microsoft.com/office/drawing/2014/main" id="{F65DEF95-2D18-7907-D4E8-D731BEEA5901}"/>
              </a:ext>
            </a:extLst>
          </p:cNvPr>
          <p:cNvSpPr>
            <a:spLocks noGrp="1"/>
          </p:cNvSpPr>
          <p:nvPr>
            <p:ph type="body" sz="quarter" idx="15" hasCustomPrompt="1"/>
          </p:nvPr>
        </p:nvSpPr>
        <p:spPr>
          <a:xfrm>
            <a:off x="9243158" y="2676607"/>
            <a:ext cx="1452043"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XXXX</a:t>
            </a:r>
            <a:endParaRPr lang="ru-RU"/>
          </a:p>
        </p:txBody>
      </p:sp>
      <p:sp>
        <p:nvSpPr>
          <p:cNvPr id="58" name="Text Placeholder 20">
            <a:extLst>
              <a:ext uri="{FF2B5EF4-FFF2-40B4-BE49-F238E27FC236}">
                <a16:creationId xmlns:a16="http://schemas.microsoft.com/office/drawing/2014/main" id="{29B1716D-462F-EF16-F511-BDEE8988CF4F}"/>
              </a:ext>
            </a:extLst>
          </p:cNvPr>
          <p:cNvSpPr>
            <a:spLocks noGrp="1"/>
          </p:cNvSpPr>
          <p:nvPr>
            <p:ph type="body" sz="quarter" idx="16" hasCustomPrompt="1"/>
          </p:nvPr>
        </p:nvSpPr>
        <p:spPr>
          <a:xfrm>
            <a:off x="5829083" y="5416550"/>
            <a:ext cx="1452043"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XXXX</a:t>
            </a:r>
            <a:endParaRPr lang="ru-RU"/>
          </a:p>
        </p:txBody>
      </p:sp>
      <p:sp>
        <p:nvSpPr>
          <p:cNvPr id="59" name="Text Placeholder 20">
            <a:extLst>
              <a:ext uri="{FF2B5EF4-FFF2-40B4-BE49-F238E27FC236}">
                <a16:creationId xmlns:a16="http://schemas.microsoft.com/office/drawing/2014/main" id="{6996E84A-C1FE-088E-E227-6903785AC25A}"/>
              </a:ext>
            </a:extLst>
          </p:cNvPr>
          <p:cNvSpPr>
            <a:spLocks noGrp="1"/>
          </p:cNvSpPr>
          <p:nvPr>
            <p:ph type="body" sz="quarter" idx="17" hasCustomPrompt="1"/>
          </p:nvPr>
        </p:nvSpPr>
        <p:spPr>
          <a:xfrm>
            <a:off x="10381182" y="1763292"/>
            <a:ext cx="1452043"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XXXX</a:t>
            </a:r>
            <a:endParaRPr lang="ru-RU"/>
          </a:p>
        </p:txBody>
      </p:sp>
      <p:sp>
        <p:nvSpPr>
          <p:cNvPr id="3" name="Text Placeholder 20">
            <a:extLst>
              <a:ext uri="{FF2B5EF4-FFF2-40B4-BE49-F238E27FC236}">
                <a16:creationId xmlns:a16="http://schemas.microsoft.com/office/drawing/2014/main" id="{289D44D4-D27D-98A7-CD6C-FDD75357B86A}"/>
              </a:ext>
            </a:extLst>
          </p:cNvPr>
          <p:cNvSpPr>
            <a:spLocks noGrp="1"/>
          </p:cNvSpPr>
          <p:nvPr>
            <p:ph type="body" sz="quarter" idx="23" hasCustomPrompt="1"/>
          </p:nvPr>
        </p:nvSpPr>
        <p:spPr>
          <a:xfrm>
            <a:off x="8588906" y="1392451"/>
            <a:ext cx="1549152" cy="261694"/>
          </a:xfrm>
          <a:prstGeom prst="rect">
            <a:avLst/>
          </a:prstGeom>
        </p:spPr>
        <p:txBody>
          <a:bodyPr/>
          <a:lstStyle>
            <a:lvl1pPr marL="0" indent="0">
              <a:buNone/>
              <a:defRPr kumimoji="0" lang="en-GB" sz="1400" b="1" i="0" u="none" strike="noStrike" kern="0" cap="none" spc="0" normalizeH="0" baseline="0" noProof="0" dirty="0">
                <a:ln>
                  <a:noFill/>
                </a:ln>
                <a:solidFill>
                  <a:srgbClr val="D31B2C"/>
                </a:solidFill>
                <a:effectLst/>
                <a:uLnTx/>
                <a:uFillTx/>
                <a:latin typeface="Lato"/>
              </a:defRPr>
            </a:lvl1pPr>
          </a:lstStyle>
          <a:p>
            <a:pPr marL="228600" marR="0" lvl="0" indent="-228600" fontAlgn="auto">
              <a:lnSpc>
                <a:spcPct val="100000"/>
              </a:lnSpc>
              <a:spcBef>
                <a:spcPts val="0"/>
              </a:spcBef>
              <a:spcAft>
                <a:spcPts val="600"/>
              </a:spcAft>
              <a:buClrTx/>
              <a:buSzTx/>
              <a:tabLst/>
            </a:pPr>
            <a:r>
              <a:rPr kumimoji="0" lang="en-US" sz="1400" b="1" i="0" u="none" strike="noStrike" kern="0" cap="none" spc="0" normalizeH="0" baseline="0" noProof="0">
                <a:ln>
                  <a:noFill/>
                </a:ln>
                <a:solidFill>
                  <a:srgbClr val="D31B2C"/>
                </a:solidFill>
                <a:effectLst/>
                <a:uLnTx/>
                <a:uFillTx/>
                <a:latin typeface="Lato"/>
                <a:ea typeface="+mn-ea"/>
                <a:cs typeface="+mn-cs"/>
              </a:rPr>
              <a:t>Click to add text</a:t>
            </a:r>
            <a:endParaRPr kumimoji="0" lang="en-GB" sz="1400" b="1" i="0" u="none" strike="noStrike" kern="0" cap="none" spc="0" normalizeH="0" baseline="0" noProof="0">
              <a:ln>
                <a:noFill/>
              </a:ln>
              <a:solidFill>
                <a:srgbClr val="D31B2C"/>
              </a:solidFill>
              <a:effectLst/>
              <a:uLnTx/>
              <a:uFillTx/>
              <a:latin typeface="Lato"/>
              <a:ea typeface="+mn-ea"/>
              <a:cs typeface="+mn-cs"/>
            </a:endParaRPr>
          </a:p>
        </p:txBody>
      </p:sp>
      <p:sp>
        <p:nvSpPr>
          <p:cNvPr id="5" name="Text Placeholder 20">
            <a:extLst>
              <a:ext uri="{FF2B5EF4-FFF2-40B4-BE49-F238E27FC236}">
                <a16:creationId xmlns:a16="http://schemas.microsoft.com/office/drawing/2014/main" id="{BF161ACE-A7D2-4879-A421-956040438718}"/>
              </a:ext>
            </a:extLst>
          </p:cNvPr>
          <p:cNvSpPr>
            <a:spLocks noGrp="1"/>
          </p:cNvSpPr>
          <p:nvPr>
            <p:ph type="body" sz="quarter" idx="25" hasCustomPrompt="1"/>
          </p:nvPr>
        </p:nvSpPr>
        <p:spPr>
          <a:xfrm>
            <a:off x="7449376" y="2307060"/>
            <a:ext cx="1549152" cy="261694"/>
          </a:xfrm>
          <a:prstGeom prst="rect">
            <a:avLst/>
          </a:prstGeom>
        </p:spPr>
        <p:txBody>
          <a:bodyPr/>
          <a:lstStyle>
            <a:lvl1pPr marL="0" indent="0">
              <a:buNone/>
              <a:defRPr kumimoji="0" lang="en-GB" sz="1400" b="1" i="0" u="none" strike="noStrike" kern="0" cap="none" spc="0" normalizeH="0" baseline="0" noProof="0" dirty="0">
                <a:ln>
                  <a:noFill/>
                </a:ln>
                <a:solidFill>
                  <a:srgbClr val="D31B2C"/>
                </a:solidFill>
                <a:effectLst/>
                <a:uLnTx/>
                <a:uFillTx/>
                <a:latin typeface="Lato"/>
              </a:defRPr>
            </a:lvl1pPr>
          </a:lstStyle>
          <a:p>
            <a:pPr marL="228600" marR="0" lvl="0" indent="-228600" fontAlgn="auto">
              <a:lnSpc>
                <a:spcPct val="100000"/>
              </a:lnSpc>
              <a:spcBef>
                <a:spcPts val="0"/>
              </a:spcBef>
              <a:spcAft>
                <a:spcPts val="600"/>
              </a:spcAft>
              <a:buClrTx/>
              <a:buSzTx/>
              <a:tabLst/>
            </a:pPr>
            <a:r>
              <a:rPr kumimoji="0" lang="en-US" sz="1400" b="1" i="0" u="none" strike="noStrike" kern="0" cap="none" spc="0" normalizeH="0" baseline="0" noProof="0">
                <a:ln>
                  <a:noFill/>
                </a:ln>
                <a:solidFill>
                  <a:srgbClr val="D31B2C"/>
                </a:solidFill>
                <a:effectLst/>
                <a:uLnTx/>
                <a:uFillTx/>
                <a:latin typeface="Lato"/>
                <a:ea typeface="+mn-ea"/>
                <a:cs typeface="+mn-cs"/>
              </a:rPr>
              <a:t>Click to add text</a:t>
            </a:r>
            <a:endParaRPr kumimoji="0" lang="en-GB" sz="1400" b="1" i="0" u="none" strike="noStrike" kern="0" cap="none" spc="0" normalizeH="0" baseline="0" noProof="0">
              <a:ln>
                <a:noFill/>
              </a:ln>
              <a:solidFill>
                <a:srgbClr val="D31B2C"/>
              </a:solidFill>
              <a:effectLst/>
              <a:uLnTx/>
              <a:uFillTx/>
              <a:latin typeface="Lato"/>
              <a:ea typeface="+mn-ea"/>
              <a:cs typeface="+mn-cs"/>
            </a:endParaRPr>
          </a:p>
        </p:txBody>
      </p:sp>
      <p:sp>
        <p:nvSpPr>
          <p:cNvPr id="7" name="Text Placeholder 20">
            <a:extLst>
              <a:ext uri="{FF2B5EF4-FFF2-40B4-BE49-F238E27FC236}">
                <a16:creationId xmlns:a16="http://schemas.microsoft.com/office/drawing/2014/main" id="{87019DFC-8643-C17C-2839-4749F3015536}"/>
              </a:ext>
            </a:extLst>
          </p:cNvPr>
          <p:cNvSpPr>
            <a:spLocks noGrp="1"/>
          </p:cNvSpPr>
          <p:nvPr>
            <p:ph type="body" sz="quarter" idx="27" hasCustomPrompt="1"/>
          </p:nvPr>
        </p:nvSpPr>
        <p:spPr>
          <a:xfrm>
            <a:off x="6309847" y="3220695"/>
            <a:ext cx="1549152" cy="261694"/>
          </a:xfrm>
          <a:prstGeom prst="rect">
            <a:avLst/>
          </a:prstGeom>
        </p:spPr>
        <p:txBody>
          <a:bodyPr/>
          <a:lstStyle>
            <a:lvl1pPr marL="0" indent="0">
              <a:buNone/>
              <a:defRPr kumimoji="0" lang="en-GB" sz="1400" b="1" i="0" u="none" strike="noStrike" kern="0" cap="none" spc="0" normalizeH="0" baseline="0" noProof="0" dirty="0">
                <a:ln>
                  <a:noFill/>
                </a:ln>
                <a:solidFill>
                  <a:srgbClr val="D31B2C"/>
                </a:solidFill>
                <a:effectLst/>
                <a:uLnTx/>
                <a:uFillTx/>
                <a:latin typeface="Lato"/>
              </a:defRPr>
            </a:lvl1pPr>
          </a:lstStyle>
          <a:p>
            <a:pPr marL="228600" marR="0" lvl="0" indent="-228600" fontAlgn="auto">
              <a:lnSpc>
                <a:spcPct val="100000"/>
              </a:lnSpc>
              <a:spcBef>
                <a:spcPts val="0"/>
              </a:spcBef>
              <a:spcAft>
                <a:spcPts val="600"/>
              </a:spcAft>
              <a:buClrTx/>
              <a:buSzTx/>
              <a:tabLst/>
            </a:pPr>
            <a:r>
              <a:rPr kumimoji="0" lang="en-US" sz="1400" b="1" i="0" u="none" strike="noStrike" kern="0" cap="none" spc="0" normalizeH="0" baseline="0" noProof="0">
                <a:ln>
                  <a:noFill/>
                </a:ln>
                <a:solidFill>
                  <a:srgbClr val="D31B2C"/>
                </a:solidFill>
                <a:effectLst/>
                <a:uLnTx/>
                <a:uFillTx/>
                <a:latin typeface="Lato"/>
                <a:ea typeface="+mn-ea"/>
                <a:cs typeface="+mn-cs"/>
              </a:rPr>
              <a:t>Click to add text</a:t>
            </a:r>
            <a:endParaRPr kumimoji="0" lang="en-GB" sz="1400" b="1" i="0" u="none" strike="noStrike" kern="0" cap="none" spc="0" normalizeH="0" baseline="0" noProof="0">
              <a:ln>
                <a:noFill/>
              </a:ln>
              <a:solidFill>
                <a:srgbClr val="D31B2C"/>
              </a:solidFill>
              <a:effectLst/>
              <a:uLnTx/>
              <a:uFillTx/>
              <a:latin typeface="Lato"/>
              <a:ea typeface="+mn-ea"/>
              <a:cs typeface="+mn-cs"/>
            </a:endParaRPr>
          </a:p>
        </p:txBody>
      </p:sp>
      <p:sp>
        <p:nvSpPr>
          <p:cNvPr id="9" name="Text Placeholder 20">
            <a:extLst>
              <a:ext uri="{FF2B5EF4-FFF2-40B4-BE49-F238E27FC236}">
                <a16:creationId xmlns:a16="http://schemas.microsoft.com/office/drawing/2014/main" id="{AB73A8AD-C6DC-DF49-CE52-FE6570F70796}"/>
              </a:ext>
            </a:extLst>
          </p:cNvPr>
          <p:cNvSpPr>
            <a:spLocks noGrp="1"/>
          </p:cNvSpPr>
          <p:nvPr>
            <p:ph type="body" sz="quarter" idx="29" hasCustomPrompt="1"/>
          </p:nvPr>
        </p:nvSpPr>
        <p:spPr>
          <a:xfrm>
            <a:off x="5170318" y="4135582"/>
            <a:ext cx="1549152" cy="261694"/>
          </a:xfrm>
          <a:prstGeom prst="rect">
            <a:avLst/>
          </a:prstGeom>
        </p:spPr>
        <p:txBody>
          <a:bodyPr/>
          <a:lstStyle>
            <a:lvl1pPr marL="0" indent="0">
              <a:buNone/>
              <a:defRPr kumimoji="0" lang="en-GB" sz="1400" b="1" i="0" u="none" strike="noStrike" kern="0" cap="none" spc="0" normalizeH="0" baseline="0" noProof="0" dirty="0">
                <a:ln>
                  <a:noFill/>
                </a:ln>
                <a:solidFill>
                  <a:srgbClr val="D31B2C"/>
                </a:solidFill>
                <a:effectLst/>
                <a:uLnTx/>
                <a:uFillTx/>
                <a:latin typeface="Lato"/>
              </a:defRPr>
            </a:lvl1pPr>
          </a:lstStyle>
          <a:p>
            <a:pPr marL="228600" marR="0" lvl="0" indent="-228600" fontAlgn="auto">
              <a:lnSpc>
                <a:spcPct val="100000"/>
              </a:lnSpc>
              <a:spcBef>
                <a:spcPts val="0"/>
              </a:spcBef>
              <a:spcAft>
                <a:spcPts val="600"/>
              </a:spcAft>
              <a:buClrTx/>
              <a:buSzTx/>
              <a:tabLst/>
            </a:pPr>
            <a:r>
              <a:rPr kumimoji="0" lang="en-US" sz="1400" b="1" i="0" u="none" strike="noStrike" kern="0" cap="none" spc="0" normalizeH="0" baseline="0" noProof="0">
                <a:ln>
                  <a:noFill/>
                </a:ln>
                <a:solidFill>
                  <a:srgbClr val="D31B2C"/>
                </a:solidFill>
                <a:effectLst/>
                <a:uLnTx/>
                <a:uFillTx/>
                <a:latin typeface="Lato"/>
                <a:ea typeface="+mn-ea"/>
                <a:cs typeface="+mn-cs"/>
              </a:rPr>
              <a:t>Click to add text</a:t>
            </a:r>
            <a:endParaRPr kumimoji="0" lang="en-GB" sz="1400" b="1" i="0" u="none" strike="noStrike" kern="0" cap="none" spc="0" normalizeH="0" baseline="0" noProof="0">
              <a:ln>
                <a:noFill/>
              </a:ln>
              <a:solidFill>
                <a:srgbClr val="D31B2C"/>
              </a:solidFill>
              <a:effectLst/>
              <a:uLnTx/>
              <a:uFillTx/>
              <a:latin typeface="Lato"/>
              <a:ea typeface="+mn-ea"/>
              <a:cs typeface="+mn-cs"/>
            </a:endParaRPr>
          </a:p>
        </p:txBody>
      </p:sp>
      <p:sp>
        <p:nvSpPr>
          <p:cNvPr id="11" name="Text Placeholder 20">
            <a:extLst>
              <a:ext uri="{FF2B5EF4-FFF2-40B4-BE49-F238E27FC236}">
                <a16:creationId xmlns:a16="http://schemas.microsoft.com/office/drawing/2014/main" id="{04099957-5E93-9435-5CB7-1E5ECF9058A2}"/>
              </a:ext>
            </a:extLst>
          </p:cNvPr>
          <p:cNvSpPr>
            <a:spLocks noGrp="1"/>
          </p:cNvSpPr>
          <p:nvPr>
            <p:ph type="body" sz="quarter" idx="31" hasCustomPrompt="1"/>
          </p:nvPr>
        </p:nvSpPr>
        <p:spPr>
          <a:xfrm>
            <a:off x="4030789" y="5048894"/>
            <a:ext cx="1549152" cy="261694"/>
          </a:xfrm>
          <a:prstGeom prst="rect">
            <a:avLst/>
          </a:prstGeom>
        </p:spPr>
        <p:txBody>
          <a:bodyPr/>
          <a:lstStyle>
            <a:lvl1pPr marL="0" indent="0">
              <a:buNone/>
              <a:defRPr kumimoji="0" lang="en-GB" sz="1400" b="1" i="0" u="none" strike="noStrike" kern="0" cap="none" spc="0" normalizeH="0" baseline="0" noProof="0" dirty="0">
                <a:ln>
                  <a:noFill/>
                </a:ln>
                <a:solidFill>
                  <a:srgbClr val="D31B2C"/>
                </a:solidFill>
                <a:effectLst/>
                <a:uLnTx/>
                <a:uFillTx/>
                <a:latin typeface="Lato"/>
              </a:defRPr>
            </a:lvl1pPr>
          </a:lstStyle>
          <a:p>
            <a:pPr marL="228600" marR="0" lvl="0" indent="-228600" fontAlgn="auto">
              <a:lnSpc>
                <a:spcPct val="100000"/>
              </a:lnSpc>
              <a:spcBef>
                <a:spcPts val="0"/>
              </a:spcBef>
              <a:spcAft>
                <a:spcPts val="600"/>
              </a:spcAft>
              <a:buClrTx/>
              <a:buSzTx/>
              <a:tabLst/>
            </a:pPr>
            <a:r>
              <a:rPr kumimoji="0" lang="en-US" sz="1400" b="1" i="0" u="none" strike="noStrike" kern="0" cap="none" spc="0" normalizeH="0" baseline="0" noProof="0">
                <a:ln>
                  <a:noFill/>
                </a:ln>
                <a:solidFill>
                  <a:srgbClr val="D31B2C"/>
                </a:solidFill>
                <a:effectLst/>
                <a:uLnTx/>
                <a:uFillTx/>
                <a:latin typeface="Lato"/>
                <a:ea typeface="+mn-ea"/>
                <a:cs typeface="+mn-cs"/>
              </a:rPr>
              <a:t>Click to add text</a:t>
            </a:r>
            <a:endParaRPr kumimoji="0" lang="en-GB" sz="1400" b="1" i="0" u="none" strike="noStrike" kern="0" cap="none" spc="0" normalizeH="0" baseline="0" noProof="0">
              <a:ln>
                <a:noFill/>
              </a:ln>
              <a:solidFill>
                <a:srgbClr val="D31B2C"/>
              </a:solidFill>
              <a:effectLst/>
              <a:uLnTx/>
              <a:uFillTx/>
              <a:latin typeface="Lato"/>
              <a:ea typeface="+mn-ea"/>
              <a:cs typeface="+mn-cs"/>
            </a:endParaRPr>
          </a:p>
        </p:txBody>
      </p:sp>
      <p:pic>
        <p:nvPicPr>
          <p:cNvPr id="2" name="Picture 1">
            <a:extLst>
              <a:ext uri="{FF2B5EF4-FFF2-40B4-BE49-F238E27FC236}">
                <a16:creationId xmlns:a16="http://schemas.microsoft.com/office/drawing/2014/main" id="{E2ADE510-B5C2-D73B-9DAB-82613C145463}"/>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
        <p:nvSpPr>
          <p:cNvPr id="13" name="Text Placeholder 9">
            <a:extLst>
              <a:ext uri="{FF2B5EF4-FFF2-40B4-BE49-F238E27FC236}">
                <a16:creationId xmlns:a16="http://schemas.microsoft.com/office/drawing/2014/main" id="{52732433-B800-5DBD-83C3-BB04EDB47ABF}"/>
              </a:ext>
            </a:extLst>
          </p:cNvPr>
          <p:cNvSpPr>
            <a:spLocks noGrp="1"/>
          </p:cNvSpPr>
          <p:nvPr>
            <p:ph type="body" sz="quarter" idx="33" hasCustomPrompt="1"/>
          </p:nvPr>
        </p:nvSpPr>
        <p:spPr>
          <a:xfrm>
            <a:off x="4030790" y="5350201"/>
            <a:ext cx="1549152" cy="261694"/>
          </a:xfrm>
          <a:prstGeom prst="rect">
            <a:avLst/>
          </a:prstGeom>
        </p:spPr>
        <p:txBody>
          <a:bodyPr wrap="square">
            <a:noAutofit/>
          </a:bodyPr>
          <a:lstStyle>
            <a:lvl1pPr marL="0" indent="0" algn="l">
              <a:buNone/>
              <a:defRPr kumimoji="0" lang="en-US" sz="14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Click to add data</a:t>
            </a:r>
          </a:p>
        </p:txBody>
      </p:sp>
      <p:sp>
        <p:nvSpPr>
          <p:cNvPr id="14" name="Text Placeholder 9">
            <a:extLst>
              <a:ext uri="{FF2B5EF4-FFF2-40B4-BE49-F238E27FC236}">
                <a16:creationId xmlns:a16="http://schemas.microsoft.com/office/drawing/2014/main" id="{2659A209-38AA-8E0D-D0B9-9CE456DA22A0}"/>
              </a:ext>
            </a:extLst>
          </p:cNvPr>
          <p:cNvSpPr>
            <a:spLocks noGrp="1"/>
          </p:cNvSpPr>
          <p:nvPr>
            <p:ph type="body" sz="quarter" idx="34" hasCustomPrompt="1"/>
          </p:nvPr>
        </p:nvSpPr>
        <p:spPr>
          <a:xfrm>
            <a:off x="5170318" y="4436889"/>
            <a:ext cx="1549152" cy="261694"/>
          </a:xfrm>
          <a:prstGeom prst="rect">
            <a:avLst/>
          </a:prstGeom>
        </p:spPr>
        <p:txBody>
          <a:bodyPr wrap="square">
            <a:noAutofit/>
          </a:bodyPr>
          <a:lstStyle>
            <a:lvl1pPr marL="0" indent="0" algn="l">
              <a:buNone/>
              <a:defRPr kumimoji="0" lang="en-US" sz="14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Click to add data</a:t>
            </a:r>
          </a:p>
        </p:txBody>
      </p:sp>
      <p:sp>
        <p:nvSpPr>
          <p:cNvPr id="15" name="Text Placeholder 9">
            <a:extLst>
              <a:ext uri="{FF2B5EF4-FFF2-40B4-BE49-F238E27FC236}">
                <a16:creationId xmlns:a16="http://schemas.microsoft.com/office/drawing/2014/main" id="{00A2BE5A-EC44-FAD8-9533-252A93EA7D08}"/>
              </a:ext>
            </a:extLst>
          </p:cNvPr>
          <p:cNvSpPr>
            <a:spLocks noGrp="1"/>
          </p:cNvSpPr>
          <p:nvPr>
            <p:ph type="body" sz="quarter" idx="35" hasCustomPrompt="1"/>
          </p:nvPr>
        </p:nvSpPr>
        <p:spPr>
          <a:xfrm>
            <a:off x="6309847" y="3522002"/>
            <a:ext cx="1549152" cy="261694"/>
          </a:xfrm>
          <a:prstGeom prst="rect">
            <a:avLst/>
          </a:prstGeom>
        </p:spPr>
        <p:txBody>
          <a:bodyPr wrap="square">
            <a:noAutofit/>
          </a:bodyPr>
          <a:lstStyle>
            <a:lvl1pPr marL="0" indent="0" algn="l">
              <a:buNone/>
              <a:defRPr kumimoji="0" lang="en-US" sz="14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Click to add data</a:t>
            </a:r>
          </a:p>
        </p:txBody>
      </p:sp>
      <p:sp>
        <p:nvSpPr>
          <p:cNvPr id="19" name="Text Placeholder 9">
            <a:extLst>
              <a:ext uri="{FF2B5EF4-FFF2-40B4-BE49-F238E27FC236}">
                <a16:creationId xmlns:a16="http://schemas.microsoft.com/office/drawing/2014/main" id="{56B05D8B-26A7-7BB2-0D70-D7C5323649D6}"/>
              </a:ext>
            </a:extLst>
          </p:cNvPr>
          <p:cNvSpPr>
            <a:spLocks noGrp="1"/>
          </p:cNvSpPr>
          <p:nvPr>
            <p:ph type="body" sz="quarter" idx="36" hasCustomPrompt="1"/>
          </p:nvPr>
        </p:nvSpPr>
        <p:spPr>
          <a:xfrm>
            <a:off x="7449376" y="2608367"/>
            <a:ext cx="1549152" cy="261694"/>
          </a:xfrm>
          <a:prstGeom prst="rect">
            <a:avLst/>
          </a:prstGeom>
        </p:spPr>
        <p:txBody>
          <a:bodyPr wrap="square">
            <a:noAutofit/>
          </a:bodyPr>
          <a:lstStyle>
            <a:lvl1pPr marL="0" indent="0" algn="l">
              <a:buNone/>
              <a:defRPr kumimoji="0" lang="en-US" sz="14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Click to add data</a:t>
            </a:r>
          </a:p>
        </p:txBody>
      </p:sp>
      <p:sp>
        <p:nvSpPr>
          <p:cNvPr id="20" name="Text Placeholder 9">
            <a:extLst>
              <a:ext uri="{FF2B5EF4-FFF2-40B4-BE49-F238E27FC236}">
                <a16:creationId xmlns:a16="http://schemas.microsoft.com/office/drawing/2014/main" id="{DA50CE73-0202-903B-56A5-5B6F392100F5}"/>
              </a:ext>
            </a:extLst>
          </p:cNvPr>
          <p:cNvSpPr>
            <a:spLocks noGrp="1"/>
          </p:cNvSpPr>
          <p:nvPr>
            <p:ph type="body" sz="quarter" idx="37" hasCustomPrompt="1"/>
          </p:nvPr>
        </p:nvSpPr>
        <p:spPr>
          <a:xfrm>
            <a:off x="8588906" y="1693758"/>
            <a:ext cx="1549152" cy="261694"/>
          </a:xfrm>
          <a:prstGeom prst="rect">
            <a:avLst/>
          </a:prstGeom>
        </p:spPr>
        <p:txBody>
          <a:bodyPr wrap="square">
            <a:noAutofit/>
          </a:bodyPr>
          <a:lstStyle>
            <a:lvl1pPr marL="0" indent="0" algn="l">
              <a:buNone/>
              <a:defRPr kumimoji="0" lang="en-US" sz="14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Click to add data</a:t>
            </a:r>
          </a:p>
        </p:txBody>
      </p:sp>
    </p:spTree>
    <p:extLst>
      <p:ext uri="{BB962C8B-B14F-4D97-AF65-F5344CB8AC3E}">
        <p14:creationId xmlns:p14="http://schemas.microsoft.com/office/powerpoint/2010/main" val="4204791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C8C482-F4F5-509E-A011-67903966AD79}"/>
              </a:ext>
            </a:extLst>
          </p:cNvPr>
          <p:cNvPicPr>
            <a:picLocks noChangeAspect="1"/>
          </p:cNvPicPr>
          <p:nvPr userDrawn="1"/>
        </p:nvPicPr>
        <p:blipFill>
          <a:blip r:embed="rId2" cstate="screen">
            <a:alphaModFix amt="5000"/>
            <a:extLst>
              <a:ext uri="{28A0092B-C50C-407E-A947-70E740481C1C}">
                <a14:useLocalDpi xmlns:a14="http://schemas.microsoft.com/office/drawing/2010/main"/>
              </a:ext>
            </a:extLst>
          </a:blip>
          <a:srcRect/>
          <a:stretch/>
        </p:blipFill>
        <p:spPr>
          <a:xfrm>
            <a:off x="-34560" y="-1"/>
            <a:ext cx="12261120" cy="6858001"/>
          </a:xfrm>
          <a:prstGeom prst="rect">
            <a:avLst/>
          </a:prstGeom>
        </p:spPr>
      </p:pic>
      <p:cxnSp>
        <p:nvCxnSpPr>
          <p:cNvPr id="29" name="Straight Connector 6">
            <a:extLst>
              <a:ext uri="{FF2B5EF4-FFF2-40B4-BE49-F238E27FC236}">
                <a16:creationId xmlns:a16="http://schemas.microsoft.com/office/drawing/2014/main" id="{8C8588E8-7B6E-11AC-5B2E-56FF611054EA}"/>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cxnSp>
        <p:nvCxnSpPr>
          <p:cNvPr id="37" name="Straight Connector 6">
            <a:extLst>
              <a:ext uri="{FF2B5EF4-FFF2-40B4-BE49-F238E27FC236}">
                <a16:creationId xmlns:a16="http://schemas.microsoft.com/office/drawing/2014/main" id="{B1195CEB-B743-65BA-6A61-DAC96B21AFB3}"/>
              </a:ext>
            </a:extLst>
          </p:cNvPr>
          <p:cNvCxnSpPr>
            <a:cxnSpLocks/>
          </p:cNvCxnSpPr>
          <p:nvPr userDrawn="1"/>
        </p:nvCxnSpPr>
        <p:spPr>
          <a:xfrm>
            <a:off x="1403351" y="3241717"/>
            <a:ext cx="0" cy="1584000"/>
          </a:xfrm>
          <a:prstGeom prst="line">
            <a:avLst/>
          </a:prstGeom>
          <a:noFill/>
          <a:ln w="12700" cap="flat" cmpd="sng" algn="ctr">
            <a:solidFill>
              <a:schemeClr val="bg1"/>
            </a:solidFill>
            <a:prstDash val="solid"/>
            <a:miter lim="800000"/>
          </a:ln>
          <a:effectLst/>
        </p:spPr>
      </p:cxnSp>
      <p:cxnSp>
        <p:nvCxnSpPr>
          <p:cNvPr id="39" name="Straight Connector 6">
            <a:extLst>
              <a:ext uri="{FF2B5EF4-FFF2-40B4-BE49-F238E27FC236}">
                <a16:creationId xmlns:a16="http://schemas.microsoft.com/office/drawing/2014/main" id="{F12E89CE-E39B-B436-93EE-5FC42A636C45}"/>
              </a:ext>
            </a:extLst>
          </p:cNvPr>
          <p:cNvCxnSpPr>
            <a:cxnSpLocks/>
          </p:cNvCxnSpPr>
          <p:nvPr userDrawn="1"/>
        </p:nvCxnSpPr>
        <p:spPr>
          <a:xfrm>
            <a:off x="3340101" y="2116839"/>
            <a:ext cx="0" cy="1584000"/>
          </a:xfrm>
          <a:prstGeom prst="line">
            <a:avLst/>
          </a:prstGeom>
          <a:noFill/>
          <a:ln w="12700" cap="flat" cmpd="sng" algn="ctr">
            <a:solidFill>
              <a:schemeClr val="bg1"/>
            </a:solidFill>
            <a:prstDash val="solid"/>
            <a:miter lim="800000"/>
          </a:ln>
          <a:effectLst/>
        </p:spPr>
      </p:cxnSp>
      <p:cxnSp>
        <p:nvCxnSpPr>
          <p:cNvPr id="43" name="Straight Connector 6">
            <a:extLst>
              <a:ext uri="{FF2B5EF4-FFF2-40B4-BE49-F238E27FC236}">
                <a16:creationId xmlns:a16="http://schemas.microsoft.com/office/drawing/2014/main" id="{B79360FC-4B9C-9A45-6C0D-781C5AD2E0A0}"/>
              </a:ext>
            </a:extLst>
          </p:cNvPr>
          <p:cNvCxnSpPr>
            <a:cxnSpLocks/>
          </p:cNvCxnSpPr>
          <p:nvPr userDrawn="1"/>
        </p:nvCxnSpPr>
        <p:spPr>
          <a:xfrm>
            <a:off x="7220649" y="2116839"/>
            <a:ext cx="0" cy="1584000"/>
          </a:xfrm>
          <a:prstGeom prst="line">
            <a:avLst/>
          </a:prstGeom>
          <a:noFill/>
          <a:ln w="12700" cap="flat" cmpd="sng" algn="ctr">
            <a:solidFill>
              <a:schemeClr val="bg1"/>
            </a:solidFill>
            <a:prstDash val="solid"/>
            <a:miter lim="800000"/>
          </a:ln>
          <a:effectLst/>
        </p:spPr>
      </p:cxnSp>
      <p:cxnSp>
        <p:nvCxnSpPr>
          <p:cNvPr id="50" name="Straight Connector 6">
            <a:extLst>
              <a:ext uri="{FF2B5EF4-FFF2-40B4-BE49-F238E27FC236}">
                <a16:creationId xmlns:a16="http://schemas.microsoft.com/office/drawing/2014/main" id="{6749B2FF-FEA1-75DE-6DE8-52DD34D7CB23}"/>
              </a:ext>
            </a:extLst>
          </p:cNvPr>
          <p:cNvCxnSpPr>
            <a:cxnSpLocks/>
          </p:cNvCxnSpPr>
          <p:nvPr userDrawn="1"/>
        </p:nvCxnSpPr>
        <p:spPr>
          <a:xfrm>
            <a:off x="5275629" y="3241717"/>
            <a:ext cx="0" cy="1584000"/>
          </a:xfrm>
          <a:prstGeom prst="line">
            <a:avLst/>
          </a:prstGeom>
          <a:noFill/>
          <a:ln w="12700" cap="flat" cmpd="sng" algn="ctr">
            <a:solidFill>
              <a:schemeClr val="bg1"/>
            </a:solidFill>
            <a:prstDash val="solid"/>
            <a:miter lim="800000"/>
          </a:ln>
          <a:effectLst/>
        </p:spPr>
      </p:cxnSp>
      <p:pic>
        <p:nvPicPr>
          <p:cNvPr id="52" name="Graphic 51">
            <a:extLst>
              <a:ext uri="{FF2B5EF4-FFF2-40B4-BE49-F238E27FC236}">
                <a16:creationId xmlns:a16="http://schemas.microsoft.com/office/drawing/2014/main" id="{DDF9F73A-2BB1-11AC-D7DC-8E682A999F7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20042" y="3228151"/>
            <a:ext cx="443132" cy="443132"/>
          </a:xfrm>
          <a:prstGeom prst="rect">
            <a:avLst/>
          </a:prstGeom>
        </p:spPr>
      </p:pic>
      <p:pic>
        <p:nvPicPr>
          <p:cNvPr id="65" name="Graphic 64">
            <a:extLst>
              <a:ext uri="{FF2B5EF4-FFF2-40B4-BE49-F238E27FC236}">
                <a16:creationId xmlns:a16="http://schemas.microsoft.com/office/drawing/2014/main" id="{7DF45286-4033-ECBD-8305-6532033C97B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57943" y="3228151"/>
            <a:ext cx="443132" cy="443132"/>
          </a:xfrm>
          <a:prstGeom prst="rect">
            <a:avLst/>
          </a:prstGeom>
        </p:spPr>
      </p:pic>
      <p:pic>
        <p:nvPicPr>
          <p:cNvPr id="66" name="Graphic 65">
            <a:extLst>
              <a:ext uri="{FF2B5EF4-FFF2-40B4-BE49-F238E27FC236}">
                <a16:creationId xmlns:a16="http://schemas.microsoft.com/office/drawing/2014/main" id="{D869D634-1B9B-198D-22B0-DE3F27B6B34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600590" y="3228151"/>
            <a:ext cx="443132" cy="443132"/>
          </a:xfrm>
          <a:prstGeom prst="rect">
            <a:avLst/>
          </a:prstGeom>
        </p:spPr>
      </p:pic>
      <p:cxnSp>
        <p:nvCxnSpPr>
          <p:cNvPr id="69" name="Straight Connector 6">
            <a:extLst>
              <a:ext uri="{FF2B5EF4-FFF2-40B4-BE49-F238E27FC236}">
                <a16:creationId xmlns:a16="http://schemas.microsoft.com/office/drawing/2014/main" id="{56FC5507-FF2D-5DDA-4DAD-6EF721AF7665}"/>
              </a:ext>
            </a:extLst>
          </p:cNvPr>
          <p:cNvCxnSpPr>
            <a:cxnSpLocks/>
          </p:cNvCxnSpPr>
          <p:nvPr userDrawn="1"/>
        </p:nvCxnSpPr>
        <p:spPr>
          <a:xfrm>
            <a:off x="9147907" y="3241717"/>
            <a:ext cx="0" cy="1584000"/>
          </a:xfrm>
          <a:prstGeom prst="line">
            <a:avLst/>
          </a:prstGeom>
          <a:noFill/>
          <a:ln w="12700" cap="flat" cmpd="sng" algn="ctr">
            <a:solidFill>
              <a:schemeClr val="bg1"/>
            </a:solidFill>
            <a:prstDash val="solid"/>
            <a:miter lim="800000"/>
          </a:ln>
          <a:effectLst/>
        </p:spPr>
      </p:cxnSp>
      <p:pic>
        <p:nvPicPr>
          <p:cNvPr id="70" name="Graphic 69">
            <a:extLst>
              <a:ext uri="{FF2B5EF4-FFF2-40B4-BE49-F238E27FC236}">
                <a16:creationId xmlns:a16="http://schemas.microsoft.com/office/drawing/2014/main" id="{191A530B-2838-7877-F23A-D307CD63FCB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34356" y="3228151"/>
            <a:ext cx="443132" cy="443132"/>
          </a:xfrm>
          <a:prstGeom prst="rect">
            <a:avLst/>
          </a:prstGeom>
        </p:spPr>
      </p:pic>
      <p:sp>
        <p:nvSpPr>
          <p:cNvPr id="74" name="Text Placeholder 20">
            <a:extLst>
              <a:ext uri="{FF2B5EF4-FFF2-40B4-BE49-F238E27FC236}">
                <a16:creationId xmlns:a16="http://schemas.microsoft.com/office/drawing/2014/main" id="{B454D3A7-BBA4-2D6C-631F-BF0D5E6FF31C}"/>
              </a:ext>
            </a:extLst>
          </p:cNvPr>
          <p:cNvSpPr>
            <a:spLocks noGrp="1"/>
          </p:cNvSpPr>
          <p:nvPr>
            <p:ph type="body" sz="quarter" idx="13" hasCustomPrompt="1"/>
          </p:nvPr>
        </p:nvSpPr>
        <p:spPr>
          <a:xfrm>
            <a:off x="5451665" y="3237027"/>
            <a:ext cx="1314600"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XXXX</a:t>
            </a:r>
            <a:endParaRPr lang="ru-RU"/>
          </a:p>
        </p:txBody>
      </p:sp>
      <p:sp>
        <p:nvSpPr>
          <p:cNvPr id="75" name="Text Placeholder 20">
            <a:extLst>
              <a:ext uri="{FF2B5EF4-FFF2-40B4-BE49-F238E27FC236}">
                <a16:creationId xmlns:a16="http://schemas.microsoft.com/office/drawing/2014/main" id="{6DBC1C57-5AA5-A9D1-AEAE-0BA514646C9C}"/>
              </a:ext>
            </a:extLst>
          </p:cNvPr>
          <p:cNvSpPr>
            <a:spLocks noGrp="1"/>
          </p:cNvSpPr>
          <p:nvPr>
            <p:ph type="body" sz="quarter" idx="14" hasCustomPrompt="1"/>
          </p:nvPr>
        </p:nvSpPr>
        <p:spPr>
          <a:xfrm>
            <a:off x="3511391" y="3237027"/>
            <a:ext cx="1314600"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XXXX</a:t>
            </a:r>
            <a:endParaRPr lang="ru-RU"/>
          </a:p>
        </p:txBody>
      </p:sp>
      <p:sp>
        <p:nvSpPr>
          <p:cNvPr id="76" name="Text Placeholder 20">
            <a:extLst>
              <a:ext uri="{FF2B5EF4-FFF2-40B4-BE49-F238E27FC236}">
                <a16:creationId xmlns:a16="http://schemas.microsoft.com/office/drawing/2014/main" id="{B1A1ED69-6E85-2C8D-DF6E-BC2976FB3CAB}"/>
              </a:ext>
            </a:extLst>
          </p:cNvPr>
          <p:cNvSpPr>
            <a:spLocks noGrp="1"/>
          </p:cNvSpPr>
          <p:nvPr>
            <p:ph type="body" sz="quarter" idx="15" hasCustomPrompt="1"/>
          </p:nvPr>
        </p:nvSpPr>
        <p:spPr>
          <a:xfrm>
            <a:off x="1571117" y="3237027"/>
            <a:ext cx="1314600"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XXXX</a:t>
            </a:r>
            <a:endParaRPr lang="ru-RU"/>
          </a:p>
        </p:txBody>
      </p:sp>
      <p:sp>
        <p:nvSpPr>
          <p:cNvPr id="77" name="Text Placeholder 20">
            <a:extLst>
              <a:ext uri="{FF2B5EF4-FFF2-40B4-BE49-F238E27FC236}">
                <a16:creationId xmlns:a16="http://schemas.microsoft.com/office/drawing/2014/main" id="{F57DDB91-1EED-486C-B642-3191207A694D}"/>
              </a:ext>
            </a:extLst>
          </p:cNvPr>
          <p:cNvSpPr>
            <a:spLocks noGrp="1"/>
          </p:cNvSpPr>
          <p:nvPr>
            <p:ph type="body" sz="quarter" idx="16" hasCustomPrompt="1"/>
          </p:nvPr>
        </p:nvSpPr>
        <p:spPr>
          <a:xfrm>
            <a:off x="7391938" y="3237027"/>
            <a:ext cx="1314600"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lvl="0"/>
            <a:r>
              <a:rPr lang="en-US"/>
              <a:t>XXXX</a:t>
            </a:r>
            <a:endParaRPr lang="ru-RU"/>
          </a:p>
        </p:txBody>
      </p:sp>
      <p:sp>
        <p:nvSpPr>
          <p:cNvPr id="78" name="Text Placeholder 20">
            <a:extLst>
              <a:ext uri="{FF2B5EF4-FFF2-40B4-BE49-F238E27FC236}">
                <a16:creationId xmlns:a16="http://schemas.microsoft.com/office/drawing/2014/main" id="{B61D4CD1-CB0D-81AA-7125-655E67B9DB41}"/>
              </a:ext>
            </a:extLst>
          </p:cNvPr>
          <p:cNvSpPr>
            <a:spLocks noGrp="1"/>
          </p:cNvSpPr>
          <p:nvPr>
            <p:ph type="body" sz="quarter" idx="17" hasCustomPrompt="1"/>
          </p:nvPr>
        </p:nvSpPr>
        <p:spPr>
          <a:xfrm>
            <a:off x="9323943" y="3237027"/>
            <a:ext cx="1314600" cy="463550"/>
          </a:xfrm>
          <a:prstGeom prst="rect">
            <a:avLst/>
          </a:prstGeom>
        </p:spPr>
        <p:txBody>
          <a:bodyPr/>
          <a:lstStyle>
            <a:lvl1pPr marL="0" indent="0" algn="l">
              <a:buNone/>
              <a:defRPr kumimoji="0" lang="ru-RU" sz="2700" b="1" i="0" u="none" strike="noStrike" kern="0" cap="none" spc="300" normalizeH="0" baseline="0" dirty="0">
                <a:ln>
                  <a:noFill/>
                </a:ln>
                <a:solidFill>
                  <a:schemeClr val="bg1"/>
                </a:solidFill>
                <a:effectLst/>
                <a:uLnTx/>
                <a:uFillTx/>
                <a:latin typeface="+mn-lt"/>
                <a:ea typeface="+mn-ea"/>
                <a:cs typeface="+mn-cs"/>
              </a:defRPr>
            </a:lvl1pPr>
            <a:lvl2pPr>
              <a:defRPr kumimoji="0" lang="en-US" sz="4200" b="1" i="0" u="none" strike="noStrike" kern="0" cap="none" spc="0" normalizeH="0" baseline="0" dirty="0" smtClean="0">
                <a:ln>
                  <a:noFill/>
                </a:ln>
                <a:solidFill>
                  <a:srgbClr val="0ECCDE"/>
                </a:solidFill>
                <a:effectLst/>
                <a:uLnTx/>
                <a:uFillTx/>
                <a:latin typeface="Lato"/>
                <a:ea typeface="+mn-ea"/>
                <a:cs typeface="+mn-cs"/>
              </a:defRPr>
            </a:lvl2pPr>
            <a:lvl3pPr>
              <a:defRPr kumimoji="0" lang="en-US" sz="4200" b="1" i="0" u="none" strike="noStrike" kern="0" cap="none" spc="0" normalizeH="0" baseline="0" dirty="0" smtClean="0">
                <a:ln>
                  <a:noFill/>
                </a:ln>
                <a:solidFill>
                  <a:srgbClr val="0ECCDE"/>
                </a:solidFill>
                <a:effectLst/>
                <a:uLnTx/>
                <a:uFillTx/>
                <a:latin typeface="Lato"/>
                <a:ea typeface="+mn-ea"/>
                <a:cs typeface="+mn-cs"/>
              </a:defRPr>
            </a:lvl3pPr>
            <a:lvl4pPr>
              <a:defRPr kumimoji="0" lang="en-US" sz="4200" b="1" i="0" u="none" strike="noStrike" kern="0" cap="none" spc="0" normalizeH="0" baseline="0" dirty="0" smtClean="0">
                <a:ln>
                  <a:noFill/>
                </a:ln>
                <a:solidFill>
                  <a:srgbClr val="0ECCDE"/>
                </a:solidFill>
                <a:effectLst/>
                <a:uLnTx/>
                <a:uFillTx/>
                <a:latin typeface="Lato"/>
                <a:ea typeface="+mn-ea"/>
                <a:cs typeface="+mn-cs"/>
              </a:defRPr>
            </a:lvl4pPr>
            <a:lvl5pPr>
              <a:defRPr kumimoji="0" lang="ru-RU" sz="4200" b="1" i="0" u="none" strike="noStrike" kern="0" cap="none" spc="0" normalizeH="0" baseline="0" dirty="0">
                <a:ln>
                  <a:noFill/>
                </a:ln>
                <a:solidFill>
                  <a:srgbClr val="0ECCDE"/>
                </a:solidFill>
                <a:effectLst/>
                <a:uLnTx/>
                <a:uFillTx/>
                <a:latin typeface="Lato"/>
                <a:ea typeface="+mn-ea"/>
                <a:cs typeface="+mn-c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XXXX</a:t>
            </a:r>
            <a:endParaRPr lang="ru-RU"/>
          </a:p>
        </p:txBody>
      </p:sp>
      <p:sp>
        <p:nvSpPr>
          <p:cNvPr id="84" name="Text Placeholder 9">
            <a:extLst>
              <a:ext uri="{FF2B5EF4-FFF2-40B4-BE49-F238E27FC236}">
                <a16:creationId xmlns:a16="http://schemas.microsoft.com/office/drawing/2014/main" id="{1FF4B8E0-0A9C-9EF4-CFB3-5D3BE0E4DF38}"/>
              </a:ext>
            </a:extLst>
          </p:cNvPr>
          <p:cNvSpPr>
            <a:spLocks noGrp="1"/>
          </p:cNvSpPr>
          <p:nvPr>
            <p:ph type="body" sz="quarter" idx="11" hasCustomPrompt="1"/>
          </p:nvPr>
        </p:nvSpPr>
        <p:spPr>
          <a:xfrm>
            <a:off x="765717" y="1390557"/>
            <a:ext cx="11067508" cy="466281"/>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pic>
        <p:nvPicPr>
          <p:cNvPr id="3" name="Picture 2">
            <a:extLst>
              <a:ext uri="{FF2B5EF4-FFF2-40B4-BE49-F238E27FC236}">
                <a16:creationId xmlns:a16="http://schemas.microsoft.com/office/drawing/2014/main" id="{F6352254-F992-2F6E-3AD4-983F921436DE}"/>
              </a:ext>
            </a:extLst>
          </p:cNvPr>
          <p:cNvPicPr>
            <a:picLocks noChangeAspect="1"/>
          </p:cNvPicPr>
          <p:nvPr userDrawn="1"/>
        </p:nvPicPr>
        <p:blipFill>
          <a:blip r:embed="rId5"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
        <p:nvSpPr>
          <p:cNvPr id="5" name="Text Placeholder 4">
            <a:extLst>
              <a:ext uri="{FF2B5EF4-FFF2-40B4-BE49-F238E27FC236}">
                <a16:creationId xmlns:a16="http://schemas.microsoft.com/office/drawing/2014/main" id="{094ECB36-CDF7-EF46-8EFF-53B70A45ECC0}"/>
              </a:ext>
            </a:extLst>
          </p:cNvPr>
          <p:cNvSpPr>
            <a:spLocks noGrp="1"/>
          </p:cNvSpPr>
          <p:nvPr>
            <p:ph type="body" sz="quarter" idx="25" hasCustomPrompt="1"/>
          </p:nvPr>
        </p:nvSpPr>
        <p:spPr>
          <a:xfrm>
            <a:off x="1571625" y="3943350"/>
            <a:ext cx="1549400" cy="839788"/>
          </a:xfrm>
          <a:prstGeom prst="rect">
            <a:avLst/>
          </a:prstGeom>
        </p:spPr>
        <p:txBody>
          <a:bodyPr/>
          <a:lstStyle>
            <a:lvl1pPr marL="0" indent="0">
              <a:buNone/>
              <a:defRPr lang="en-US" sz="1400" kern="1200" dirty="0">
                <a:solidFill>
                  <a:schemeClr val="bg1"/>
                </a:solidFill>
                <a:latin typeface="Lato Light" panose="020F0302020204030203" pitchFamily="34" charset="77"/>
                <a:ea typeface="+mn-ea"/>
                <a:cs typeface="+mn-cs"/>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p>
        </p:txBody>
      </p:sp>
      <p:sp>
        <p:nvSpPr>
          <p:cNvPr id="6" name="Text Placeholder 4">
            <a:extLst>
              <a:ext uri="{FF2B5EF4-FFF2-40B4-BE49-F238E27FC236}">
                <a16:creationId xmlns:a16="http://schemas.microsoft.com/office/drawing/2014/main" id="{E4689618-7B8C-8000-6711-409AB85C7892}"/>
              </a:ext>
            </a:extLst>
          </p:cNvPr>
          <p:cNvSpPr>
            <a:spLocks noGrp="1"/>
          </p:cNvSpPr>
          <p:nvPr>
            <p:ph type="body" sz="quarter" idx="26" hasCustomPrompt="1"/>
          </p:nvPr>
        </p:nvSpPr>
        <p:spPr>
          <a:xfrm>
            <a:off x="5443394" y="3943350"/>
            <a:ext cx="1549400" cy="839788"/>
          </a:xfrm>
          <a:prstGeom prst="rect">
            <a:avLst/>
          </a:prstGeom>
        </p:spPr>
        <p:txBody>
          <a:bodyPr/>
          <a:lstStyle>
            <a:lvl1pPr marL="0" indent="0">
              <a:buNone/>
              <a:defRPr lang="en-US" sz="1400" kern="1200" dirty="0">
                <a:solidFill>
                  <a:schemeClr val="bg1"/>
                </a:solidFill>
                <a:latin typeface="Lato Light" panose="020F0302020204030203" pitchFamily="34" charset="77"/>
                <a:ea typeface="+mn-ea"/>
                <a:cs typeface="+mn-cs"/>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p>
        </p:txBody>
      </p:sp>
      <p:sp>
        <p:nvSpPr>
          <p:cNvPr id="7" name="Text Placeholder 4">
            <a:extLst>
              <a:ext uri="{FF2B5EF4-FFF2-40B4-BE49-F238E27FC236}">
                <a16:creationId xmlns:a16="http://schemas.microsoft.com/office/drawing/2014/main" id="{EC793FE6-1D0E-F677-EB71-B4FBEB21775D}"/>
              </a:ext>
            </a:extLst>
          </p:cNvPr>
          <p:cNvSpPr>
            <a:spLocks noGrp="1"/>
          </p:cNvSpPr>
          <p:nvPr>
            <p:ph type="body" sz="quarter" idx="27" hasCustomPrompt="1"/>
          </p:nvPr>
        </p:nvSpPr>
        <p:spPr>
          <a:xfrm>
            <a:off x="9315672" y="3943350"/>
            <a:ext cx="1549400" cy="839788"/>
          </a:xfrm>
          <a:prstGeom prst="rect">
            <a:avLst/>
          </a:prstGeom>
        </p:spPr>
        <p:txBody>
          <a:bodyPr/>
          <a:lstStyle>
            <a:lvl1pPr marL="0" indent="0">
              <a:buNone/>
              <a:defRPr lang="en-US" sz="1400" kern="1200" dirty="0">
                <a:solidFill>
                  <a:schemeClr val="bg1"/>
                </a:solidFill>
                <a:latin typeface="Lato Light" panose="020F0302020204030203" pitchFamily="34" charset="77"/>
                <a:ea typeface="+mn-ea"/>
                <a:cs typeface="+mn-cs"/>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p>
        </p:txBody>
      </p:sp>
      <p:sp>
        <p:nvSpPr>
          <p:cNvPr id="8" name="Text Placeholder 4">
            <a:extLst>
              <a:ext uri="{FF2B5EF4-FFF2-40B4-BE49-F238E27FC236}">
                <a16:creationId xmlns:a16="http://schemas.microsoft.com/office/drawing/2014/main" id="{803F83DA-1805-9C92-042F-87F27DE0B1CD}"/>
              </a:ext>
            </a:extLst>
          </p:cNvPr>
          <p:cNvSpPr>
            <a:spLocks noGrp="1"/>
          </p:cNvSpPr>
          <p:nvPr>
            <p:ph type="body" sz="quarter" idx="28" hasCustomPrompt="1"/>
          </p:nvPr>
        </p:nvSpPr>
        <p:spPr>
          <a:xfrm>
            <a:off x="7391938" y="2138231"/>
            <a:ext cx="1549400" cy="839788"/>
          </a:xfrm>
          <a:prstGeom prst="rect">
            <a:avLst/>
          </a:prstGeom>
        </p:spPr>
        <p:txBody>
          <a:bodyPr anchor="b"/>
          <a:lstStyle>
            <a:lvl1pPr marL="0" indent="0">
              <a:buNone/>
              <a:defRPr lang="en-US" sz="1400" kern="1200" dirty="0">
                <a:solidFill>
                  <a:schemeClr val="bg1"/>
                </a:solidFill>
                <a:latin typeface="Lato Light" panose="020F0302020204030203" pitchFamily="34" charset="77"/>
                <a:ea typeface="+mn-ea"/>
                <a:cs typeface="+mn-cs"/>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p>
        </p:txBody>
      </p:sp>
      <p:sp>
        <p:nvSpPr>
          <p:cNvPr id="9" name="Text Placeholder 4">
            <a:extLst>
              <a:ext uri="{FF2B5EF4-FFF2-40B4-BE49-F238E27FC236}">
                <a16:creationId xmlns:a16="http://schemas.microsoft.com/office/drawing/2014/main" id="{9C0F6B73-E1B8-ABC8-B6EA-AC76220F752B}"/>
              </a:ext>
            </a:extLst>
          </p:cNvPr>
          <p:cNvSpPr>
            <a:spLocks noGrp="1"/>
          </p:cNvSpPr>
          <p:nvPr>
            <p:ph type="body" sz="quarter" idx="29" hasCustomPrompt="1"/>
          </p:nvPr>
        </p:nvSpPr>
        <p:spPr>
          <a:xfrm>
            <a:off x="3511390" y="2138231"/>
            <a:ext cx="1549400" cy="839788"/>
          </a:xfrm>
          <a:prstGeom prst="rect">
            <a:avLst/>
          </a:prstGeom>
        </p:spPr>
        <p:txBody>
          <a:bodyPr anchor="b"/>
          <a:lstStyle>
            <a:lvl1pPr marL="0" indent="0">
              <a:buNone/>
              <a:defRPr lang="en-US" sz="1400" kern="1200" dirty="0">
                <a:solidFill>
                  <a:schemeClr val="bg1"/>
                </a:solidFill>
                <a:latin typeface="Lato Light" panose="020F0302020204030203" pitchFamily="34" charset="77"/>
                <a:ea typeface="+mn-ea"/>
                <a:cs typeface="+mn-cs"/>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p>
        </p:txBody>
      </p:sp>
    </p:spTree>
    <p:extLst>
      <p:ext uri="{BB962C8B-B14F-4D97-AF65-F5344CB8AC3E}">
        <p14:creationId xmlns:p14="http://schemas.microsoft.com/office/powerpoint/2010/main" val="934705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ew Articles">
    <p:spTree>
      <p:nvGrpSpPr>
        <p:cNvPr id="1" name=""/>
        <p:cNvGrpSpPr/>
        <p:nvPr/>
      </p:nvGrpSpPr>
      <p:grpSpPr>
        <a:xfrm>
          <a:off x="0" y="0"/>
          <a:ext cx="0" cy="0"/>
          <a:chOff x="0" y="0"/>
          <a:chExt cx="0" cy="0"/>
        </a:xfrm>
      </p:grpSpPr>
      <p:pic>
        <p:nvPicPr>
          <p:cNvPr id="2" name="Kép 10">
            <a:extLst>
              <a:ext uri="{FF2B5EF4-FFF2-40B4-BE49-F238E27FC236}">
                <a16:creationId xmlns:a16="http://schemas.microsoft.com/office/drawing/2014/main" id="{78225C66-E24B-8066-1E58-259499CA7A60}"/>
              </a:ext>
            </a:extLst>
          </p:cNvPr>
          <p:cNvPicPr>
            <a:picLocks noChangeAspect="1"/>
          </p:cNvPicPr>
          <p:nvPr userDrawn="1"/>
        </p:nvPicPr>
        <p:blipFill rotWithShape="1">
          <a:blip r:embed="rId2" cstate="screen">
            <a:alphaModFix amt="5000"/>
            <a:extLst>
              <a:ext uri="{28A0092B-C50C-407E-A947-70E740481C1C}">
                <a14:useLocalDpi xmlns:a14="http://schemas.microsoft.com/office/drawing/2010/main"/>
              </a:ext>
            </a:extLst>
          </a:blip>
          <a:srcRect/>
          <a:stretch/>
        </p:blipFill>
        <p:spPr>
          <a:xfrm>
            <a:off x="0" y="0"/>
            <a:ext cx="12192000" cy="6857998"/>
          </a:xfrm>
          <a:prstGeom prst="rect">
            <a:avLst/>
          </a:prstGeom>
        </p:spPr>
      </p:pic>
      <p:cxnSp>
        <p:nvCxnSpPr>
          <p:cNvPr id="19" name="Straight Connector 6">
            <a:extLst>
              <a:ext uri="{FF2B5EF4-FFF2-40B4-BE49-F238E27FC236}">
                <a16:creationId xmlns:a16="http://schemas.microsoft.com/office/drawing/2014/main" id="{226F56A5-1694-58BD-C88E-7267B7943F89}"/>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24" name="Text Placeholder 9">
            <a:extLst>
              <a:ext uri="{FF2B5EF4-FFF2-40B4-BE49-F238E27FC236}">
                <a16:creationId xmlns:a16="http://schemas.microsoft.com/office/drawing/2014/main" id="{49F2F9EE-EDD0-4080-ACB4-C748B4B30535}"/>
              </a:ext>
            </a:extLst>
          </p:cNvPr>
          <p:cNvSpPr>
            <a:spLocks noGrp="1"/>
          </p:cNvSpPr>
          <p:nvPr>
            <p:ph type="body" sz="quarter" idx="11" hasCustomPrompt="1"/>
          </p:nvPr>
        </p:nvSpPr>
        <p:spPr>
          <a:xfrm>
            <a:off x="765717" y="1390557"/>
            <a:ext cx="11067508" cy="466281"/>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27" name="Picture Placeholder 26">
            <a:extLst>
              <a:ext uri="{FF2B5EF4-FFF2-40B4-BE49-F238E27FC236}">
                <a16:creationId xmlns:a16="http://schemas.microsoft.com/office/drawing/2014/main" id="{28FA3FD8-2EC8-A85D-EC58-CA4693E79B34}"/>
              </a:ext>
            </a:extLst>
          </p:cNvPr>
          <p:cNvSpPr>
            <a:spLocks noGrp="1"/>
          </p:cNvSpPr>
          <p:nvPr>
            <p:ph type="pic" sz="quarter" idx="12" hasCustomPrompt="1"/>
          </p:nvPr>
        </p:nvSpPr>
        <p:spPr>
          <a:xfrm>
            <a:off x="762000" y="2279650"/>
            <a:ext cx="3317875" cy="3368675"/>
          </a:xfrm>
          <a:prstGeom prst="rect">
            <a:avLst/>
          </a:prstGeom>
        </p:spPr>
        <p:txBody>
          <a:bodyPr anchor="ctr"/>
          <a:lstStyle>
            <a:lvl1pPr marL="0" indent="0" algn="ctr">
              <a:buNone/>
              <a:defRPr>
                <a:solidFill>
                  <a:schemeClr val="bg1"/>
                </a:solidFill>
              </a:defRPr>
            </a:lvl1pPr>
          </a:lstStyle>
          <a:p>
            <a:r>
              <a:rPr lang="en-US"/>
              <a:t>Click to add screenshot</a:t>
            </a:r>
            <a:endParaRPr lang="ru-RU"/>
          </a:p>
        </p:txBody>
      </p:sp>
      <p:sp>
        <p:nvSpPr>
          <p:cNvPr id="28" name="Picture Placeholder 26">
            <a:extLst>
              <a:ext uri="{FF2B5EF4-FFF2-40B4-BE49-F238E27FC236}">
                <a16:creationId xmlns:a16="http://schemas.microsoft.com/office/drawing/2014/main" id="{08FF9FAA-034B-C0DE-ECA3-BD1D29013A5D}"/>
              </a:ext>
            </a:extLst>
          </p:cNvPr>
          <p:cNvSpPr>
            <a:spLocks noGrp="1"/>
          </p:cNvSpPr>
          <p:nvPr>
            <p:ph type="pic" sz="quarter" idx="13" hasCustomPrompt="1"/>
          </p:nvPr>
        </p:nvSpPr>
        <p:spPr>
          <a:xfrm>
            <a:off x="4232275" y="2279650"/>
            <a:ext cx="3317875" cy="3368675"/>
          </a:xfrm>
          <a:prstGeom prst="rect">
            <a:avLst/>
          </a:prstGeom>
        </p:spPr>
        <p:txBody>
          <a:bodyPr anchor="ctr"/>
          <a:lstStyle>
            <a:lvl1pPr marL="0" indent="0" algn="ctr">
              <a:buNone/>
              <a:defRPr>
                <a:solidFill>
                  <a:schemeClr val="bg1"/>
                </a:solidFill>
              </a:defRPr>
            </a:lvl1pPr>
          </a:lstStyle>
          <a:p>
            <a:r>
              <a:rPr lang="en-US"/>
              <a:t>Click to add screenshot</a:t>
            </a:r>
            <a:endParaRPr lang="ru-RU"/>
          </a:p>
        </p:txBody>
      </p:sp>
      <p:sp>
        <p:nvSpPr>
          <p:cNvPr id="29" name="Picture Placeholder 26">
            <a:extLst>
              <a:ext uri="{FF2B5EF4-FFF2-40B4-BE49-F238E27FC236}">
                <a16:creationId xmlns:a16="http://schemas.microsoft.com/office/drawing/2014/main" id="{4FA34BCA-F6CD-AB9B-E05D-D3697615BBAE}"/>
              </a:ext>
            </a:extLst>
          </p:cNvPr>
          <p:cNvSpPr>
            <a:spLocks noGrp="1"/>
          </p:cNvSpPr>
          <p:nvPr>
            <p:ph type="pic" sz="quarter" idx="14" hasCustomPrompt="1"/>
          </p:nvPr>
        </p:nvSpPr>
        <p:spPr>
          <a:xfrm>
            <a:off x="7702550" y="2279650"/>
            <a:ext cx="3317875" cy="3368675"/>
          </a:xfrm>
          <a:prstGeom prst="rect">
            <a:avLst/>
          </a:prstGeom>
        </p:spPr>
        <p:txBody>
          <a:bodyPr anchor="ctr"/>
          <a:lstStyle>
            <a:lvl1pPr marL="0" indent="0" algn="ctr">
              <a:buNone/>
              <a:defRPr>
                <a:solidFill>
                  <a:schemeClr val="bg1"/>
                </a:solidFill>
              </a:defRPr>
            </a:lvl1pPr>
          </a:lstStyle>
          <a:p>
            <a:r>
              <a:rPr lang="en-US"/>
              <a:t>Click to add screenshot</a:t>
            </a:r>
            <a:endParaRPr lang="ru-RU"/>
          </a:p>
        </p:txBody>
      </p:sp>
      <p:pic>
        <p:nvPicPr>
          <p:cNvPr id="3" name="Picture 2">
            <a:extLst>
              <a:ext uri="{FF2B5EF4-FFF2-40B4-BE49-F238E27FC236}">
                <a16:creationId xmlns:a16="http://schemas.microsoft.com/office/drawing/2014/main" id="{3EB1A329-42D1-4EEC-358A-4F74E6F841C6}"/>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8281791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eople slide 01">
    <p:spTree>
      <p:nvGrpSpPr>
        <p:cNvPr id="1" name=""/>
        <p:cNvGrpSpPr/>
        <p:nvPr/>
      </p:nvGrpSpPr>
      <p:grpSpPr>
        <a:xfrm>
          <a:off x="0" y="0"/>
          <a:ext cx="0" cy="0"/>
          <a:chOff x="0" y="0"/>
          <a:chExt cx="0" cy="0"/>
        </a:xfrm>
      </p:grpSpPr>
      <p:pic>
        <p:nvPicPr>
          <p:cNvPr id="21" name="Kép 10">
            <a:extLst>
              <a:ext uri="{FF2B5EF4-FFF2-40B4-BE49-F238E27FC236}">
                <a16:creationId xmlns:a16="http://schemas.microsoft.com/office/drawing/2014/main" id="{671BEAAE-B57C-84B0-FBA1-23C72F876A3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0"/>
            <a:ext cx="12191997" cy="6857998"/>
          </a:xfrm>
          <a:prstGeom prst="rect">
            <a:avLst/>
          </a:prstGeom>
        </p:spPr>
      </p:pic>
      <p:sp>
        <p:nvSpPr>
          <p:cNvPr id="3" name="Rectangle 5">
            <a:extLst>
              <a:ext uri="{FF2B5EF4-FFF2-40B4-BE49-F238E27FC236}">
                <a16:creationId xmlns:a16="http://schemas.microsoft.com/office/drawing/2014/main" id="{24B9111F-B51B-0432-F798-D87298509910}"/>
              </a:ext>
            </a:extLst>
          </p:cNvPr>
          <p:cNvSpPr/>
          <p:nvPr userDrawn="1"/>
        </p:nvSpPr>
        <p:spPr>
          <a:xfrm>
            <a:off x="0" y="0"/>
            <a:ext cx="12222208" cy="6858000"/>
          </a:xfrm>
          <a:prstGeom prst="rect">
            <a:avLst/>
          </a:prstGeom>
          <a:gradFill flip="none" rotWithShape="1">
            <a:gsLst>
              <a:gs pos="0">
                <a:srgbClr val="FFFFFF">
                  <a:alpha val="90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24" name="Straight Connector 6">
            <a:extLst>
              <a:ext uri="{FF2B5EF4-FFF2-40B4-BE49-F238E27FC236}">
                <a16:creationId xmlns:a16="http://schemas.microsoft.com/office/drawing/2014/main" id="{C9DC2785-C2A3-AFFE-F772-82F55211BC2C}"/>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pic>
        <p:nvPicPr>
          <p:cNvPr id="29" name="Picture 28" descr="A black and white logo&#10;&#10;Description automatically generated">
            <a:extLst>
              <a:ext uri="{FF2B5EF4-FFF2-40B4-BE49-F238E27FC236}">
                <a16:creationId xmlns:a16="http://schemas.microsoft.com/office/drawing/2014/main" id="{3C143C44-1C5C-7CB4-970C-B5C565D3E60C}"/>
              </a:ext>
            </a:extLst>
          </p:cNvPr>
          <p:cNvPicPr>
            <a:picLocks noChangeAspect="1"/>
          </p:cNvPicPr>
          <p:nvPr userDrawn="1"/>
        </p:nvPicPr>
        <p:blipFill>
          <a:blip r:embed="rId3" cstate="screen">
            <a:alphaModFix amt="24000"/>
            <a:extLst>
              <a:ext uri="{28A0092B-C50C-407E-A947-70E740481C1C}">
                <a14:useLocalDpi xmlns:a14="http://schemas.microsoft.com/office/drawing/2010/main"/>
              </a:ext>
            </a:extLst>
          </a:blip>
          <a:stretch>
            <a:fillRect/>
          </a:stretch>
        </p:blipFill>
        <p:spPr>
          <a:xfrm>
            <a:off x="10880860" y="5795963"/>
            <a:ext cx="1125023" cy="867508"/>
          </a:xfrm>
          <a:prstGeom prst="rect">
            <a:avLst/>
          </a:prstGeom>
        </p:spPr>
      </p:pic>
      <p:sp>
        <p:nvSpPr>
          <p:cNvPr id="34" name="Text Placeholder 9">
            <a:extLst>
              <a:ext uri="{FF2B5EF4-FFF2-40B4-BE49-F238E27FC236}">
                <a16:creationId xmlns:a16="http://schemas.microsoft.com/office/drawing/2014/main" id="{D5B5BD2B-6C85-378A-4965-5EAAFB939E3A}"/>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36" name="Picture Placeholder 35">
            <a:extLst>
              <a:ext uri="{FF2B5EF4-FFF2-40B4-BE49-F238E27FC236}">
                <a16:creationId xmlns:a16="http://schemas.microsoft.com/office/drawing/2014/main" id="{4B713851-CD74-5687-85A4-D181C6C25871}"/>
              </a:ext>
            </a:extLst>
          </p:cNvPr>
          <p:cNvSpPr>
            <a:spLocks noGrp="1"/>
          </p:cNvSpPr>
          <p:nvPr>
            <p:ph type="pic" sz="quarter" idx="12"/>
          </p:nvPr>
        </p:nvSpPr>
        <p:spPr>
          <a:xfrm>
            <a:off x="2568713" y="2783136"/>
            <a:ext cx="4269600" cy="2833687"/>
          </a:xfrm>
          <a:prstGeom prst="rect">
            <a:avLst/>
          </a:prstGeom>
        </p:spPr>
        <p:txBody>
          <a:bodyPr anchor="ctr"/>
          <a:lstStyle>
            <a:lvl1pPr marL="0" indent="0" algn="ctr">
              <a:buNone/>
              <a:defRPr>
                <a:solidFill>
                  <a:schemeClr val="bg1"/>
                </a:solidFill>
              </a:defRPr>
            </a:lvl1pPr>
          </a:lstStyle>
          <a:p>
            <a:endParaRPr lang="ru-RU"/>
          </a:p>
        </p:txBody>
      </p:sp>
      <p:sp>
        <p:nvSpPr>
          <p:cNvPr id="37" name="Picture Placeholder 35">
            <a:extLst>
              <a:ext uri="{FF2B5EF4-FFF2-40B4-BE49-F238E27FC236}">
                <a16:creationId xmlns:a16="http://schemas.microsoft.com/office/drawing/2014/main" id="{F307ADAF-2C8A-8CD5-4AD4-EC05A37B58CA}"/>
              </a:ext>
            </a:extLst>
          </p:cNvPr>
          <p:cNvSpPr>
            <a:spLocks noGrp="1"/>
          </p:cNvSpPr>
          <p:nvPr>
            <p:ph type="pic" sz="quarter" idx="13"/>
          </p:nvPr>
        </p:nvSpPr>
        <p:spPr>
          <a:xfrm>
            <a:off x="4006213" y="-2"/>
            <a:ext cx="2833200" cy="2689200"/>
          </a:xfrm>
          <a:prstGeom prst="rect">
            <a:avLst/>
          </a:prstGeom>
        </p:spPr>
        <p:txBody>
          <a:bodyPr anchor="ctr"/>
          <a:lstStyle>
            <a:lvl1pPr marL="0" indent="0" algn="ctr">
              <a:buNone/>
              <a:defRPr>
                <a:solidFill>
                  <a:schemeClr val="bg1"/>
                </a:solidFill>
              </a:defRPr>
            </a:lvl1pPr>
          </a:lstStyle>
          <a:p>
            <a:endParaRPr lang="ru-RU"/>
          </a:p>
        </p:txBody>
      </p:sp>
      <p:sp>
        <p:nvSpPr>
          <p:cNvPr id="38" name="Picture Placeholder 35">
            <a:extLst>
              <a:ext uri="{FF2B5EF4-FFF2-40B4-BE49-F238E27FC236}">
                <a16:creationId xmlns:a16="http://schemas.microsoft.com/office/drawing/2014/main" id="{E94AB0D2-030D-CCA7-18E7-2D5CE8A7FB33}"/>
              </a:ext>
            </a:extLst>
          </p:cNvPr>
          <p:cNvSpPr>
            <a:spLocks noGrp="1"/>
          </p:cNvSpPr>
          <p:nvPr>
            <p:ph type="pic" sz="quarter" idx="14"/>
          </p:nvPr>
        </p:nvSpPr>
        <p:spPr>
          <a:xfrm>
            <a:off x="6936494" y="541192"/>
            <a:ext cx="2833200" cy="3538800"/>
          </a:xfrm>
          <a:prstGeom prst="rect">
            <a:avLst/>
          </a:prstGeom>
        </p:spPr>
        <p:txBody>
          <a:bodyPr anchor="ctr"/>
          <a:lstStyle>
            <a:lvl1pPr marL="0" indent="0" algn="ctr">
              <a:buNone/>
              <a:defRPr>
                <a:solidFill>
                  <a:schemeClr val="bg1"/>
                </a:solidFill>
              </a:defRPr>
            </a:lvl1pPr>
          </a:lstStyle>
          <a:p>
            <a:endParaRPr lang="ru-RU"/>
          </a:p>
        </p:txBody>
      </p:sp>
      <p:sp>
        <p:nvSpPr>
          <p:cNvPr id="39" name="Picture Placeholder 35">
            <a:extLst>
              <a:ext uri="{FF2B5EF4-FFF2-40B4-BE49-F238E27FC236}">
                <a16:creationId xmlns:a16="http://schemas.microsoft.com/office/drawing/2014/main" id="{F0FAB336-7487-B694-0668-24C908FA3903}"/>
              </a:ext>
            </a:extLst>
          </p:cNvPr>
          <p:cNvSpPr>
            <a:spLocks noGrp="1"/>
          </p:cNvSpPr>
          <p:nvPr>
            <p:ph type="pic" sz="quarter" idx="15"/>
          </p:nvPr>
        </p:nvSpPr>
        <p:spPr>
          <a:xfrm>
            <a:off x="6936493" y="4167949"/>
            <a:ext cx="2833200" cy="2689200"/>
          </a:xfrm>
          <a:prstGeom prst="rect">
            <a:avLst/>
          </a:prstGeom>
        </p:spPr>
        <p:txBody>
          <a:bodyPr anchor="ctr"/>
          <a:lstStyle>
            <a:lvl1pPr marL="0" indent="0" algn="ctr">
              <a:buNone/>
              <a:defRPr>
                <a:solidFill>
                  <a:schemeClr val="bg1"/>
                </a:solidFill>
              </a:defRPr>
            </a:lvl1pPr>
          </a:lstStyle>
          <a:p>
            <a:endParaRPr lang="ru-RU"/>
          </a:p>
        </p:txBody>
      </p:sp>
      <p:sp>
        <p:nvSpPr>
          <p:cNvPr id="41" name="Text Placeholder 40">
            <a:extLst>
              <a:ext uri="{FF2B5EF4-FFF2-40B4-BE49-F238E27FC236}">
                <a16:creationId xmlns:a16="http://schemas.microsoft.com/office/drawing/2014/main" id="{44BFE883-979C-2E8D-79D1-94C28D5619E4}"/>
              </a:ext>
            </a:extLst>
          </p:cNvPr>
          <p:cNvSpPr>
            <a:spLocks noGrp="1"/>
          </p:cNvSpPr>
          <p:nvPr>
            <p:ph type="body" sz="quarter" idx="16" hasCustomPrompt="1"/>
          </p:nvPr>
        </p:nvSpPr>
        <p:spPr>
          <a:xfrm>
            <a:off x="2200565" y="2063080"/>
            <a:ext cx="1800000" cy="307777"/>
          </a:xfrm>
          <a:prstGeom prst="rect">
            <a:avLst/>
          </a:prstGeom>
          <a:noFill/>
        </p:spPr>
        <p:txBody>
          <a:bodyPr wrap="square">
            <a:spAutoFit/>
          </a:bodyPr>
          <a:lstStyle>
            <a:lvl1pPr>
              <a:defRPr kumimoji="0" lang="en-US" sz="1400" b="1" i="0" u="none" strike="noStrike" kern="0" cap="none" spc="0" normalizeH="0" baseline="0" dirty="0" smtClean="0">
                <a:ln>
                  <a:noFill/>
                </a:ln>
                <a:solidFill>
                  <a:schemeClr val="bg1"/>
                </a:solidFill>
                <a:effectLst/>
                <a:uLnTx/>
                <a:uFillTx/>
              </a:defRPr>
            </a:lvl1pPr>
            <a:lvl2pPr>
              <a:defRPr lang="en-US" sz="1800" dirty="0" smtClean="0"/>
            </a:lvl2pPr>
            <a:lvl3pPr>
              <a:defRPr lang="en-US" sz="1800" dirty="0" smtClean="0"/>
            </a:lvl3pPr>
            <a:lvl4pPr>
              <a:defRPr lang="en-US" dirty="0" smtClean="0"/>
            </a:lvl4pPr>
            <a:lvl5pPr>
              <a:defRPr lang="ru-RU" dirty="0"/>
            </a:lvl5pPr>
          </a:lstStyle>
          <a:p>
            <a:pPr marL="0" marR="0" lvl="0" indent="0" algn="r" fontAlgn="auto">
              <a:lnSpc>
                <a:spcPct val="100000"/>
              </a:lnSpc>
              <a:spcBef>
                <a:spcPts val="0"/>
              </a:spcBef>
              <a:spcAft>
                <a:spcPts val="0"/>
              </a:spcAft>
              <a:buClrTx/>
              <a:buSzTx/>
              <a:buFontTx/>
              <a:buNone/>
              <a:tabLst/>
            </a:pPr>
            <a:r>
              <a:rPr lang="en-US"/>
              <a:t>Click to add name</a:t>
            </a:r>
          </a:p>
        </p:txBody>
      </p:sp>
      <p:sp>
        <p:nvSpPr>
          <p:cNvPr id="42" name="Text Placeholder 40">
            <a:extLst>
              <a:ext uri="{FF2B5EF4-FFF2-40B4-BE49-F238E27FC236}">
                <a16:creationId xmlns:a16="http://schemas.microsoft.com/office/drawing/2014/main" id="{77C748F4-093B-DDA0-6540-7073993BEA56}"/>
              </a:ext>
            </a:extLst>
          </p:cNvPr>
          <p:cNvSpPr>
            <a:spLocks noGrp="1"/>
          </p:cNvSpPr>
          <p:nvPr>
            <p:ph type="body" sz="quarter" idx="17" hasCustomPrompt="1"/>
          </p:nvPr>
        </p:nvSpPr>
        <p:spPr>
          <a:xfrm>
            <a:off x="2200565" y="2379321"/>
            <a:ext cx="1800000" cy="307777"/>
          </a:xfrm>
          <a:prstGeom prst="rect">
            <a:avLst/>
          </a:prstGeom>
          <a:noFill/>
        </p:spPr>
        <p:txBody>
          <a:bodyPr wrap="square">
            <a:spAutoFit/>
          </a:bodyPr>
          <a:lstStyle>
            <a:lvl1pPr>
              <a:defRPr kumimoji="0" lang="en-US" sz="1400" b="0" i="0" u="none" strike="noStrike" kern="0" cap="none" spc="0" normalizeH="0" baseline="0" dirty="0" smtClean="0">
                <a:ln>
                  <a:noFill/>
                </a:ln>
                <a:solidFill>
                  <a:schemeClr val="bg1"/>
                </a:solidFill>
                <a:effectLst/>
                <a:uLnTx/>
                <a:uFillTx/>
                <a:latin typeface="Lato Light" panose="020F0302020204030203" pitchFamily="34" charset="77"/>
                <a:ea typeface="+mn-ea"/>
                <a:cs typeface="+mn-cs"/>
              </a:defRPr>
            </a:lvl1pPr>
            <a:lvl2pPr>
              <a:defRPr lang="en-US" sz="1800" dirty="0" smtClean="0"/>
            </a:lvl2pPr>
            <a:lvl3pPr>
              <a:defRPr lang="en-US" sz="1800" dirty="0" smtClean="0"/>
            </a:lvl3pPr>
            <a:lvl4pPr>
              <a:defRPr lang="en-US" dirty="0" smtClean="0"/>
            </a:lvl4pPr>
            <a:lvl5pPr>
              <a:defRPr lang="ru-RU" dirty="0"/>
            </a:lvl5pPr>
          </a:lstStyle>
          <a:p>
            <a:pPr marL="0" marR="0" lvl="0" indent="0" algn="r" fontAlgn="auto">
              <a:lnSpc>
                <a:spcPct val="100000"/>
              </a:lnSpc>
              <a:spcBef>
                <a:spcPts val="0"/>
              </a:spcBef>
              <a:spcAft>
                <a:spcPts val="0"/>
              </a:spcAft>
              <a:buClrTx/>
              <a:buSzTx/>
              <a:buFontTx/>
              <a:buNone/>
              <a:tabLst/>
            </a:pPr>
            <a:r>
              <a:rPr lang="en-US"/>
              <a:t>Click to add title</a:t>
            </a:r>
          </a:p>
        </p:txBody>
      </p:sp>
      <p:sp>
        <p:nvSpPr>
          <p:cNvPr id="46" name="Text Placeholder 40">
            <a:extLst>
              <a:ext uri="{FF2B5EF4-FFF2-40B4-BE49-F238E27FC236}">
                <a16:creationId xmlns:a16="http://schemas.microsoft.com/office/drawing/2014/main" id="{983EF415-FCA1-8755-F7AB-BEC4E538126A}"/>
              </a:ext>
            </a:extLst>
          </p:cNvPr>
          <p:cNvSpPr>
            <a:spLocks noGrp="1"/>
          </p:cNvSpPr>
          <p:nvPr>
            <p:ph type="body" sz="quarter" idx="18" hasCustomPrompt="1"/>
          </p:nvPr>
        </p:nvSpPr>
        <p:spPr>
          <a:xfrm>
            <a:off x="765310" y="4992805"/>
            <a:ext cx="1800000" cy="307777"/>
          </a:xfrm>
          <a:prstGeom prst="rect">
            <a:avLst/>
          </a:prstGeom>
          <a:noFill/>
        </p:spPr>
        <p:txBody>
          <a:bodyPr wrap="square">
            <a:spAutoFit/>
          </a:bodyPr>
          <a:lstStyle>
            <a:lvl1pPr>
              <a:defRPr kumimoji="0" lang="en-US" sz="1400" b="1" i="0" u="none" strike="noStrike" kern="0" cap="none" spc="0" normalizeH="0" baseline="0" dirty="0" smtClean="0">
                <a:ln>
                  <a:noFill/>
                </a:ln>
                <a:solidFill>
                  <a:schemeClr val="bg1"/>
                </a:solidFill>
                <a:effectLst/>
                <a:uLnTx/>
                <a:uFillTx/>
              </a:defRPr>
            </a:lvl1pPr>
            <a:lvl2pPr>
              <a:defRPr lang="en-US" sz="1800" dirty="0" smtClean="0"/>
            </a:lvl2pPr>
            <a:lvl3pPr>
              <a:defRPr lang="en-US" sz="1800" dirty="0" smtClean="0"/>
            </a:lvl3pPr>
            <a:lvl4pPr>
              <a:defRPr lang="en-US" dirty="0" smtClean="0"/>
            </a:lvl4pPr>
            <a:lvl5pPr>
              <a:defRPr lang="ru-RU" dirty="0"/>
            </a:lvl5pPr>
          </a:lstStyle>
          <a:p>
            <a:pPr marL="0" marR="0" lvl="0" indent="0" algn="r" fontAlgn="auto">
              <a:lnSpc>
                <a:spcPct val="100000"/>
              </a:lnSpc>
              <a:spcBef>
                <a:spcPts val="0"/>
              </a:spcBef>
              <a:spcAft>
                <a:spcPts val="0"/>
              </a:spcAft>
              <a:buClrTx/>
              <a:buSzTx/>
              <a:buFontTx/>
              <a:buNone/>
              <a:tabLst/>
            </a:pPr>
            <a:r>
              <a:rPr lang="en-US"/>
              <a:t>Click to add name</a:t>
            </a:r>
          </a:p>
        </p:txBody>
      </p:sp>
      <p:sp>
        <p:nvSpPr>
          <p:cNvPr id="47" name="Text Placeholder 40">
            <a:extLst>
              <a:ext uri="{FF2B5EF4-FFF2-40B4-BE49-F238E27FC236}">
                <a16:creationId xmlns:a16="http://schemas.microsoft.com/office/drawing/2014/main" id="{68F2D69F-A53F-BA07-94DB-BADE88ADA8F7}"/>
              </a:ext>
            </a:extLst>
          </p:cNvPr>
          <p:cNvSpPr>
            <a:spLocks noGrp="1"/>
          </p:cNvSpPr>
          <p:nvPr>
            <p:ph type="body" sz="quarter" idx="19" hasCustomPrompt="1"/>
          </p:nvPr>
        </p:nvSpPr>
        <p:spPr>
          <a:xfrm>
            <a:off x="765310" y="5309046"/>
            <a:ext cx="1800000" cy="307777"/>
          </a:xfrm>
          <a:prstGeom prst="rect">
            <a:avLst/>
          </a:prstGeom>
          <a:noFill/>
        </p:spPr>
        <p:txBody>
          <a:bodyPr wrap="square">
            <a:spAutoFit/>
          </a:bodyPr>
          <a:lstStyle>
            <a:lvl1pPr>
              <a:defRPr kumimoji="0" lang="en-US" sz="1400" b="0" i="0" u="none" strike="noStrike" kern="0" cap="none" spc="0" normalizeH="0" baseline="0" dirty="0" smtClean="0">
                <a:ln>
                  <a:noFill/>
                </a:ln>
                <a:solidFill>
                  <a:schemeClr val="bg1"/>
                </a:solidFill>
                <a:effectLst/>
                <a:uLnTx/>
                <a:uFillTx/>
                <a:latin typeface="Lato Light" panose="020F0302020204030203" pitchFamily="34" charset="77"/>
                <a:ea typeface="+mn-ea"/>
                <a:cs typeface="+mn-cs"/>
              </a:defRPr>
            </a:lvl1pPr>
            <a:lvl2pPr>
              <a:defRPr lang="en-US" sz="1800" dirty="0" smtClean="0"/>
            </a:lvl2pPr>
            <a:lvl3pPr>
              <a:defRPr lang="en-US" sz="1800" dirty="0" smtClean="0"/>
            </a:lvl3pPr>
            <a:lvl4pPr>
              <a:defRPr lang="en-US" dirty="0" smtClean="0"/>
            </a:lvl4pPr>
            <a:lvl5pPr>
              <a:defRPr lang="ru-RU" dirty="0"/>
            </a:lvl5pPr>
          </a:lstStyle>
          <a:p>
            <a:pPr marL="0" marR="0" lvl="0" indent="0" algn="r" fontAlgn="auto">
              <a:lnSpc>
                <a:spcPct val="100000"/>
              </a:lnSpc>
              <a:spcBef>
                <a:spcPts val="0"/>
              </a:spcBef>
              <a:spcAft>
                <a:spcPts val="0"/>
              </a:spcAft>
              <a:buClrTx/>
              <a:buSzTx/>
              <a:buFontTx/>
              <a:buNone/>
              <a:tabLst/>
            </a:pPr>
            <a:r>
              <a:rPr lang="en-US"/>
              <a:t>Click to add title</a:t>
            </a:r>
          </a:p>
        </p:txBody>
      </p:sp>
      <p:sp>
        <p:nvSpPr>
          <p:cNvPr id="48" name="Text Placeholder 40">
            <a:extLst>
              <a:ext uri="{FF2B5EF4-FFF2-40B4-BE49-F238E27FC236}">
                <a16:creationId xmlns:a16="http://schemas.microsoft.com/office/drawing/2014/main" id="{4CD8C29E-5D53-10DA-0E3D-185476D27F9D}"/>
              </a:ext>
            </a:extLst>
          </p:cNvPr>
          <p:cNvSpPr>
            <a:spLocks noGrp="1"/>
          </p:cNvSpPr>
          <p:nvPr>
            <p:ph type="body" sz="quarter" idx="20" hasCustomPrompt="1"/>
          </p:nvPr>
        </p:nvSpPr>
        <p:spPr>
          <a:xfrm>
            <a:off x="9773282" y="3455942"/>
            <a:ext cx="1800000" cy="307777"/>
          </a:xfrm>
          <a:prstGeom prst="rect">
            <a:avLst/>
          </a:prstGeom>
          <a:noFill/>
        </p:spPr>
        <p:txBody>
          <a:bodyPr wrap="square">
            <a:spAutoFit/>
          </a:bodyPr>
          <a:lstStyle>
            <a:lvl1pPr algn="l">
              <a:defRPr kumimoji="0" lang="en-US" sz="1400" b="1" i="0" u="none" strike="noStrike" kern="0" cap="none" spc="0" normalizeH="0" baseline="0" dirty="0" smtClean="0">
                <a:ln>
                  <a:noFill/>
                </a:ln>
                <a:solidFill>
                  <a:schemeClr val="bg1"/>
                </a:solidFill>
                <a:effectLst/>
                <a:uLnTx/>
                <a:uFillTx/>
              </a:defRPr>
            </a:lvl1pPr>
            <a:lvl2pPr>
              <a:defRPr lang="en-US" sz="1800" dirty="0" smtClean="0"/>
            </a:lvl2pPr>
            <a:lvl3pPr>
              <a:defRPr lang="en-US" sz="1800" dirty="0" smtClean="0"/>
            </a:lvl3pPr>
            <a:lvl4pPr>
              <a:defRPr lang="en-US" dirty="0" smtClean="0"/>
            </a:lvl4pPr>
            <a:lvl5pPr>
              <a:defRPr lang="ru-RU" dirty="0"/>
            </a:lvl5pPr>
          </a:lstStyle>
          <a:p>
            <a:pPr marL="0" marR="0" lvl="0" indent="0" algn="r" fontAlgn="auto">
              <a:lnSpc>
                <a:spcPct val="100000"/>
              </a:lnSpc>
              <a:spcBef>
                <a:spcPts val="0"/>
              </a:spcBef>
              <a:spcAft>
                <a:spcPts val="0"/>
              </a:spcAft>
              <a:buClrTx/>
              <a:buSzTx/>
              <a:buFontTx/>
              <a:buNone/>
              <a:tabLst/>
            </a:pPr>
            <a:r>
              <a:rPr lang="en-US"/>
              <a:t>Click to add name</a:t>
            </a:r>
          </a:p>
        </p:txBody>
      </p:sp>
      <p:sp>
        <p:nvSpPr>
          <p:cNvPr id="49" name="Text Placeholder 40">
            <a:extLst>
              <a:ext uri="{FF2B5EF4-FFF2-40B4-BE49-F238E27FC236}">
                <a16:creationId xmlns:a16="http://schemas.microsoft.com/office/drawing/2014/main" id="{C48E698A-6EB3-E429-E83E-9D1BDE6C2500}"/>
              </a:ext>
            </a:extLst>
          </p:cNvPr>
          <p:cNvSpPr>
            <a:spLocks noGrp="1"/>
          </p:cNvSpPr>
          <p:nvPr>
            <p:ph type="body" sz="quarter" idx="21" hasCustomPrompt="1"/>
          </p:nvPr>
        </p:nvSpPr>
        <p:spPr>
          <a:xfrm>
            <a:off x="9773282" y="3772183"/>
            <a:ext cx="1800000" cy="307777"/>
          </a:xfrm>
          <a:prstGeom prst="rect">
            <a:avLst/>
          </a:prstGeom>
          <a:noFill/>
        </p:spPr>
        <p:txBody>
          <a:bodyPr wrap="square">
            <a:spAutoFit/>
          </a:bodyPr>
          <a:lstStyle>
            <a:lvl1pPr algn="l">
              <a:defRPr kumimoji="0" lang="en-US" sz="1400" b="0" i="0" u="none" strike="noStrike" kern="0" cap="none" spc="0" normalizeH="0" baseline="0" dirty="0" smtClean="0">
                <a:ln>
                  <a:noFill/>
                </a:ln>
                <a:solidFill>
                  <a:schemeClr val="bg1"/>
                </a:solidFill>
                <a:effectLst/>
                <a:uLnTx/>
                <a:uFillTx/>
                <a:latin typeface="Lato Light" panose="020F0302020204030203" pitchFamily="34" charset="77"/>
                <a:ea typeface="+mn-ea"/>
                <a:cs typeface="+mn-cs"/>
              </a:defRPr>
            </a:lvl1pPr>
            <a:lvl2pPr>
              <a:defRPr lang="en-US" sz="1800" dirty="0" smtClean="0"/>
            </a:lvl2pPr>
            <a:lvl3pPr>
              <a:defRPr lang="en-US" sz="1800" dirty="0" smtClean="0"/>
            </a:lvl3pPr>
            <a:lvl4pPr>
              <a:defRPr lang="en-US" dirty="0" smtClean="0"/>
            </a:lvl4pPr>
            <a:lvl5pPr>
              <a:defRPr lang="ru-RU" dirty="0"/>
            </a:lvl5pPr>
          </a:lstStyle>
          <a:p>
            <a:pPr marL="0" marR="0" lvl="0" indent="0" algn="r" fontAlgn="auto">
              <a:lnSpc>
                <a:spcPct val="100000"/>
              </a:lnSpc>
              <a:spcBef>
                <a:spcPts val="0"/>
              </a:spcBef>
              <a:spcAft>
                <a:spcPts val="0"/>
              </a:spcAft>
              <a:buClrTx/>
              <a:buSzTx/>
              <a:buFontTx/>
              <a:buNone/>
              <a:tabLst/>
            </a:pPr>
            <a:r>
              <a:rPr lang="en-US"/>
              <a:t>Click to add title</a:t>
            </a:r>
          </a:p>
        </p:txBody>
      </p:sp>
      <p:sp>
        <p:nvSpPr>
          <p:cNvPr id="50" name="Text Placeholder 40">
            <a:extLst>
              <a:ext uri="{FF2B5EF4-FFF2-40B4-BE49-F238E27FC236}">
                <a16:creationId xmlns:a16="http://schemas.microsoft.com/office/drawing/2014/main" id="{4EA65AA8-0960-853B-DB4D-A45CD9AC544C}"/>
              </a:ext>
            </a:extLst>
          </p:cNvPr>
          <p:cNvSpPr>
            <a:spLocks noGrp="1"/>
          </p:cNvSpPr>
          <p:nvPr>
            <p:ph type="body" sz="quarter" idx="22" hasCustomPrompt="1"/>
          </p:nvPr>
        </p:nvSpPr>
        <p:spPr>
          <a:xfrm>
            <a:off x="9773282" y="4167917"/>
            <a:ext cx="1800000" cy="307777"/>
          </a:xfrm>
          <a:prstGeom prst="rect">
            <a:avLst/>
          </a:prstGeom>
          <a:noFill/>
        </p:spPr>
        <p:txBody>
          <a:bodyPr wrap="square">
            <a:spAutoFit/>
          </a:bodyPr>
          <a:lstStyle>
            <a:lvl1pPr algn="l">
              <a:defRPr kumimoji="0" lang="en-US" sz="1400" b="1" i="0" u="none" strike="noStrike" kern="0" cap="none" spc="0" normalizeH="0" baseline="0" dirty="0" smtClean="0">
                <a:ln>
                  <a:noFill/>
                </a:ln>
                <a:solidFill>
                  <a:schemeClr val="bg1"/>
                </a:solidFill>
                <a:effectLst/>
                <a:uLnTx/>
                <a:uFillTx/>
              </a:defRPr>
            </a:lvl1pPr>
            <a:lvl2pPr>
              <a:defRPr lang="en-US" sz="1800" dirty="0" smtClean="0"/>
            </a:lvl2pPr>
            <a:lvl3pPr>
              <a:defRPr lang="en-US" sz="1800" dirty="0" smtClean="0"/>
            </a:lvl3pPr>
            <a:lvl4pPr>
              <a:defRPr lang="en-US" dirty="0" smtClean="0"/>
            </a:lvl4pPr>
            <a:lvl5pPr>
              <a:defRPr lang="ru-RU" dirty="0"/>
            </a:lvl5pPr>
          </a:lstStyle>
          <a:p>
            <a:pPr marL="0" marR="0" lvl="0" indent="0" algn="r" fontAlgn="auto">
              <a:lnSpc>
                <a:spcPct val="100000"/>
              </a:lnSpc>
              <a:spcBef>
                <a:spcPts val="0"/>
              </a:spcBef>
              <a:spcAft>
                <a:spcPts val="0"/>
              </a:spcAft>
              <a:buClrTx/>
              <a:buSzTx/>
              <a:buFontTx/>
              <a:buNone/>
              <a:tabLst/>
            </a:pPr>
            <a:r>
              <a:rPr lang="en-US"/>
              <a:t>Click to add name</a:t>
            </a:r>
          </a:p>
        </p:txBody>
      </p:sp>
      <p:sp>
        <p:nvSpPr>
          <p:cNvPr id="51" name="Text Placeholder 40">
            <a:extLst>
              <a:ext uri="{FF2B5EF4-FFF2-40B4-BE49-F238E27FC236}">
                <a16:creationId xmlns:a16="http://schemas.microsoft.com/office/drawing/2014/main" id="{6ECF0C0F-442C-F1CE-EC17-6BE8C8CAFAB3}"/>
              </a:ext>
            </a:extLst>
          </p:cNvPr>
          <p:cNvSpPr>
            <a:spLocks noGrp="1"/>
          </p:cNvSpPr>
          <p:nvPr>
            <p:ph type="body" sz="quarter" idx="23" hasCustomPrompt="1"/>
          </p:nvPr>
        </p:nvSpPr>
        <p:spPr>
          <a:xfrm>
            <a:off x="9773282" y="4484158"/>
            <a:ext cx="1800000" cy="307777"/>
          </a:xfrm>
          <a:prstGeom prst="rect">
            <a:avLst/>
          </a:prstGeom>
          <a:noFill/>
        </p:spPr>
        <p:txBody>
          <a:bodyPr wrap="square">
            <a:spAutoFit/>
          </a:bodyPr>
          <a:lstStyle>
            <a:lvl1pPr algn="l">
              <a:defRPr kumimoji="0" lang="en-US" sz="1400" b="0" i="0" u="none" strike="noStrike" kern="0" cap="none" spc="0" normalizeH="0" baseline="0" dirty="0" smtClean="0">
                <a:ln>
                  <a:noFill/>
                </a:ln>
                <a:solidFill>
                  <a:schemeClr val="bg1"/>
                </a:solidFill>
                <a:effectLst/>
                <a:uLnTx/>
                <a:uFillTx/>
                <a:latin typeface="Lato Light" panose="020F0302020204030203" pitchFamily="34" charset="77"/>
                <a:ea typeface="+mn-ea"/>
                <a:cs typeface="+mn-cs"/>
              </a:defRPr>
            </a:lvl1pPr>
            <a:lvl2pPr>
              <a:defRPr lang="en-US" sz="1800" dirty="0" smtClean="0"/>
            </a:lvl2pPr>
            <a:lvl3pPr>
              <a:defRPr lang="en-US" sz="1800" dirty="0" smtClean="0"/>
            </a:lvl3pPr>
            <a:lvl4pPr>
              <a:defRPr lang="en-US" dirty="0" smtClean="0"/>
            </a:lvl4pPr>
            <a:lvl5pPr>
              <a:defRPr lang="ru-RU" dirty="0"/>
            </a:lvl5pPr>
          </a:lstStyle>
          <a:p>
            <a:pPr marL="0" marR="0" lvl="0" indent="0" algn="r" fontAlgn="auto">
              <a:lnSpc>
                <a:spcPct val="100000"/>
              </a:lnSpc>
              <a:spcBef>
                <a:spcPts val="0"/>
              </a:spcBef>
              <a:spcAft>
                <a:spcPts val="0"/>
              </a:spcAft>
              <a:buClrTx/>
              <a:buSzTx/>
              <a:buFontTx/>
              <a:buNone/>
              <a:tabLst/>
            </a:pPr>
            <a:r>
              <a:rPr lang="en-US"/>
              <a:t>Click to add title</a:t>
            </a:r>
          </a:p>
        </p:txBody>
      </p:sp>
      <p:pic>
        <p:nvPicPr>
          <p:cNvPr id="4" name="Picture 3">
            <a:extLst>
              <a:ext uri="{FF2B5EF4-FFF2-40B4-BE49-F238E27FC236}">
                <a16:creationId xmlns:a16="http://schemas.microsoft.com/office/drawing/2014/main" id="{191A438C-D4F2-CEF7-4317-A748A305D6A6}"/>
              </a:ext>
            </a:extLst>
          </p:cNvPr>
          <p:cNvPicPr>
            <a:picLocks noChangeAspect="1"/>
          </p:cNvPicPr>
          <p:nvPr userDrawn="1"/>
        </p:nvPicPr>
        <p:blipFill>
          <a:blip r:embed="rId4"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230641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eople slide 02">
    <p:spTree>
      <p:nvGrpSpPr>
        <p:cNvPr id="1" name=""/>
        <p:cNvGrpSpPr/>
        <p:nvPr/>
      </p:nvGrpSpPr>
      <p:grpSpPr>
        <a:xfrm>
          <a:off x="0" y="0"/>
          <a:ext cx="0" cy="0"/>
          <a:chOff x="0" y="0"/>
          <a:chExt cx="0" cy="0"/>
        </a:xfrm>
      </p:grpSpPr>
      <p:pic>
        <p:nvPicPr>
          <p:cNvPr id="14" name="Kép 10">
            <a:extLst>
              <a:ext uri="{FF2B5EF4-FFF2-40B4-BE49-F238E27FC236}">
                <a16:creationId xmlns:a16="http://schemas.microsoft.com/office/drawing/2014/main" id="{2C78654A-11B2-4311-0F6C-15C51C05965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0"/>
            <a:ext cx="12191997" cy="6857998"/>
          </a:xfrm>
          <a:prstGeom prst="rect">
            <a:avLst/>
          </a:prstGeom>
        </p:spPr>
      </p:pic>
      <p:sp>
        <p:nvSpPr>
          <p:cNvPr id="2" name="Rectangle 5">
            <a:extLst>
              <a:ext uri="{FF2B5EF4-FFF2-40B4-BE49-F238E27FC236}">
                <a16:creationId xmlns:a16="http://schemas.microsoft.com/office/drawing/2014/main" id="{B5A5225F-8206-C319-2871-548A3E52AD74}"/>
              </a:ext>
            </a:extLst>
          </p:cNvPr>
          <p:cNvSpPr/>
          <p:nvPr userDrawn="1"/>
        </p:nvSpPr>
        <p:spPr>
          <a:xfrm>
            <a:off x="0" y="0"/>
            <a:ext cx="12222208" cy="6858000"/>
          </a:xfrm>
          <a:prstGeom prst="rect">
            <a:avLst/>
          </a:prstGeom>
          <a:gradFill flip="none" rotWithShape="1">
            <a:gsLst>
              <a:gs pos="0">
                <a:srgbClr val="FFFFFF">
                  <a:alpha val="90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pic>
        <p:nvPicPr>
          <p:cNvPr id="3" name="Picture 2">
            <a:extLst>
              <a:ext uri="{FF2B5EF4-FFF2-40B4-BE49-F238E27FC236}">
                <a16:creationId xmlns:a16="http://schemas.microsoft.com/office/drawing/2014/main" id="{946100D2-E897-8CAC-268C-43A13F721F6D}"/>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cxnSp>
        <p:nvCxnSpPr>
          <p:cNvPr id="17" name="Straight Connector 6">
            <a:extLst>
              <a:ext uri="{FF2B5EF4-FFF2-40B4-BE49-F238E27FC236}">
                <a16:creationId xmlns:a16="http://schemas.microsoft.com/office/drawing/2014/main" id="{B448AE36-6F8A-4854-1A52-08926C975272}"/>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30" name="Text Placeholder 9">
            <a:extLst>
              <a:ext uri="{FF2B5EF4-FFF2-40B4-BE49-F238E27FC236}">
                <a16:creationId xmlns:a16="http://schemas.microsoft.com/office/drawing/2014/main" id="{261A3653-6986-8EFF-33AF-D8690E1FC02A}"/>
              </a:ext>
            </a:extLst>
          </p:cNvPr>
          <p:cNvSpPr>
            <a:spLocks noGrp="1"/>
          </p:cNvSpPr>
          <p:nvPr userDrawn="1">
            <p:ph type="body" sz="quarter" idx="11" hasCustomPrompt="1"/>
          </p:nvPr>
        </p:nvSpPr>
        <p:spPr>
          <a:xfrm>
            <a:off x="765717" y="1016608"/>
            <a:ext cx="2038598"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31" name="Picture Placeholder 35">
            <a:extLst>
              <a:ext uri="{FF2B5EF4-FFF2-40B4-BE49-F238E27FC236}">
                <a16:creationId xmlns:a16="http://schemas.microsoft.com/office/drawing/2014/main" id="{5659E202-C345-6E82-4C60-27437688B83B}"/>
              </a:ext>
            </a:extLst>
          </p:cNvPr>
          <p:cNvSpPr>
            <a:spLocks noGrp="1"/>
          </p:cNvSpPr>
          <p:nvPr userDrawn="1">
            <p:ph type="pic" sz="quarter" idx="13"/>
          </p:nvPr>
        </p:nvSpPr>
        <p:spPr>
          <a:xfrm>
            <a:off x="3120336" y="341888"/>
            <a:ext cx="2448000" cy="2448000"/>
          </a:xfrm>
          <a:prstGeom prst="rect">
            <a:avLst/>
          </a:prstGeom>
        </p:spPr>
        <p:txBody>
          <a:bodyPr anchor="ctr"/>
          <a:lstStyle>
            <a:lvl1pPr marL="0" indent="0" algn="ctr">
              <a:buNone/>
              <a:defRPr>
                <a:solidFill>
                  <a:schemeClr val="bg1"/>
                </a:solidFill>
              </a:defRPr>
            </a:lvl1pPr>
          </a:lstStyle>
          <a:p>
            <a:endParaRPr lang="ru-RU"/>
          </a:p>
        </p:txBody>
      </p:sp>
      <p:sp>
        <p:nvSpPr>
          <p:cNvPr id="32" name="Picture Placeholder 35">
            <a:extLst>
              <a:ext uri="{FF2B5EF4-FFF2-40B4-BE49-F238E27FC236}">
                <a16:creationId xmlns:a16="http://schemas.microsoft.com/office/drawing/2014/main" id="{47444E3B-BDAA-08C2-B296-2ACEE3E16E4B}"/>
              </a:ext>
            </a:extLst>
          </p:cNvPr>
          <p:cNvSpPr>
            <a:spLocks noGrp="1"/>
          </p:cNvSpPr>
          <p:nvPr>
            <p:ph type="pic" sz="quarter" idx="14"/>
          </p:nvPr>
        </p:nvSpPr>
        <p:spPr>
          <a:xfrm>
            <a:off x="8200433" y="341888"/>
            <a:ext cx="2448000" cy="2448000"/>
          </a:xfrm>
          <a:prstGeom prst="rect">
            <a:avLst/>
          </a:prstGeom>
        </p:spPr>
        <p:txBody>
          <a:bodyPr anchor="ctr"/>
          <a:lstStyle>
            <a:lvl1pPr marL="0" indent="0" algn="ctr">
              <a:buNone/>
              <a:defRPr>
                <a:solidFill>
                  <a:schemeClr val="bg1"/>
                </a:solidFill>
              </a:defRPr>
            </a:lvl1pPr>
          </a:lstStyle>
          <a:p>
            <a:endParaRPr lang="ru-RU"/>
          </a:p>
        </p:txBody>
      </p:sp>
      <p:sp>
        <p:nvSpPr>
          <p:cNvPr id="33" name="Picture Placeholder 35">
            <a:extLst>
              <a:ext uri="{FF2B5EF4-FFF2-40B4-BE49-F238E27FC236}">
                <a16:creationId xmlns:a16="http://schemas.microsoft.com/office/drawing/2014/main" id="{58494B3E-66E1-D0CC-925A-607815755EB5}"/>
              </a:ext>
            </a:extLst>
          </p:cNvPr>
          <p:cNvSpPr>
            <a:spLocks noGrp="1"/>
          </p:cNvSpPr>
          <p:nvPr>
            <p:ph type="pic" sz="quarter" idx="15"/>
          </p:nvPr>
        </p:nvSpPr>
        <p:spPr>
          <a:xfrm>
            <a:off x="8200433" y="2871082"/>
            <a:ext cx="2448000" cy="3060000"/>
          </a:xfrm>
          <a:prstGeom prst="rect">
            <a:avLst/>
          </a:prstGeom>
        </p:spPr>
        <p:txBody>
          <a:bodyPr anchor="ctr"/>
          <a:lstStyle>
            <a:lvl1pPr marL="0" indent="0" algn="ctr">
              <a:buNone/>
              <a:defRPr>
                <a:solidFill>
                  <a:schemeClr val="bg1"/>
                </a:solidFill>
              </a:defRPr>
            </a:lvl1pPr>
          </a:lstStyle>
          <a:p>
            <a:endParaRPr lang="ru-RU"/>
          </a:p>
        </p:txBody>
      </p:sp>
      <p:sp>
        <p:nvSpPr>
          <p:cNvPr id="35" name="Picture Placeholder 35">
            <a:extLst>
              <a:ext uri="{FF2B5EF4-FFF2-40B4-BE49-F238E27FC236}">
                <a16:creationId xmlns:a16="http://schemas.microsoft.com/office/drawing/2014/main" id="{90CF83ED-945B-4DF1-AE5E-9093FB7F35EE}"/>
              </a:ext>
            </a:extLst>
          </p:cNvPr>
          <p:cNvSpPr>
            <a:spLocks noGrp="1"/>
          </p:cNvSpPr>
          <p:nvPr>
            <p:ph type="pic" sz="quarter" idx="16"/>
          </p:nvPr>
        </p:nvSpPr>
        <p:spPr>
          <a:xfrm>
            <a:off x="5653515" y="932538"/>
            <a:ext cx="2448000" cy="3060000"/>
          </a:xfrm>
          <a:prstGeom prst="rect">
            <a:avLst/>
          </a:prstGeom>
        </p:spPr>
        <p:txBody>
          <a:bodyPr anchor="ctr"/>
          <a:lstStyle>
            <a:lvl1pPr marL="0" indent="0" algn="ctr">
              <a:buNone/>
              <a:defRPr>
                <a:solidFill>
                  <a:schemeClr val="bg1"/>
                </a:solidFill>
              </a:defRPr>
            </a:lvl1pPr>
          </a:lstStyle>
          <a:p>
            <a:endParaRPr lang="ru-RU"/>
          </a:p>
        </p:txBody>
      </p:sp>
      <p:sp>
        <p:nvSpPr>
          <p:cNvPr id="40" name="Picture Placeholder 35">
            <a:extLst>
              <a:ext uri="{FF2B5EF4-FFF2-40B4-BE49-F238E27FC236}">
                <a16:creationId xmlns:a16="http://schemas.microsoft.com/office/drawing/2014/main" id="{5B2AE6DE-63FE-B356-0DE7-941CE2DCDD8C}"/>
              </a:ext>
            </a:extLst>
          </p:cNvPr>
          <p:cNvSpPr>
            <a:spLocks noGrp="1"/>
          </p:cNvSpPr>
          <p:nvPr>
            <p:ph type="pic" sz="quarter" idx="17"/>
          </p:nvPr>
        </p:nvSpPr>
        <p:spPr>
          <a:xfrm>
            <a:off x="5653514" y="4067809"/>
            <a:ext cx="2448000" cy="2448000"/>
          </a:xfrm>
          <a:prstGeom prst="rect">
            <a:avLst/>
          </a:prstGeom>
        </p:spPr>
        <p:txBody>
          <a:bodyPr anchor="ctr"/>
          <a:lstStyle>
            <a:lvl1pPr marL="0" indent="0" algn="ctr">
              <a:buNone/>
              <a:defRPr>
                <a:solidFill>
                  <a:schemeClr val="bg1"/>
                </a:solidFill>
              </a:defRPr>
            </a:lvl1pPr>
          </a:lstStyle>
          <a:p>
            <a:endParaRPr lang="ru-RU"/>
          </a:p>
        </p:txBody>
      </p:sp>
      <p:sp>
        <p:nvSpPr>
          <p:cNvPr id="43" name="Picture Placeholder 35">
            <a:extLst>
              <a:ext uri="{FF2B5EF4-FFF2-40B4-BE49-F238E27FC236}">
                <a16:creationId xmlns:a16="http://schemas.microsoft.com/office/drawing/2014/main" id="{54B82493-041F-0034-4BBA-89B952E67B35}"/>
              </a:ext>
            </a:extLst>
          </p:cNvPr>
          <p:cNvSpPr>
            <a:spLocks noGrp="1"/>
          </p:cNvSpPr>
          <p:nvPr>
            <p:ph type="pic" sz="quarter" idx="18"/>
          </p:nvPr>
        </p:nvSpPr>
        <p:spPr>
          <a:xfrm>
            <a:off x="1878283" y="2871082"/>
            <a:ext cx="3690000" cy="2448000"/>
          </a:xfrm>
          <a:prstGeom prst="rect">
            <a:avLst/>
          </a:prstGeom>
        </p:spPr>
        <p:txBody>
          <a:bodyPr anchor="ctr"/>
          <a:lstStyle>
            <a:lvl1pPr marL="0" indent="0" algn="ctr">
              <a:buNone/>
              <a:defRPr>
                <a:solidFill>
                  <a:schemeClr val="bg1"/>
                </a:solidFill>
              </a:defRPr>
            </a:lvl1pPr>
          </a:lstStyle>
          <a:p>
            <a:endParaRPr lang="ru-RU"/>
          </a:p>
        </p:txBody>
      </p:sp>
    </p:spTree>
    <p:extLst>
      <p:ext uri="{BB962C8B-B14F-4D97-AF65-F5344CB8AC3E}">
        <p14:creationId xmlns:p14="http://schemas.microsoft.com/office/powerpoint/2010/main" val="26745292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eople slide 03">
    <p:spTree>
      <p:nvGrpSpPr>
        <p:cNvPr id="1" name=""/>
        <p:cNvGrpSpPr/>
        <p:nvPr/>
      </p:nvGrpSpPr>
      <p:grpSpPr>
        <a:xfrm>
          <a:off x="0" y="0"/>
          <a:ext cx="0" cy="0"/>
          <a:chOff x="0" y="0"/>
          <a:chExt cx="0" cy="0"/>
        </a:xfrm>
      </p:grpSpPr>
      <p:pic>
        <p:nvPicPr>
          <p:cNvPr id="19" name="Kép 10">
            <a:extLst>
              <a:ext uri="{FF2B5EF4-FFF2-40B4-BE49-F238E27FC236}">
                <a16:creationId xmlns:a16="http://schemas.microsoft.com/office/drawing/2014/main" id="{2812BE46-8470-B5F3-E2D4-1FAC7927252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0"/>
            <a:ext cx="12191997" cy="6857998"/>
          </a:xfrm>
          <a:prstGeom prst="rect">
            <a:avLst/>
          </a:prstGeom>
        </p:spPr>
      </p:pic>
      <p:sp>
        <p:nvSpPr>
          <p:cNvPr id="2" name="Rectangle 5">
            <a:extLst>
              <a:ext uri="{FF2B5EF4-FFF2-40B4-BE49-F238E27FC236}">
                <a16:creationId xmlns:a16="http://schemas.microsoft.com/office/drawing/2014/main" id="{0CD124B2-BFEC-435B-03E1-949D89FD0E9A}"/>
              </a:ext>
            </a:extLst>
          </p:cNvPr>
          <p:cNvSpPr/>
          <p:nvPr userDrawn="1"/>
        </p:nvSpPr>
        <p:spPr>
          <a:xfrm>
            <a:off x="0" y="0"/>
            <a:ext cx="12222208" cy="6858000"/>
          </a:xfrm>
          <a:prstGeom prst="rect">
            <a:avLst/>
          </a:prstGeom>
          <a:gradFill flip="none" rotWithShape="1">
            <a:gsLst>
              <a:gs pos="0">
                <a:srgbClr val="FFFFFF">
                  <a:alpha val="90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pic>
        <p:nvPicPr>
          <p:cNvPr id="3" name="Picture 2">
            <a:extLst>
              <a:ext uri="{FF2B5EF4-FFF2-40B4-BE49-F238E27FC236}">
                <a16:creationId xmlns:a16="http://schemas.microsoft.com/office/drawing/2014/main" id="{8FB5FE17-5EAA-D735-AF61-433BB4766C10}"/>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cxnSp>
        <p:nvCxnSpPr>
          <p:cNvPr id="22" name="Straight Connector 6">
            <a:extLst>
              <a:ext uri="{FF2B5EF4-FFF2-40B4-BE49-F238E27FC236}">
                <a16:creationId xmlns:a16="http://schemas.microsoft.com/office/drawing/2014/main" id="{ABF77D2D-A0F4-DD60-56BA-A6E1C84912B5}"/>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39" name="Text Placeholder 9">
            <a:extLst>
              <a:ext uri="{FF2B5EF4-FFF2-40B4-BE49-F238E27FC236}">
                <a16:creationId xmlns:a16="http://schemas.microsoft.com/office/drawing/2014/main" id="{046336DE-2393-6D6E-C28F-087406A66C3F}"/>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41" name="Picture Placeholder 35">
            <a:extLst>
              <a:ext uri="{FF2B5EF4-FFF2-40B4-BE49-F238E27FC236}">
                <a16:creationId xmlns:a16="http://schemas.microsoft.com/office/drawing/2014/main" id="{91621271-BD60-7B37-8FDE-4C0E15E798AE}"/>
              </a:ext>
            </a:extLst>
          </p:cNvPr>
          <p:cNvSpPr>
            <a:spLocks noGrp="1"/>
          </p:cNvSpPr>
          <p:nvPr>
            <p:ph type="pic" sz="quarter" idx="13"/>
          </p:nvPr>
        </p:nvSpPr>
        <p:spPr>
          <a:xfrm>
            <a:off x="3447865" y="343886"/>
            <a:ext cx="2192400" cy="2192400"/>
          </a:xfrm>
          <a:prstGeom prst="rect">
            <a:avLst/>
          </a:prstGeom>
        </p:spPr>
        <p:txBody>
          <a:bodyPr anchor="ctr"/>
          <a:lstStyle>
            <a:lvl1pPr marL="0" indent="0" algn="ctr">
              <a:buNone/>
              <a:defRPr>
                <a:solidFill>
                  <a:schemeClr val="bg1"/>
                </a:solidFill>
              </a:defRPr>
            </a:lvl1pPr>
          </a:lstStyle>
          <a:p>
            <a:endParaRPr lang="ru-RU"/>
          </a:p>
        </p:txBody>
      </p:sp>
      <p:sp>
        <p:nvSpPr>
          <p:cNvPr id="42" name="Picture Placeholder 35">
            <a:extLst>
              <a:ext uri="{FF2B5EF4-FFF2-40B4-BE49-F238E27FC236}">
                <a16:creationId xmlns:a16="http://schemas.microsoft.com/office/drawing/2014/main" id="{19139D78-9C3B-5EA7-E2A9-6BBADC889AC6}"/>
              </a:ext>
            </a:extLst>
          </p:cNvPr>
          <p:cNvSpPr>
            <a:spLocks noGrp="1"/>
          </p:cNvSpPr>
          <p:nvPr>
            <p:ph type="pic" sz="quarter" idx="14"/>
          </p:nvPr>
        </p:nvSpPr>
        <p:spPr>
          <a:xfrm>
            <a:off x="7998600" y="343886"/>
            <a:ext cx="2192400" cy="2192400"/>
          </a:xfrm>
          <a:prstGeom prst="rect">
            <a:avLst/>
          </a:prstGeom>
        </p:spPr>
        <p:txBody>
          <a:bodyPr anchor="ctr"/>
          <a:lstStyle>
            <a:lvl1pPr marL="0" indent="0" algn="ctr">
              <a:buNone/>
              <a:defRPr>
                <a:solidFill>
                  <a:schemeClr val="bg1"/>
                </a:solidFill>
              </a:defRPr>
            </a:lvl1pPr>
          </a:lstStyle>
          <a:p>
            <a:endParaRPr lang="ru-RU"/>
          </a:p>
        </p:txBody>
      </p:sp>
      <p:sp>
        <p:nvSpPr>
          <p:cNvPr id="44" name="Picture Placeholder 35">
            <a:extLst>
              <a:ext uri="{FF2B5EF4-FFF2-40B4-BE49-F238E27FC236}">
                <a16:creationId xmlns:a16="http://schemas.microsoft.com/office/drawing/2014/main" id="{8B3AEE91-376D-FC79-3AF3-70C8CC9F3876}"/>
              </a:ext>
            </a:extLst>
          </p:cNvPr>
          <p:cNvSpPr>
            <a:spLocks noGrp="1"/>
          </p:cNvSpPr>
          <p:nvPr>
            <p:ph type="pic" sz="quarter" idx="15"/>
          </p:nvPr>
        </p:nvSpPr>
        <p:spPr>
          <a:xfrm>
            <a:off x="5717079" y="0"/>
            <a:ext cx="2192400" cy="2538000"/>
          </a:xfrm>
          <a:prstGeom prst="rect">
            <a:avLst/>
          </a:prstGeom>
        </p:spPr>
        <p:txBody>
          <a:bodyPr anchor="ctr"/>
          <a:lstStyle>
            <a:lvl1pPr marL="0" indent="0" algn="ctr">
              <a:buNone/>
              <a:defRPr>
                <a:solidFill>
                  <a:schemeClr val="bg1"/>
                </a:solidFill>
              </a:defRPr>
            </a:lvl1pPr>
          </a:lstStyle>
          <a:p>
            <a:endParaRPr lang="ru-RU"/>
          </a:p>
        </p:txBody>
      </p:sp>
      <p:sp>
        <p:nvSpPr>
          <p:cNvPr id="45" name="Picture Placeholder 35">
            <a:extLst>
              <a:ext uri="{FF2B5EF4-FFF2-40B4-BE49-F238E27FC236}">
                <a16:creationId xmlns:a16="http://schemas.microsoft.com/office/drawing/2014/main" id="{17523340-FD37-B019-42D4-7068AB68020B}"/>
              </a:ext>
            </a:extLst>
          </p:cNvPr>
          <p:cNvSpPr>
            <a:spLocks noGrp="1"/>
          </p:cNvSpPr>
          <p:nvPr>
            <p:ph type="pic" sz="quarter" idx="16"/>
          </p:nvPr>
        </p:nvSpPr>
        <p:spPr>
          <a:xfrm>
            <a:off x="8551596" y="2610381"/>
            <a:ext cx="2192400" cy="2739600"/>
          </a:xfrm>
          <a:prstGeom prst="rect">
            <a:avLst/>
          </a:prstGeom>
        </p:spPr>
        <p:txBody>
          <a:bodyPr anchor="ctr"/>
          <a:lstStyle>
            <a:lvl1pPr marL="0" indent="0" algn="ctr">
              <a:buNone/>
              <a:defRPr>
                <a:solidFill>
                  <a:schemeClr val="bg1"/>
                </a:solidFill>
              </a:defRPr>
            </a:lvl1pPr>
          </a:lstStyle>
          <a:p>
            <a:endParaRPr lang="ru-RU"/>
          </a:p>
        </p:txBody>
      </p:sp>
      <p:sp>
        <p:nvSpPr>
          <p:cNvPr id="46" name="Picture Placeholder 35">
            <a:extLst>
              <a:ext uri="{FF2B5EF4-FFF2-40B4-BE49-F238E27FC236}">
                <a16:creationId xmlns:a16="http://schemas.microsoft.com/office/drawing/2014/main" id="{8F33EC31-BDA1-42E2-836E-F9AAF86F9FF7}"/>
              </a:ext>
            </a:extLst>
          </p:cNvPr>
          <p:cNvSpPr>
            <a:spLocks noGrp="1"/>
          </p:cNvSpPr>
          <p:nvPr>
            <p:ph type="pic" sz="quarter" idx="17"/>
          </p:nvPr>
        </p:nvSpPr>
        <p:spPr>
          <a:xfrm>
            <a:off x="6268314" y="2610381"/>
            <a:ext cx="2192400" cy="2192400"/>
          </a:xfrm>
          <a:prstGeom prst="rect">
            <a:avLst/>
          </a:prstGeom>
        </p:spPr>
        <p:txBody>
          <a:bodyPr anchor="ctr"/>
          <a:lstStyle>
            <a:lvl1pPr marL="0" indent="0" algn="ctr">
              <a:buNone/>
              <a:defRPr>
                <a:solidFill>
                  <a:schemeClr val="bg1"/>
                </a:solidFill>
              </a:defRPr>
            </a:lvl1pPr>
          </a:lstStyle>
          <a:p>
            <a:endParaRPr lang="ru-RU"/>
          </a:p>
        </p:txBody>
      </p:sp>
      <p:sp>
        <p:nvSpPr>
          <p:cNvPr id="47" name="Picture Placeholder 35">
            <a:extLst>
              <a:ext uri="{FF2B5EF4-FFF2-40B4-BE49-F238E27FC236}">
                <a16:creationId xmlns:a16="http://schemas.microsoft.com/office/drawing/2014/main" id="{B2F3D44B-BD37-30A1-1C1A-A6B58997025D}"/>
              </a:ext>
            </a:extLst>
          </p:cNvPr>
          <p:cNvSpPr>
            <a:spLocks noGrp="1"/>
          </p:cNvSpPr>
          <p:nvPr>
            <p:ph type="pic" sz="quarter" idx="18"/>
          </p:nvPr>
        </p:nvSpPr>
        <p:spPr>
          <a:xfrm>
            <a:off x="2886474" y="2607815"/>
            <a:ext cx="3304800" cy="2192400"/>
          </a:xfrm>
          <a:prstGeom prst="rect">
            <a:avLst/>
          </a:prstGeom>
        </p:spPr>
        <p:txBody>
          <a:bodyPr anchor="ctr"/>
          <a:lstStyle>
            <a:lvl1pPr marL="0" indent="0" algn="ctr">
              <a:buNone/>
              <a:defRPr>
                <a:solidFill>
                  <a:schemeClr val="bg1"/>
                </a:solidFill>
              </a:defRPr>
            </a:lvl1pPr>
          </a:lstStyle>
          <a:p>
            <a:endParaRPr lang="ru-RU"/>
          </a:p>
        </p:txBody>
      </p:sp>
      <p:sp>
        <p:nvSpPr>
          <p:cNvPr id="48" name="Picture Placeholder 35">
            <a:extLst>
              <a:ext uri="{FF2B5EF4-FFF2-40B4-BE49-F238E27FC236}">
                <a16:creationId xmlns:a16="http://schemas.microsoft.com/office/drawing/2014/main" id="{966BBDDF-E313-01BD-4001-83C2DC590BC0}"/>
              </a:ext>
            </a:extLst>
          </p:cNvPr>
          <p:cNvSpPr>
            <a:spLocks noGrp="1"/>
          </p:cNvSpPr>
          <p:nvPr>
            <p:ph type="pic" sz="quarter" idx="19"/>
          </p:nvPr>
        </p:nvSpPr>
        <p:spPr>
          <a:xfrm>
            <a:off x="605356" y="3980350"/>
            <a:ext cx="2192400" cy="2192400"/>
          </a:xfrm>
          <a:prstGeom prst="rect">
            <a:avLst/>
          </a:prstGeom>
        </p:spPr>
        <p:txBody>
          <a:bodyPr anchor="ctr"/>
          <a:lstStyle>
            <a:lvl1pPr marL="0" indent="0" algn="ctr">
              <a:buNone/>
              <a:defRPr>
                <a:solidFill>
                  <a:schemeClr val="bg1"/>
                </a:solidFill>
              </a:defRPr>
            </a:lvl1pPr>
          </a:lstStyle>
          <a:p>
            <a:endParaRPr lang="ru-RU"/>
          </a:p>
        </p:txBody>
      </p:sp>
      <p:sp>
        <p:nvSpPr>
          <p:cNvPr id="49" name="Picture Placeholder 35">
            <a:extLst>
              <a:ext uri="{FF2B5EF4-FFF2-40B4-BE49-F238E27FC236}">
                <a16:creationId xmlns:a16="http://schemas.microsoft.com/office/drawing/2014/main" id="{DEBBD689-9460-BDC4-4B82-6E8D3BFA0685}"/>
              </a:ext>
            </a:extLst>
          </p:cNvPr>
          <p:cNvSpPr>
            <a:spLocks noGrp="1"/>
          </p:cNvSpPr>
          <p:nvPr>
            <p:ph type="pic" sz="quarter" idx="20"/>
          </p:nvPr>
        </p:nvSpPr>
        <p:spPr>
          <a:xfrm>
            <a:off x="2887256" y="4885930"/>
            <a:ext cx="2192400" cy="1972800"/>
          </a:xfrm>
          <a:prstGeom prst="rect">
            <a:avLst/>
          </a:prstGeom>
        </p:spPr>
        <p:txBody>
          <a:bodyPr anchor="ctr"/>
          <a:lstStyle>
            <a:lvl1pPr marL="0" indent="0" algn="ctr">
              <a:buNone/>
              <a:defRPr>
                <a:solidFill>
                  <a:schemeClr val="bg1"/>
                </a:solidFill>
              </a:defRPr>
            </a:lvl1pPr>
          </a:lstStyle>
          <a:p>
            <a:endParaRPr lang="ru-RU"/>
          </a:p>
        </p:txBody>
      </p:sp>
      <p:sp>
        <p:nvSpPr>
          <p:cNvPr id="50" name="Picture Placeholder 35">
            <a:extLst>
              <a:ext uri="{FF2B5EF4-FFF2-40B4-BE49-F238E27FC236}">
                <a16:creationId xmlns:a16="http://schemas.microsoft.com/office/drawing/2014/main" id="{610396A7-536B-75D4-FBCC-7E7A2083F940}"/>
              </a:ext>
            </a:extLst>
          </p:cNvPr>
          <p:cNvSpPr>
            <a:spLocks noGrp="1"/>
          </p:cNvSpPr>
          <p:nvPr>
            <p:ph type="pic" sz="quarter" idx="21"/>
          </p:nvPr>
        </p:nvSpPr>
        <p:spPr>
          <a:xfrm>
            <a:off x="5158156" y="4885930"/>
            <a:ext cx="3304800" cy="1972800"/>
          </a:xfrm>
          <a:prstGeom prst="rect">
            <a:avLst/>
          </a:prstGeom>
        </p:spPr>
        <p:txBody>
          <a:bodyPr anchor="ctr"/>
          <a:lstStyle>
            <a:lvl1pPr marL="0" indent="0" algn="ctr">
              <a:buNone/>
              <a:defRPr>
                <a:solidFill>
                  <a:schemeClr val="bg1"/>
                </a:solidFill>
              </a:defRPr>
            </a:lvl1pPr>
          </a:lstStyle>
          <a:p>
            <a:endParaRPr lang="ru-RU"/>
          </a:p>
        </p:txBody>
      </p:sp>
    </p:spTree>
    <p:extLst>
      <p:ext uri="{BB962C8B-B14F-4D97-AF65-F5344CB8AC3E}">
        <p14:creationId xmlns:p14="http://schemas.microsoft.com/office/powerpoint/2010/main" val="38068350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peaker slide 0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8813232-B9EE-F62B-D44D-747B8C08043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6095999" cy="6858000"/>
          </a:xfrm>
          <a:prstGeom prst="rect">
            <a:avLst/>
          </a:prstGeom>
        </p:spPr>
      </p:pic>
      <p:sp>
        <p:nvSpPr>
          <p:cNvPr id="3" name="Rectangle 2">
            <a:extLst>
              <a:ext uri="{FF2B5EF4-FFF2-40B4-BE49-F238E27FC236}">
                <a16:creationId xmlns:a16="http://schemas.microsoft.com/office/drawing/2014/main" id="{ABA8EA50-AB40-5166-AB83-AA011D67C853}"/>
              </a:ext>
            </a:extLst>
          </p:cNvPr>
          <p:cNvSpPr/>
          <p:nvPr userDrawn="1"/>
        </p:nvSpPr>
        <p:spPr>
          <a:xfrm>
            <a:off x="1" y="0"/>
            <a:ext cx="6095999" cy="6858000"/>
          </a:xfrm>
          <a:prstGeom prst="rect">
            <a:avLst/>
          </a:prstGeom>
          <a:gradFill flip="none" rotWithShape="1">
            <a:gsLst>
              <a:gs pos="0">
                <a:srgbClr val="FFFFFF"/>
              </a:gs>
              <a:gs pos="100000">
                <a:srgbClr val="FFFFFF">
                  <a:alpha val="95000"/>
                </a:srgb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FFFFFF"/>
              </a:solidFill>
              <a:effectLst/>
              <a:uLnTx/>
              <a:uFillTx/>
              <a:ea typeface="+mn-ea"/>
              <a:cs typeface="+mn-cs"/>
            </a:endParaRPr>
          </a:p>
        </p:txBody>
      </p:sp>
      <p:cxnSp>
        <p:nvCxnSpPr>
          <p:cNvPr id="15" name="Straight Connector 6">
            <a:extLst>
              <a:ext uri="{FF2B5EF4-FFF2-40B4-BE49-F238E27FC236}">
                <a16:creationId xmlns:a16="http://schemas.microsoft.com/office/drawing/2014/main" id="{8EE7BFCA-B322-1FBD-09B9-43EBD9271F17}"/>
              </a:ext>
            </a:extLst>
          </p:cNvPr>
          <p:cNvCxnSpPr>
            <a:cxnSpLocks/>
          </p:cNvCxnSpPr>
          <p:nvPr userDrawn="1"/>
        </p:nvCxnSpPr>
        <p:spPr>
          <a:xfrm>
            <a:off x="6562861" y="1522275"/>
            <a:ext cx="0" cy="3293952"/>
          </a:xfrm>
          <a:prstGeom prst="line">
            <a:avLst/>
          </a:prstGeom>
          <a:noFill/>
          <a:ln w="6350" cap="flat" cmpd="sng" algn="ctr">
            <a:solidFill>
              <a:srgbClr val="D31B2C"/>
            </a:solidFill>
            <a:prstDash val="solid"/>
            <a:miter lim="800000"/>
          </a:ln>
          <a:effectLst/>
        </p:spPr>
      </p:cxnSp>
      <p:cxnSp>
        <p:nvCxnSpPr>
          <p:cNvPr id="20" name="Straight Connector 6">
            <a:extLst>
              <a:ext uri="{FF2B5EF4-FFF2-40B4-BE49-F238E27FC236}">
                <a16:creationId xmlns:a16="http://schemas.microsoft.com/office/drawing/2014/main" id="{6C5A0DCA-AB93-9933-3A3C-78A49286243E}"/>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22" name="Text Placeholder 9">
            <a:extLst>
              <a:ext uri="{FF2B5EF4-FFF2-40B4-BE49-F238E27FC236}">
                <a16:creationId xmlns:a16="http://schemas.microsoft.com/office/drawing/2014/main" id="{8AC19302-E70B-AD30-3CF9-D52B6D13D528}"/>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23" name="Text Placeholder 9">
            <a:extLst>
              <a:ext uri="{FF2B5EF4-FFF2-40B4-BE49-F238E27FC236}">
                <a16:creationId xmlns:a16="http://schemas.microsoft.com/office/drawing/2014/main" id="{C715383F-8E28-D836-8661-E94C9A90B560}"/>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
        <p:nvSpPr>
          <p:cNvPr id="24" name="Text Placeholder 9">
            <a:extLst>
              <a:ext uri="{FF2B5EF4-FFF2-40B4-BE49-F238E27FC236}">
                <a16:creationId xmlns:a16="http://schemas.microsoft.com/office/drawing/2014/main" id="{133FD85A-AB89-12BD-A086-3648C6D7EE8C}"/>
              </a:ext>
            </a:extLst>
          </p:cNvPr>
          <p:cNvSpPr>
            <a:spLocks noGrp="1"/>
          </p:cNvSpPr>
          <p:nvPr>
            <p:ph type="body" sz="quarter" idx="13" hasCustomPrompt="1"/>
          </p:nvPr>
        </p:nvSpPr>
        <p:spPr>
          <a:xfrm>
            <a:off x="7140575" y="1522275"/>
            <a:ext cx="3856063" cy="3293952"/>
          </a:xfrm>
          <a:prstGeom prst="rect">
            <a:avLst/>
          </a:prstGeom>
        </p:spPr>
        <p:txBody>
          <a:bodyPr wrap="square">
            <a:noAutofit/>
          </a:bodyPr>
          <a:lstStyle>
            <a:lvl1pPr marL="0" indent="0">
              <a:buNone/>
              <a:defRPr kumimoji="0" lang="en-US" sz="1800" b="0" i="0" u="none" strike="noStrike" kern="0" cap="none" spc="0" normalizeH="0" baseline="0" dirty="0">
                <a:ln>
                  <a:noFill/>
                </a:ln>
                <a:solidFill>
                  <a:schemeClr val="bg1"/>
                </a:solidFill>
                <a:effectLst/>
                <a:uLnTx/>
                <a:uFillTx/>
                <a:latin typeface="Lato Light" panose="020F0302020204030203" pitchFamily="34" charset="77"/>
                <a:ea typeface="+mn-ea"/>
                <a:cs typeface="+mn-cs"/>
              </a:defRPr>
            </a:lvl1pPr>
          </a:lstStyle>
          <a:p>
            <a:pPr lvl="0"/>
            <a:r>
              <a:rPr lang="en-US"/>
              <a:t>Click to add description </a:t>
            </a:r>
          </a:p>
        </p:txBody>
      </p:sp>
      <p:sp>
        <p:nvSpPr>
          <p:cNvPr id="27" name="Picture Placeholder 26">
            <a:extLst>
              <a:ext uri="{FF2B5EF4-FFF2-40B4-BE49-F238E27FC236}">
                <a16:creationId xmlns:a16="http://schemas.microsoft.com/office/drawing/2014/main" id="{0D749BFD-B791-57FC-2039-B523E5730F44}"/>
              </a:ext>
            </a:extLst>
          </p:cNvPr>
          <p:cNvSpPr>
            <a:spLocks noGrp="1"/>
          </p:cNvSpPr>
          <p:nvPr>
            <p:ph type="pic" sz="quarter" idx="14"/>
          </p:nvPr>
        </p:nvSpPr>
        <p:spPr>
          <a:xfrm>
            <a:off x="4007121" y="1522413"/>
            <a:ext cx="1978025" cy="2263775"/>
          </a:xfrm>
          <a:prstGeom prst="rect">
            <a:avLst/>
          </a:prstGeom>
        </p:spPr>
        <p:txBody>
          <a:bodyPr anchor="ctr"/>
          <a:lstStyle>
            <a:lvl1pPr marL="0" indent="0" algn="ctr">
              <a:buNone/>
              <a:defRPr>
                <a:solidFill>
                  <a:schemeClr val="bg1"/>
                </a:solidFill>
              </a:defRPr>
            </a:lvl1pPr>
          </a:lstStyle>
          <a:p>
            <a:endParaRPr lang="ru-RU"/>
          </a:p>
        </p:txBody>
      </p:sp>
      <p:sp>
        <p:nvSpPr>
          <p:cNvPr id="28" name="Text Placeholder 9">
            <a:extLst>
              <a:ext uri="{FF2B5EF4-FFF2-40B4-BE49-F238E27FC236}">
                <a16:creationId xmlns:a16="http://schemas.microsoft.com/office/drawing/2014/main" id="{750CD8B0-EAFD-E32F-81E7-1A2F164F5CA7}"/>
              </a:ext>
            </a:extLst>
          </p:cNvPr>
          <p:cNvSpPr>
            <a:spLocks noGrp="1"/>
          </p:cNvSpPr>
          <p:nvPr>
            <p:ph type="body" sz="quarter" idx="15" hasCustomPrompt="1"/>
          </p:nvPr>
        </p:nvSpPr>
        <p:spPr>
          <a:xfrm>
            <a:off x="3572709" y="4112132"/>
            <a:ext cx="2846848" cy="341632"/>
          </a:xfrm>
          <a:prstGeom prst="rect">
            <a:avLst/>
          </a:prstGeom>
        </p:spPr>
        <p:txBody>
          <a:bodyPr wrap="square">
            <a:spAutoFit/>
          </a:bodyPr>
          <a:lstStyle>
            <a:lvl1pPr marL="0" indent="0" algn="ctr">
              <a:buNone/>
              <a:defRPr kumimoji="0" lang="en-US" sz="18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name</a:t>
            </a:r>
          </a:p>
        </p:txBody>
      </p:sp>
      <p:sp>
        <p:nvSpPr>
          <p:cNvPr id="29" name="Text Placeholder 9">
            <a:extLst>
              <a:ext uri="{FF2B5EF4-FFF2-40B4-BE49-F238E27FC236}">
                <a16:creationId xmlns:a16="http://schemas.microsoft.com/office/drawing/2014/main" id="{0B1EE2FC-3206-1BE0-E09F-428465FF9160}"/>
              </a:ext>
            </a:extLst>
          </p:cNvPr>
          <p:cNvSpPr>
            <a:spLocks noGrp="1"/>
          </p:cNvSpPr>
          <p:nvPr>
            <p:ph type="body" sz="quarter" idx="16" hasCustomPrompt="1"/>
          </p:nvPr>
        </p:nvSpPr>
        <p:spPr>
          <a:xfrm>
            <a:off x="3572709" y="4474595"/>
            <a:ext cx="2846848" cy="341632"/>
          </a:xfrm>
          <a:prstGeom prst="rect">
            <a:avLst/>
          </a:prstGeom>
        </p:spPr>
        <p:txBody>
          <a:bodyPr wrap="square">
            <a:spAutoFit/>
          </a:bodyPr>
          <a:lstStyle>
            <a:lvl1pPr marL="0" indent="0" algn="ctr">
              <a:buNone/>
              <a:defRPr kumimoji="0" lang="en-US" sz="18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Click to add title</a:t>
            </a:r>
          </a:p>
        </p:txBody>
      </p:sp>
      <p:pic>
        <p:nvPicPr>
          <p:cNvPr id="5" name="Picture 4">
            <a:extLst>
              <a:ext uri="{FF2B5EF4-FFF2-40B4-BE49-F238E27FC236}">
                <a16:creationId xmlns:a16="http://schemas.microsoft.com/office/drawing/2014/main" id="{0F996110-05ED-3AFA-A34A-2762CFE96B1B}"/>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18543366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peaker slide 02">
    <p:spTree>
      <p:nvGrpSpPr>
        <p:cNvPr id="1" name=""/>
        <p:cNvGrpSpPr/>
        <p:nvPr/>
      </p:nvGrpSpPr>
      <p:grpSpPr>
        <a:xfrm>
          <a:off x="0" y="0"/>
          <a:ext cx="0" cy="0"/>
          <a:chOff x="0" y="0"/>
          <a:chExt cx="0" cy="0"/>
        </a:xfrm>
      </p:grpSpPr>
      <p:pic>
        <p:nvPicPr>
          <p:cNvPr id="37" name="Picture 15">
            <a:extLst>
              <a:ext uri="{FF2B5EF4-FFF2-40B4-BE49-F238E27FC236}">
                <a16:creationId xmlns:a16="http://schemas.microsoft.com/office/drawing/2014/main" id="{5D81988E-48F2-F94B-4886-1F3512FF80A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671888" y="1"/>
            <a:ext cx="8520112" cy="6857998"/>
          </a:xfrm>
          <a:prstGeom prst="rect">
            <a:avLst/>
          </a:prstGeom>
        </p:spPr>
      </p:pic>
      <p:sp>
        <p:nvSpPr>
          <p:cNvPr id="4" name="Rectangle 5">
            <a:extLst>
              <a:ext uri="{FF2B5EF4-FFF2-40B4-BE49-F238E27FC236}">
                <a16:creationId xmlns:a16="http://schemas.microsoft.com/office/drawing/2014/main" id="{550FF4C4-FE59-0C80-09FF-2D011D077120}"/>
              </a:ext>
            </a:extLst>
          </p:cNvPr>
          <p:cNvSpPr/>
          <p:nvPr userDrawn="1"/>
        </p:nvSpPr>
        <p:spPr>
          <a:xfrm flipH="1">
            <a:off x="3671887" y="1"/>
            <a:ext cx="8520112" cy="6857998"/>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chemeClr val="bg1"/>
              </a:solidFill>
              <a:effectLst/>
              <a:uLnTx/>
              <a:uFillTx/>
              <a:latin typeface="Lato"/>
              <a:ea typeface="+mn-ea"/>
              <a:cs typeface="+mn-cs"/>
            </a:endParaRPr>
          </a:p>
        </p:txBody>
      </p:sp>
      <p:cxnSp>
        <p:nvCxnSpPr>
          <p:cNvPr id="41" name="Straight Connector 6">
            <a:extLst>
              <a:ext uri="{FF2B5EF4-FFF2-40B4-BE49-F238E27FC236}">
                <a16:creationId xmlns:a16="http://schemas.microsoft.com/office/drawing/2014/main" id="{F68FEFB2-748C-47CC-17F8-1D9E0FD6C0E9}"/>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sp>
        <p:nvSpPr>
          <p:cNvPr id="42" name="Rectangle: Rounded Corners 41">
            <a:extLst>
              <a:ext uri="{FF2B5EF4-FFF2-40B4-BE49-F238E27FC236}">
                <a16:creationId xmlns:a16="http://schemas.microsoft.com/office/drawing/2014/main" id="{861CA2C1-DF61-ABBB-2FFB-04C12E2D8574}"/>
              </a:ext>
            </a:extLst>
          </p:cNvPr>
          <p:cNvSpPr/>
          <p:nvPr userDrawn="1"/>
        </p:nvSpPr>
        <p:spPr>
          <a:xfrm>
            <a:off x="4657797" y="1522275"/>
            <a:ext cx="3160021" cy="3407944"/>
          </a:xfrm>
          <a:prstGeom prst="roundRect">
            <a:avLst>
              <a:gd name="adj" fmla="val 9178"/>
            </a:avLst>
          </a:prstGeom>
          <a:no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FFFFFF"/>
              </a:solidFill>
              <a:effectLst/>
              <a:uLnTx/>
              <a:uFillTx/>
              <a:ea typeface="+mn-ea"/>
              <a:cs typeface="+mn-cs"/>
            </a:endParaRPr>
          </a:p>
        </p:txBody>
      </p:sp>
      <p:sp>
        <p:nvSpPr>
          <p:cNvPr id="46" name="Rectangle: Rounded Corners 45">
            <a:extLst>
              <a:ext uri="{FF2B5EF4-FFF2-40B4-BE49-F238E27FC236}">
                <a16:creationId xmlns:a16="http://schemas.microsoft.com/office/drawing/2014/main" id="{96747F6A-EB51-4021-3223-4CDE687CB4A2}"/>
              </a:ext>
            </a:extLst>
          </p:cNvPr>
          <p:cNvSpPr/>
          <p:nvPr userDrawn="1"/>
        </p:nvSpPr>
        <p:spPr>
          <a:xfrm>
            <a:off x="8357465" y="1522275"/>
            <a:ext cx="3160021" cy="3407944"/>
          </a:xfrm>
          <a:prstGeom prst="roundRect">
            <a:avLst>
              <a:gd name="adj" fmla="val 9178"/>
            </a:avLst>
          </a:prstGeom>
          <a:no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noFill/>
              <a:effectLst/>
              <a:uLnTx/>
              <a:uFillTx/>
              <a:ea typeface="+mn-ea"/>
              <a:cs typeface="+mn-cs"/>
            </a:endParaRPr>
          </a:p>
        </p:txBody>
      </p:sp>
      <p:cxnSp>
        <p:nvCxnSpPr>
          <p:cNvPr id="57" name="Straight Connector 6">
            <a:extLst>
              <a:ext uri="{FF2B5EF4-FFF2-40B4-BE49-F238E27FC236}">
                <a16:creationId xmlns:a16="http://schemas.microsoft.com/office/drawing/2014/main" id="{BA37A82F-94CE-31BF-3B1A-233E2EC832D3}"/>
              </a:ext>
            </a:extLst>
          </p:cNvPr>
          <p:cNvCxnSpPr>
            <a:cxnSpLocks/>
          </p:cNvCxnSpPr>
          <p:nvPr userDrawn="1"/>
        </p:nvCxnSpPr>
        <p:spPr>
          <a:xfrm>
            <a:off x="4657797" y="1522275"/>
            <a:ext cx="0" cy="1915340"/>
          </a:xfrm>
          <a:prstGeom prst="line">
            <a:avLst/>
          </a:prstGeom>
          <a:noFill/>
          <a:ln w="6350" cap="flat" cmpd="sng" algn="ctr">
            <a:solidFill>
              <a:srgbClr val="D31B2C"/>
            </a:solidFill>
            <a:prstDash val="solid"/>
            <a:miter lim="800000"/>
          </a:ln>
          <a:effectLst/>
        </p:spPr>
      </p:cxnSp>
      <p:cxnSp>
        <p:nvCxnSpPr>
          <p:cNvPr id="58" name="Straight Connector 6">
            <a:extLst>
              <a:ext uri="{FF2B5EF4-FFF2-40B4-BE49-F238E27FC236}">
                <a16:creationId xmlns:a16="http://schemas.microsoft.com/office/drawing/2014/main" id="{CA3FAC85-905E-8ADC-A12E-6671BEAF39F8}"/>
              </a:ext>
            </a:extLst>
          </p:cNvPr>
          <p:cNvCxnSpPr>
            <a:cxnSpLocks/>
          </p:cNvCxnSpPr>
          <p:nvPr userDrawn="1"/>
        </p:nvCxnSpPr>
        <p:spPr>
          <a:xfrm>
            <a:off x="8357466" y="1522275"/>
            <a:ext cx="0" cy="1915340"/>
          </a:xfrm>
          <a:prstGeom prst="line">
            <a:avLst/>
          </a:prstGeom>
          <a:noFill/>
          <a:ln w="6350" cap="flat" cmpd="sng" algn="ctr">
            <a:solidFill>
              <a:srgbClr val="D31B2C"/>
            </a:solidFill>
            <a:prstDash val="solid"/>
            <a:miter lim="800000"/>
          </a:ln>
          <a:effectLst/>
        </p:spPr>
      </p:cxnSp>
      <p:sp>
        <p:nvSpPr>
          <p:cNvPr id="59" name="Text Placeholder 9">
            <a:extLst>
              <a:ext uri="{FF2B5EF4-FFF2-40B4-BE49-F238E27FC236}">
                <a16:creationId xmlns:a16="http://schemas.microsoft.com/office/drawing/2014/main" id="{44D6C526-F726-EAF8-011C-CBD99876D1C4}"/>
              </a:ext>
            </a:extLst>
          </p:cNvPr>
          <p:cNvSpPr>
            <a:spLocks noGrp="1"/>
          </p:cNvSpPr>
          <p:nvPr userDrawn="1">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60" name="Text Placeholder 9">
            <a:extLst>
              <a:ext uri="{FF2B5EF4-FFF2-40B4-BE49-F238E27FC236}">
                <a16:creationId xmlns:a16="http://schemas.microsoft.com/office/drawing/2014/main" id="{19281312-0881-CA13-BABE-BD621D9DCA21}"/>
              </a:ext>
            </a:extLst>
          </p:cNvPr>
          <p:cNvSpPr>
            <a:spLocks noGrp="1"/>
          </p:cNvSpPr>
          <p:nvPr userDrawn="1">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
        <p:nvSpPr>
          <p:cNvPr id="61" name="Picture Placeholder 26">
            <a:extLst>
              <a:ext uri="{FF2B5EF4-FFF2-40B4-BE49-F238E27FC236}">
                <a16:creationId xmlns:a16="http://schemas.microsoft.com/office/drawing/2014/main" id="{2C890884-8F90-1B8C-0583-701DAF17CD13}"/>
              </a:ext>
            </a:extLst>
          </p:cNvPr>
          <p:cNvSpPr>
            <a:spLocks noGrp="1"/>
          </p:cNvSpPr>
          <p:nvPr userDrawn="1">
            <p:ph type="pic" sz="quarter" idx="14"/>
          </p:nvPr>
        </p:nvSpPr>
        <p:spPr>
          <a:xfrm>
            <a:off x="4274610" y="3437616"/>
            <a:ext cx="1232782" cy="1409829"/>
          </a:xfrm>
          <a:prstGeom prst="rect">
            <a:avLst/>
          </a:prstGeom>
        </p:spPr>
        <p:txBody>
          <a:bodyPr anchor="ctr"/>
          <a:lstStyle>
            <a:lvl1pPr marL="0" indent="0" algn="ctr">
              <a:buNone/>
              <a:defRPr sz="2400">
                <a:solidFill>
                  <a:schemeClr val="bg1"/>
                </a:solidFill>
              </a:defRPr>
            </a:lvl1pPr>
          </a:lstStyle>
          <a:p>
            <a:endParaRPr lang="ru-RU"/>
          </a:p>
        </p:txBody>
      </p:sp>
      <p:sp>
        <p:nvSpPr>
          <p:cNvPr id="65" name="Picture Placeholder 26">
            <a:extLst>
              <a:ext uri="{FF2B5EF4-FFF2-40B4-BE49-F238E27FC236}">
                <a16:creationId xmlns:a16="http://schemas.microsoft.com/office/drawing/2014/main" id="{9B4E7A95-1F7C-F4B4-24DF-04B561DB0F00}"/>
              </a:ext>
            </a:extLst>
          </p:cNvPr>
          <p:cNvSpPr>
            <a:spLocks noGrp="1"/>
          </p:cNvSpPr>
          <p:nvPr userDrawn="1">
            <p:ph type="pic" sz="quarter" idx="15"/>
          </p:nvPr>
        </p:nvSpPr>
        <p:spPr>
          <a:xfrm>
            <a:off x="7975703" y="3437616"/>
            <a:ext cx="1232782" cy="1409829"/>
          </a:xfrm>
          <a:prstGeom prst="rect">
            <a:avLst/>
          </a:prstGeom>
        </p:spPr>
        <p:txBody>
          <a:bodyPr anchor="ctr"/>
          <a:lstStyle>
            <a:lvl1pPr marL="0" indent="0" algn="ctr">
              <a:buNone/>
              <a:defRPr sz="2400">
                <a:solidFill>
                  <a:schemeClr val="bg1"/>
                </a:solidFill>
              </a:defRPr>
            </a:lvl1pPr>
          </a:lstStyle>
          <a:p>
            <a:endParaRPr lang="ru-RU"/>
          </a:p>
        </p:txBody>
      </p:sp>
      <p:sp>
        <p:nvSpPr>
          <p:cNvPr id="70" name="Text Placeholder 69">
            <a:extLst>
              <a:ext uri="{FF2B5EF4-FFF2-40B4-BE49-F238E27FC236}">
                <a16:creationId xmlns:a16="http://schemas.microsoft.com/office/drawing/2014/main" id="{1A2B5E6C-A7FA-A7BB-BAA4-F3E1FA00884C}"/>
              </a:ext>
            </a:extLst>
          </p:cNvPr>
          <p:cNvSpPr>
            <a:spLocks noGrp="1"/>
          </p:cNvSpPr>
          <p:nvPr userDrawn="1">
            <p:ph type="body" sz="quarter" idx="18" hasCustomPrompt="1"/>
          </p:nvPr>
        </p:nvSpPr>
        <p:spPr>
          <a:xfrm>
            <a:off x="4892425" y="2184873"/>
            <a:ext cx="2690763" cy="1031663"/>
          </a:xfrm>
          <a:prstGeom prst="rect">
            <a:avLst/>
          </a:prstGeom>
        </p:spPr>
        <p:txBody>
          <a:bodyPr/>
          <a:lstStyle>
            <a:lvl1pPr marL="0" indent="0">
              <a:buNone/>
              <a:defRPr lang="en-US" sz="1800" kern="1200" dirty="0" smtClean="0">
                <a:solidFill>
                  <a:schemeClr val="bg1"/>
                </a:solidFill>
                <a:latin typeface="Lato" panose="020F0502020204030203" pitchFamily="34" charset="77"/>
                <a:ea typeface="+mn-ea"/>
                <a:cs typeface="+mn-cs"/>
              </a:defRPr>
            </a:lvl1pPr>
            <a:lvl2pPr marL="457200" indent="0">
              <a:buNone/>
              <a:defRPr lang="en-US" sz="1800" kern="1200" dirty="0" smtClean="0">
                <a:solidFill>
                  <a:srgbClr val="FFFFFF"/>
                </a:solidFill>
                <a:latin typeface="Lato" panose="020F0502020204030203" pitchFamily="34" charset="77"/>
                <a:ea typeface="+mn-ea"/>
                <a:cs typeface="+mn-cs"/>
              </a:defRPr>
            </a:lvl2pPr>
            <a:lvl3pPr marL="914400" indent="0">
              <a:buNone/>
              <a:defRPr lang="en-US" sz="1800" kern="1200" dirty="0" smtClean="0">
                <a:solidFill>
                  <a:srgbClr val="FFFFFF"/>
                </a:solidFill>
                <a:latin typeface="Lato" panose="020F0502020204030203" pitchFamily="34" charset="77"/>
                <a:ea typeface="+mn-ea"/>
                <a:cs typeface="+mn-cs"/>
              </a:defRPr>
            </a:lvl3pPr>
            <a:lvl4pPr marL="1371600" indent="0">
              <a:buNone/>
              <a:defRPr lang="en-US" sz="1800" kern="1200" dirty="0" smtClean="0">
                <a:solidFill>
                  <a:srgbClr val="FFFFFF"/>
                </a:solidFill>
                <a:latin typeface="Lato" panose="020F0502020204030203" pitchFamily="34" charset="77"/>
                <a:ea typeface="+mn-ea"/>
                <a:cs typeface="+mn-cs"/>
              </a:defRPr>
            </a:lvl4pPr>
            <a:lvl5pPr marL="1828800" indent="0">
              <a:buNone/>
              <a:defRPr lang="ru-RU" sz="1800" kern="1200" dirty="0">
                <a:solidFill>
                  <a:srgbClr val="FFFFFF"/>
                </a:solidFill>
                <a:latin typeface="Lato" panose="020F0502020204030203" pitchFamily="34" charset="77"/>
                <a:ea typeface="+mn-ea"/>
                <a:cs typeface="+mn-cs"/>
              </a:defRPr>
            </a:lvl5pPr>
          </a:lstStyle>
          <a:p>
            <a:pPr lvl="0"/>
            <a:r>
              <a:rPr lang="en-US"/>
              <a:t>Click to add text</a:t>
            </a:r>
            <a:endParaRPr lang="ru-RU"/>
          </a:p>
        </p:txBody>
      </p:sp>
      <p:sp>
        <p:nvSpPr>
          <p:cNvPr id="72" name="Picture Placeholder 71">
            <a:extLst>
              <a:ext uri="{FF2B5EF4-FFF2-40B4-BE49-F238E27FC236}">
                <a16:creationId xmlns:a16="http://schemas.microsoft.com/office/drawing/2014/main" id="{814A83D3-EF82-48FC-A203-17E6EE311AAA}"/>
              </a:ext>
            </a:extLst>
          </p:cNvPr>
          <p:cNvSpPr>
            <a:spLocks noGrp="1"/>
          </p:cNvSpPr>
          <p:nvPr userDrawn="1">
            <p:ph type="pic" sz="quarter" idx="19" hasCustomPrompt="1"/>
          </p:nvPr>
        </p:nvSpPr>
        <p:spPr>
          <a:xfrm>
            <a:off x="4892425" y="1739901"/>
            <a:ext cx="307976" cy="308406"/>
          </a:xfrm>
          <a:prstGeom prst="rect">
            <a:avLst/>
          </a:prstGeom>
        </p:spPr>
        <p:txBody>
          <a:bodyPr anchor="ctr"/>
          <a:lstStyle>
            <a:lvl1pPr marL="0" indent="0" algn="ctr">
              <a:buNone/>
              <a:defRPr sz="500">
                <a:solidFill>
                  <a:schemeClr val="bg1"/>
                </a:solidFill>
              </a:defRPr>
            </a:lvl1pPr>
          </a:lstStyle>
          <a:p>
            <a:r>
              <a:rPr lang="en-US"/>
              <a:t>Icon</a:t>
            </a:r>
            <a:endParaRPr lang="ru-RU"/>
          </a:p>
        </p:txBody>
      </p:sp>
      <p:sp>
        <p:nvSpPr>
          <p:cNvPr id="74" name="Text Placeholder 69">
            <a:extLst>
              <a:ext uri="{FF2B5EF4-FFF2-40B4-BE49-F238E27FC236}">
                <a16:creationId xmlns:a16="http://schemas.microsoft.com/office/drawing/2014/main" id="{2F090A45-5BD6-483E-1AE9-E1541BCFA8FA}"/>
              </a:ext>
            </a:extLst>
          </p:cNvPr>
          <p:cNvSpPr>
            <a:spLocks noGrp="1"/>
          </p:cNvSpPr>
          <p:nvPr>
            <p:ph type="body" sz="quarter" idx="21" hasCustomPrompt="1"/>
          </p:nvPr>
        </p:nvSpPr>
        <p:spPr>
          <a:xfrm>
            <a:off x="8592094" y="2184873"/>
            <a:ext cx="2690763" cy="1031663"/>
          </a:xfrm>
          <a:prstGeom prst="rect">
            <a:avLst/>
          </a:prstGeom>
        </p:spPr>
        <p:txBody>
          <a:bodyPr/>
          <a:lstStyle>
            <a:lvl1pPr marL="0" indent="0">
              <a:buNone/>
              <a:defRPr lang="en-US" sz="1800" kern="1200" dirty="0" smtClean="0">
                <a:solidFill>
                  <a:schemeClr val="bg1"/>
                </a:solidFill>
                <a:latin typeface="Lato" panose="020F0502020204030203" pitchFamily="34" charset="77"/>
                <a:ea typeface="+mn-ea"/>
                <a:cs typeface="+mn-cs"/>
              </a:defRPr>
            </a:lvl1pPr>
            <a:lvl2pPr marL="457200" indent="0">
              <a:buNone/>
              <a:defRPr lang="en-US" sz="1800" kern="1200" dirty="0" smtClean="0">
                <a:solidFill>
                  <a:srgbClr val="FFFFFF"/>
                </a:solidFill>
                <a:latin typeface="Lato" panose="020F0502020204030203" pitchFamily="34" charset="77"/>
                <a:ea typeface="+mn-ea"/>
                <a:cs typeface="+mn-cs"/>
              </a:defRPr>
            </a:lvl2pPr>
            <a:lvl3pPr marL="914400" indent="0">
              <a:buNone/>
              <a:defRPr lang="en-US" sz="1800" kern="1200" dirty="0" smtClean="0">
                <a:solidFill>
                  <a:srgbClr val="FFFFFF"/>
                </a:solidFill>
                <a:latin typeface="Lato" panose="020F0502020204030203" pitchFamily="34" charset="77"/>
                <a:ea typeface="+mn-ea"/>
                <a:cs typeface="+mn-cs"/>
              </a:defRPr>
            </a:lvl3pPr>
            <a:lvl4pPr marL="1371600" indent="0">
              <a:buNone/>
              <a:defRPr lang="en-US" sz="1800" kern="1200" dirty="0" smtClean="0">
                <a:solidFill>
                  <a:srgbClr val="FFFFFF"/>
                </a:solidFill>
                <a:latin typeface="Lato" panose="020F0502020204030203" pitchFamily="34" charset="77"/>
                <a:ea typeface="+mn-ea"/>
                <a:cs typeface="+mn-cs"/>
              </a:defRPr>
            </a:lvl4pPr>
            <a:lvl5pPr marL="1828800" indent="0">
              <a:buNone/>
              <a:defRPr lang="ru-RU" sz="1800" kern="1200" dirty="0">
                <a:solidFill>
                  <a:srgbClr val="FFFFFF"/>
                </a:solidFill>
                <a:latin typeface="Lato" panose="020F0502020204030203" pitchFamily="34" charset="77"/>
                <a:ea typeface="+mn-ea"/>
                <a:cs typeface="+mn-cs"/>
              </a:defRPr>
            </a:lvl5pPr>
          </a:lstStyle>
          <a:p>
            <a:pPr lvl="0"/>
            <a:r>
              <a:rPr lang="en-US"/>
              <a:t>Click to add text</a:t>
            </a:r>
            <a:endParaRPr lang="ru-RU"/>
          </a:p>
        </p:txBody>
      </p:sp>
      <p:sp>
        <p:nvSpPr>
          <p:cNvPr id="75" name="Picture Placeholder 71">
            <a:extLst>
              <a:ext uri="{FF2B5EF4-FFF2-40B4-BE49-F238E27FC236}">
                <a16:creationId xmlns:a16="http://schemas.microsoft.com/office/drawing/2014/main" id="{C39F4A37-DB4D-4E2D-4262-F7C721F1FD29}"/>
              </a:ext>
            </a:extLst>
          </p:cNvPr>
          <p:cNvSpPr>
            <a:spLocks noGrp="1"/>
          </p:cNvSpPr>
          <p:nvPr>
            <p:ph type="pic" sz="quarter" idx="22" hasCustomPrompt="1"/>
          </p:nvPr>
        </p:nvSpPr>
        <p:spPr>
          <a:xfrm>
            <a:off x="8592094" y="1739469"/>
            <a:ext cx="307976" cy="308406"/>
          </a:xfrm>
          <a:prstGeom prst="rect">
            <a:avLst/>
          </a:prstGeom>
        </p:spPr>
        <p:txBody>
          <a:bodyPr anchor="ctr"/>
          <a:lstStyle>
            <a:lvl1pPr marL="0" indent="0" algn="ctr">
              <a:buNone/>
              <a:defRPr sz="500">
                <a:solidFill>
                  <a:schemeClr val="bg1"/>
                </a:solidFill>
              </a:defRPr>
            </a:lvl1pPr>
          </a:lstStyle>
          <a:p>
            <a:r>
              <a:rPr lang="en-US"/>
              <a:t>Icon</a:t>
            </a:r>
            <a:endParaRPr lang="ru-RU"/>
          </a:p>
        </p:txBody>
      </p:sp>
      <p:sp>
        <p:nvSpPr>
          <p:cNvPr id="78" name="Text Placeholder 9">
            <a:extLst>
              <a:ext uri="{FF2B5EF4-FFF2-40B4-BE49-F238E27FC236}">
                <a16:creationId xmlns:a16="http://schemas.microsoft.com/office/drawing/2014/main" id="{00AD8CC7-5075-7200-240E-D0DD99BBB07B}"/>
              </a:ext>
            </a:extLst>
          </p:cNvPr>
          <p:cNvSpPr>
            <a:spLocks noGrp="1"/>
          </p:cNvSpPr>
          <p:nvPr>
            <p:ph type="body" sz="quarter" idx="23" hasCustomPrompt="1"/>
          </p:nvPr>
        </p:nvSpPr>
        <p:spPr>
          <a:xfrm>
            <a:off x="5688273" y="3914882"/>
            <a:ext cx="1894914" cy="590931"/>
          </a:xfrm>
          <a:prstGeom prst="rect">
            <a:avLst/>
          </a:prstGeom>
        </p:spPr>
        <p:txBody>
          <a:bodyPr wrap="square">
            <a:spAutoFit/>
          </a:bodyPr>
          <a:lstStyle>
            <a:lvl1pPr marL="0" indent="0" algn="l">
              <a:buNone/>
              <a:defRPr kumimoji="0" lang="en-US" sz="18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name</a:t>
            </a:r>
          </a:p>
        </p:txBody>
      </p:sp>
      <p:sp>
        <p:nvSpPr>
          <p:cNvPr id="79" name="Text Placeholder 9">
            <a:extLst>
              <a:ext uri="{FF2B5EF4-FFF2-40B4-BE49-F238E27FC236}">
                <a16:creationId xmlns:a16="http://schemas.microsoft.com/office/drawing/2014/main" id="{8F87BBBC-D799-A35D-F511-EDB58A99A119}"/>
              </a:ext>
            </a:extLst>
          </p:cNvPr>
          <p:cNvSpPr>
            <a:spLocks noGrp="1"/>
          </p:cNvSpPr>
          <p:nvPr>
            <p:ph type="body" sz="quarter" idx="24" hasCustomPrompt="1"/>
          </p:nvPr>
        </p:nvSpPr>
        <p:spPr>
          <a:xfrm>
            <a:off x="5688273" y="4505813"/>
            <a:ext cx="1894914" cy="341632"/>
          </a:xfrm>
          <a:prstGeom prst="rect">
            <a:avLst/>
          </a:prstGeom>
        </p:spPr>
        <p:txBody>
          <a:bodyPr wrap="square">
            <a:spAutoFit/>
          </a:bodyPr>
          <a:lstStyle>
            <a:lvl1pPr marL="0" indent="0" algn="l">
              <a:buNone/>
              <a:defRPr kumimoji="0" lang="en-US" sz="18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Title</a:t>
            </a:r>
          </a:p>
        </p:txBody>
      </p:sp>
      <p:sp>
        <p:nvSpPr>
          <p:cNvPr id="80" name="Text Placeholder 9">
            <a:extLst>
              <a:ext uri="{FF2B5EF4-FFF2-40B4-BE49-F238E27FC236}">
                <a16:creationId xmlns:a16="http://schemas.microsoft.com/office/drawing/2014/main" id="{F7C3EAA6-9485-6A4F-ED0B-275FA57FB974}"/>
              </a:ext>
            </a:extLst>
          </p:cNvPr>
          <p:cNvSpPr>
            <a:spLocks noGrp="1"/>
          </p:cNvSpPr>
          <p:nvPr>
            <p:ph type="body" sz="quarter" idx="25" hasCustomPrompt="1"/>
          </p:nvPr>
        </p:nvSpPr>
        <p:spPr>
          <a:xfrm>
            <a:off x="9387942" y="3914882"/>
            <a:ext cx="1894914" cy="590931"/>
          </a:xfrm>
          <a:prstGeom prst="rect">
            <a:avLst/>
          </a:prstGeom>
        </p:spPr>
        <p:txBody>
          <a:bodyPr wrap="square">
            <a:spAutoFit/>
          </a:bodyPr>
          <a:lstStyle>
            <a:lvl1pPr marL="0" indent="0" algn="l">
              <a:buNone/>
              <a:defRPr kumimoji="0" lang="en-US" sz="18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name</a:t>
            </a:r>
          </a:p>
        </p:txBody>
      </p:sp>
      <p:sp>
        <p:nvSpPr>
          <p:cNvPr id="81" name="Text Placeholder 9">
            <a:extLst>
              <a:ext uri="{FF2B5EF4-FFF2-40B4-BE49-F238E27FC236}">
                <a16:creationId xmlns:a16="http://schemas.microsoft.com/office/drawing/2014/main" id="{442F3514-AA4B-EC70-A18E-39374CD3105E}"/>
              </a:ext>
            </a:extLst>
          </p:cNvPr>
          <p:cNvSpPr>
            <a:spLocks noGrp="1"/>
          </p:cNvSpPr>
          <p:nvPr>
            <p:ph type="body" sz="quarter" idx="26" hasCustomPrompt="1"/>
          </p:nvPr>
        </p:nvSpPr>
        <p:spPr>
          <a:xfrm>
            <a:off x="9387942" y="4505813"/>
            <a:ext cx="1894914" cy="341632"/>
          </a:xfrm>
          <a:prstGeom prst="rect">
            <a:avLst/>
          </a:prstGeom>
        </p:spPr>
        <p:txBody>
          <a:bodyPr wrap="square">
            <a:spAutoFit/>
          </a:bodyPr>
          <a:lstStyle>
            <a:lvl1pPr marL="0" indent="0" algn="l">
              <a:buNone/>
              <a:defRPr kumimoji="0" lang="en-US" sz="18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Title</a:t>
            </a:r>
          </a:p>
        </p:txBody>
      </p:sp>
      <p:pic>
        <p:nvPicPr>
          <p:cNvPr id="5" name="Picture 4">
            <a:extLst>
              <a:ext uri="{FF2B5EF4-FFF2-40B4-BE49-F238E27FC236}">
                <a16:creationId xmlns:a16="http://schemas.microsoft.com/office/drawing/2014/main" id="{A6FAE1CF-7431-8427-8822-2EB005C6AF96}"/>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
        <p:nvSpPr>
          <p:cNvPr id="6" name="Text Placeholder 9">
            <a:extLst>
              <a:ext uri="{FF2B5EF4-FFF2-40B4-BE49-F238E27FC236}">
                <a16:creationId xmlns:a16="http://schemas.microsoft.com/office/drawing/2014/main" id="{FE10B196-ADE0-F194-6100-2E7AEB78D15D}"/>
              </a:ext>
            </a:extLst>
          </p:cNvPr>
          <p:cNvSpPr>
            <a:spLocks noGrp="1"/>
          </p:cNvSpPr>
          <p:nvPr>
            <p:ph type="body" sz="quarter" idx="27" hasCustomPrompt="1"/>
          </p:nvPr>
        </p:nvSpPr>
        <p:spPr>
          <a:xfrm>
            <a:off x="5261443" y="1742671"/>
            <a:ext cx="2321739" cy="302866"/>
          </a:xfrm>
          <a:prstGeom prst="rect">
            <a:avLst/>
          </a:prstGeom>
        </p:spPr>
        <p:txBody>
          <a:bodyPr wrap="square">
            <a:noAutofit/>
          </a:bodyPr>
          <a:lstStyle>
            <a:lvl1pPr marL="0" indent="0" algn="l">
              <a:buNone/>
              <a:defRPr kumimoji="0" lang="en-US" sz="14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Date, time</a:t>
            </a:r>
          </a:p>
        </p:txBody>
      </p:sp>
      <p:sp>
        <p:nvSpPr>
          <p:cNvPr id="7" name="Text Placeholder 9">
            <a:extLst>
              <a:ext uri="{FF2B5EF4-FFF2-40B4-BE49-F238E27FC236}">
                <a16:creationId xmlns:a16="http://schemas.microsoft.com/office/drawing/2014/main" id="{8FAF0FE2-26D6-D574-BBD7-48369D8079CB}"/>
              </a:ext>
            </a:extLst>
          </p:cNvPr>
          <p:cNvSpPr>
            <a:spLocks noGrp="1"/>
          </p:cNvSpPr>
          <p:nvPr>
            <p:ph type="body" sz="quarter" idx="28" hasCustomPrompt="1"/>
          </p:nvPr>
        </p:nvSpPr>
        <p:spPr>
          <a:xfrm>
            <a:off x="8961113" y="1742671"/>
            <a:ext cx="2321739" cy="302866"/>
          </a:xfrm>
          <a:prstGeom prst="rect">
            <a:avLst/>
          </a:prstGeom>
        </p:spPr>
        <p:txBody>
          <a:bodyPr wrap="square">
            <a:noAutofit/>
          </a:bodyPr>
          <a:lstStyle>
            <a:lvl1pPr marL="0" indent="0" algn="l">
              <a:buNone/>
              <a:defRPr kumimoji="0" lang="en-US" sz="1400" b="0" i="0" u="none" strike="noStrike" kern="0" cap="none" spc="0" normalizeH="0" baseline="0" dirty="0">
                <a:ln>
                  <a:noFill/>
                </a:ln>
                <a:solidFill>
                  <a:schemeClr val="bg1"/>
                </a:solidFill>
                <a:effectLst/>
                <a:uLnTx/>
                <a:uFillTx/>
                <a:latin typeface="Lato Light" panose="020F0302020204030203" pitchFamily="34" charset="0"/>
                <a:ea typeface="+mn-ea"/>
                <a:cs typeface="+mn-cs"/>
              </a:defRPr>
            </a:lvl1pPr>
          </a:lstStyle>
          <a:p>
            <a:pPr lvl="0"/>
            <a:r>
              <a:rPr lang="en-US"/>
              <a:t>Date, time</a:t>
            </a:r>
          </a:p>
        </p:txBody>
      </p:sp>
    </p:spTree>
    <p:extLst>
      <p:ext uri="{BB962C8B-B14F-4D97-AF65-F5344CB8AC3E}">
        <p14:creationId xmlns:p14="http://schemas.microsoft.com/office/powerpoint/2010/main" val="37728469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cept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B7595C-4E38-4C58-72E6-FADDA612EA30}"/>
              </a:ext>
            </a:extLst>
          </p:cNvPr>
          <p:cNvSpPr/>
          <p:nvPr userDrawn="1"/>
        </p:nvSpPr>
        <p:spPr>
          <a:xfrm>
            <a:off x="0" y="0"/>
            <a:ext cx="2763386" cy="6868544"/>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Lato"/>
              <a:ea typeface="+mn-ea"/>
              <a:cs typeface="+mn-cs"/>
            </a:endParaRPr>
          </a:p>
        </p:txBody>
      </p:sp>
      <p:cxnSp>
        <p:nvCxnSpPr>
          <p:cNvPr id="13" name="Straight Connector 6">
            <a:extLst>
              <a:ext uri="{FF2B5EF4-FFF2-40B4-BE49-F238E27FC236}">
                <a16:creationId xmlns:a16="http://schemas.microsoft.com/office/drawing/2014/main" id="{7D083C62-BF55-1753-E664-30218DD0018C}"/>
              </a:ext>
            </a:extLst>
          </p:cNvPr>
          <p:cNvCxnSpPr>
            <a:cxnSpLocks/>
          </p:cNvCxnSpPr>
          <p:nvPr userDrawn="1"/>
        </p:nvCxnSpPr>
        <p:spPr>
          <a:xfrm flipH="1">
            <a:off x="0" y="3135086"/>
            <a:ext cx="603849" cy="0"/>
          </a:xfrm>
          <a:prstGeom prst="line">
            <a:avLst/>
          </a:prstGeom>
          <a:noFill/>
          <a:ln w="25400" cap="flat" cmpd="sng" algn="ctr">
            <a:solidFill>
              <a:srgbClr val="D31B2C"/>
            </a:solidFill>
            <a:prstDash val="solid"/>
            <a:miter lim="800000"/>
          </a:ln>
          <a:effectLst/>
        </p:spPr>
      </p:cxnSp>
      <p:sp>
        <p:nvSpPr>
          <p:cNvPr id="14" name="Text Placeholder 9">
            <a:extLst>
              <a:ext uri="{FF2B5EF4-FFF2-40B4-BE49-F238E27FC236}">
                <a16:creationId xmlns:a16="http://schemas.microsoft.com/office/drawing/2014/main" id="{73A0E11B-6C1E-7890-914E-A62D3E2552A3}"/>
              </a:ext>
            </a:extLst>
          </p:cNvPr>
          <p:cNvSpPr>
            <a:spLocks noGrp="1"/>
          </p:cNvSpPr>
          <p:nvPr>
            <p:ph type="body" sz="quarter" idx="11" hasCustomPrompt="1"/>
          </p:nvPr>
        </p:nvSpPr>
        <p:spPr>
          <a:xfrm>
            <a:off x="765717" y="2936557"/>
            <a:ext cx="4282533" cy="466281"/>
          </a:xfrm>
          <a:prstGeom prst="rect">
            <a:avLst/>
          </a:prstGeom>
        </p:spPr>
        <p:txBody>
          <a:bodyPr wrap="square">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 and text</a:t>
            </a:r>
          </a:p>
        </p:txBody>
      </p:sp>
      <p:pic>
        <p:nvPicPr>
          <p:cNvPr id="2" name="Picture 1">
            <a:extLst>
              <a:ext uri="{FF2B5EF4-FFF2-40B4-BE49-F238E27FC236}">
                <a16:creationId xmlns:a16="http://schemas.microsoft.com/office/drawing/2014/main" id="{6D9738AD-6674-7F01-9548-A34D7B0FEC76}"/>
              </a:ext>
            </a:extLst>
          </p:cNvPr>
          <p:cNvPicPr>
            <a:picLocks noChangeAspect="1"/>
          </p:cNvPicPr>
          <p:nvPr userDrawn="1"/>
        </p:nvPicPr>
        <p:blipFill>
          <a:blip r:embed="rId2"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41466787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subtitle_0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D5CC00E-D8D3-8F3B-1CC1-9A9043951E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6095999" cy="6858000"/>
          </a:xfrm>
          <a:prstGeom prst="rect">
            <a:avLst/>
          </a:prstGeom>
        </p:spPr>
      </p:pic>
      <p:sp>
        <p:nvSpPr>
          <p:cNvPr id="8" name="Rectangle 7">
            <a:extLst>
              <a:ext uri="{FF2B5EF4-FFF2-40B4-BE49-F238E27FC236}">
                <a16:creationId xmlns:a16="http://schemas.microsoft.com/office/drawing/2014/main" id="{B6612CCD-9326-864C-CDF7-A1C7D50B1F03}"/>
              </a:ext>
            </a:extLst>
          </p:cNvPr>
          <p:cNvSpPr/>
          <p:nvPr userDrawn="1"/>
        </p:nvSpPr>
        <p:spPr>
          <a:xfrm>
            <a:off x="1" y="0"/>
            <a:ext cx="6095999" cy="6858000"/>
          </a:xfrm>
          <a:prstGeom prst="rect">
            <a:avLst/>
          </a:prstGeom>
          <a:gradFill flip="none" rotWithShape="1">
            <a:gsLst>
              <a:gs pos="0">
                <a:srgbClr val="FFFFFF"/>
              </a:gs>
              <a:gs pos="100000">
                <a:srgbClr val="FFFFFF">
                  <a:alpha val="95000"/>
                </a:srgb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FFFFFF"/>
              </a:solidFill>
              <a:effectLst/>
              <a:uLnTx/>
              <a:uFillTx/>
              <a:ea typeface="+mn-ea"/>
              <a:cs typeface="+mn-cs"/>
            </a:endParaRPr>
          </a:p>
        </p:txBody>
      </p:sp>
      <p:cxnSp>
        <p:nvCxnSpPr>
          <p:cNvPr id="4" name="Straight Connector 6">
            <a:extLst>
              <a:ext uri="{FF2B5EF4-FFF2-40B4-BE49-F238E27FC236}">
                <a16:creationId xmlns:a16="http://schemas.microsoft.com/office/drawing/2014/main" id="{66246435-D090-821A-9623-6F570204B699}"/>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Placeholder 9">
            <a:extLst>
              <a:ext uri="{FF2B5EF4-FFF2-40B4-BE49-F238E27FC236}">
                <a16:creationId xmlns:a16="http://schemas.microsoft.com/office/drawing/2014/main" id="{77EEBAFF-AF7E-A792-62CF-8C5BA20F3966}"/>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6" name="Text Placeholder 9">
            <a:extLst>
              <a:ext uri="{FF2B5EF4-FFF2-40B4-BE49-F238E27FC236}">
                <a16:creationId xmlns:a16="http://schemas.microsoft.com/office/drawing/2014/main" id="{56294167-A6B3-C93D-F827-E5FDB26C6378}"/>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pic>
        <p:nvPicPr>
          <p:cNvPr id="6" name="Picture 5">
            <a:extLst>
              <a:ext uri="{FF2B5EF4-FFF2-40B4-BE49-F238E27FC236}">
                <a16:creationId xmlns:a16="http://schemas.microsoft.com/office/drawing/2014/main" id="{BCD5534E-9641-2ECA-8056-94AE594BA888}"/>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7098074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subtitle_02">
    <p:spTree>
      <p:nvGrpSpPr>
        <p:cNvPr id="1" name=""/>
        <p:cNvGrpSpPr/>
        <p:nvPr/>
      </p:nvGrpSpPr>
      <p:grpSpPr>
        <a:xfrm>
          <a:off x="0" y="0"/>
          <a:ext cx="0" cy="0"/>
          <a:chOff x="0" y="0"/>
          <a:chExt cx="0" cy="0"/>
        </a:xfrm>
      </p:grpSpPr>
      <p:pic>
        <p:nvPicPr>
          <p:cNvPr id="10" name="Picture 15">
            <a:extLst>
              <a:ext uri="{FF2B5EF4-FFF2-40B4-BE49-F238E27FC236}">
                <a16:creationId xmlns:a16="http://schemas.microsoft.com/office/drawing/2014/main" id="{FFD0D3E0-90C7-0BD1-6CFE-17824F6C63E3}"/>
              </a:ext>
            </a:extLst>
          </p:cNvPr>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a:stretch/>
        </p:blipFill>
        <p:spPr>
          <a:xfrm flipH="1">
            <a:off x="3671887" y="0"/>
            <a:ext cx="8520111" cy="6858000"/>
          </a:xfrm>
          <a:prstGeom prst="rect">
            <a:avLst/>
          </a:prstGeom>
        </p:spPr>
      </p:pic>
      <p:sp>
        <p:nvSpPr>
          <p:cNvPr id="11" name="Rectangle 10">
            <a:extLst>
              <a:ext uri="{FF2B5EF4-FFF2-40B4-BE49-F238E27FC236}">
                <a16:creationId xmlns:a16="http://schemas.microsoft.com/office/drawing/2014/main" id="{E776FE36-E958-CBE7-81CB-C9344F413F3F}"/>
              </a:ext>
            </a:extLst>
          </p:cNvPr>
          <p:cNvSpPr/>
          <p:nvPr userDrawn="1"/>
        </p:nvSpPr>
        <p:spPr>
          <a:xfrm flipH="1">
            <a:off x="3671888" y="0"/>
            <a:ext cx="8520112" cy="6858000"/>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pic>
        <p:nvPicPr>
          <p:cNvPr id="3" name="Picture 2">
            <a:extLst>
              <a:ext uri="{FF2B5EF4-FFF2-40B4-BE49-F238E27FC236}">
                <a16:creationId xmlns:a16="http://schemas.microsoft.com/office/drawing/2014/main" id="{266EFE17-A0AE-2121-2923-A3C0AD7D515A}"/>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cxnSp>
        <p:nvCxnSpPr>
          <p:cNvPr id="4" name="Straight Connector 6">
            <a:extLst>
              <a:ext uri="{FF2B5EF4-FFF2-40B4-BE49-F238E27FC236}">
                <a16:creationId xmlns:a16="http://schemas.microsoft.com/office/drawing/2014/main" id="{66246435-D090-821A-9623-6F570204B699}"/>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Placeholder 9">
            <a:extLst>
              <a:ext uri="{FF2B5EF4-FFF2-40B4-BE49-F238E27FC236}">
                <a16:creationId xmlns:a16="http://schemas.microsoft.com/office/drawing/2014/main" id="{77EEBAFF-AF7E-A792-62CF-8C5BA20F3966}"/>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6" name="Text Placeholder 9">
            <a:extLst>
              <a:ext uri="{FF2B5EF4-FFF2-40B4-BE49-F238E27FC236}">
                <a16:creationId xmlns:a16="http://schemas.microsoft.com/office/drawing/2014/main" id="{56294167-A6B3-C93D-F827-E5FDB26C6378}"/>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spTree>
    <p:extLst>
      <p:ext uri="{BB962C8B-B14F-4D97-AF65-F5344CB8AC3E}">
        <p14:creationId xmlns:p14="http://schemas.microsoft.com/office/powerpoint/2010/main" val="747302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subtitle_03">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A789998-B7ED-9F9D-C1DF-3F86D7729A2E}"/>
              </a:ext>
            </a:extLst>
          </p:cNvPr>
          <p:cNvGrpSpPr/>
          <p:nvPr userDrawn="1"/>
        </p:nvGrpSpPr>
        <p:grpSpPr>
          <a:xfrm>
            <a:off x="3671888" y="0"/>
            <a:ext cx="8520112" cy="6858000"/>
            <a:chOff x="3671888" y="0"/>
            <a:chExt cx="8520112" cy="6858000"/>
          </a:xfrm>
        </p:grpSpPr>
        <p:pic>
          <p:nvPicPr>
            <p:cNvPr id="10" name="Picture 15">
              <a:extLst>
                <a:ext uri="{FF2B5EF4-FFF2-40B4-BE49-F238E27FC236}">
                  <a16:creationId xmlns:a16="http://schemas.microsoft.com/office/drawing/2014/main" id="{358DE005-F025-468F-831F-42B65FCC3ECF}"/>
                </a:ext>
              </a:extLst>
            </p:cNvPr>
            <p:cNvPicPr>
              <a:picLocks noChangeAspect="1"/>
            </p:cNvPicPr>
            <p:nvPr/>
          </p:nvPicPr>
          <p:blipFill rotWithShape="1">
            <a:blip r:embed="rId2" cstate="screen">
              <a:alphaModFix amt="50000"/>
              <a:extLst>
                <a:ext uri="{28A0092B-C50C-407E-A947-70E740481C1C}">
                  <a14:useLocalDpi xmlns:a14="http://schemas.microsoft.com/office/drawing/2010/main"/>
                </a:ext>
              </a:extLst>
            </a:blip>
            <a:srcRect b="-1"/>
            <a:stretch/>
          </p:blipFill>
          <p:spPr>
            <a:xfrm>
              <a:off x="3671888" y="0"/>
              <a:ext cx="8520111" cy="6858000"/>
            </a:xfrm>
            <a:prstGeom prst="rect">
              <a:avLst/>
            </a:prstGeom>
          </p:spPr>
        </p:pic>
        <p:sp>
          <p:nvSpPr>
            <p:cNvPr id="11" name="Rectangle 10">
              <a:extLst>
                <a:ext uri="{FF2B5EF4-FFF2-40B4-BE49-F238E27FC236}">
                  <a16:creationId xmlns:a16="http://schemas.microsoft.com/office/drawing/2014/main" id="{8B58E6AE-9E56-E2D2-9FFC-5BCFF4FC979C}"/>
                </a:ext>
              </a:extLst>
            </p:cNvPr>
            <p:cNvSpPr/>
            <p:nvPr/>
          </p:nvSpPr>
          <p:spPr>
            <a:xfrm flipH="1">
              <a:off x="3671888" y="0"/>
              <a:ext cx="8520112" cy="6858000"/>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grpSp>
      <p:cxnSp>
        <p:nvCxnSpPr>
          <p:cNvPr id="4" name="Straight Connector 6">
            <a:extLst>
              <a:ext uri="{FF2B5EF4-FFF2-40B4-BE49-F238E27FC236}">
                <a16:creationId xmlns:a16="http://schemas.microsoft.com/office/drawing/2014/main" id="{66246435-D090-821A-9623-6F570204B699}"/>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Placeholder 9">
            <a:extLst>
              <a:ext uri="{FF2B5EF4-FFF2-40B4-BE49-F238E27FC236}">
                <a16:creationId xmlns:a16="http://schemas.microsoft.com/office/drawing/2014/main" id="{77EEBAFF-AF7E-A792-62CF-8C5BA20F3966}"/>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6" name="Text Placeholder 9">
            <a:extLst>
              <a:ext uri="{FF2B5EF4-FFF2-40B4-BE49-F238E27FC236}">
                <a16:creationId xmlns:a16="http://schemas.microsoft.com/office/drawing/2014/main" id="{56294167-A6B3-C93D-F827-E5FDB26C6378}"/>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pic>
        <p:nvPicPr>
          <p:cNvPr id="13" name="Picture 12">
            <a:extLst>
              <a:ext uri="{FF2B5EF4-FFF2-40B4-BE49-F238E27FC236}">
                <a16:creationId xmlns:a16="http://schemas.microsoft.com/office/drawing/2014/main" id="{86159074-1CA3-A88E-5E02-52530BFFB3C4}"/>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7324951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subtitle_0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83D51B-1EA6-7484-5956-316BF02BBF60}"/>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3671889" y="0"/>
            <a:ext cx="8520111" cy="6858000"/>
          </a:xfrm>
          <a:prstGeom prst="rect">
            <a:avLst/>
          </a:prstGeom>
        </p:spPr>
      </p:pic>
      <p:sp>
        <p:nvSpPr>
          <p:cNvPr id="3" name="Rectangle 2">
            <a:extLst>
              <a:ext uri="{FF2B5EF4-FFF2-40B4-BE49-F238E27FC236}">
                <a16:creationId xmlns:a16="http://schemas.microsoft.com/office/drawing/2014/main" id="{63D67AC2-FAF4-E67E-220E-42F246674122}"/>
              </a:ext>
            </a:extLst>
          </p:cNvPr>
          <p:cNvSpPr/>
          <p:nvPr userDrawn="1"/>
        </p:nvSpPr>
        <p:spPr>
          <a:xfrm flipH="1">
            <a:off x="3671888" y="0"/>
            <a:ext cx="8520112" cy="6858000"/>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cxnSp>
        <p:nvCxnSpPr>
          <p:cNvPr id="4" name="Straight Connector 6">
            <a:extLst>
              <a:ext uri="{FF2B5EF4-FFF2-40B4-BE49-F238E27FC236}">
                <a16:creationId xmlns:a16="http://schemas.microsoft.com/office/drawing/2014/main" id="{66246435-D090-821A-9623-6F570204B699}"/>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Placeholder 9">
            <a:extLst>
              <a:ext uri="{FF2B5EF4-FFF2-40B4-BE49-F238E27FC236}">
                <a16:creationId xmlns:a16="http://schemas.microsoft.com/office/drawing/2014/main" id="{77EEBAFF-AF7E-A792-62CF-8C5BA20F3966}"/>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6" name="Text Placeholder 9">
            <a:extLst>
              <a:ext uri="{FF2B5EF4-FFF2-40B4-BE49-F238E27FC236}">
                <a16:creationId xmlns:a16="http://schemas.microsoft.com/office/drawing/2014/main" id="{56294167-A6B3-C93D-F827-E5FDB26C6378}"/>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pic>
        <p:nvPicPr>
          <p:cNvPr id="6" name="Picture 5">
            <a:extLst>
              <a:ext uri="{FF2B5EF4-FFF2-40B4-BE49-F238E27FC236}">
                <a16:creationId xmlns:a16="http://schemas.microsoft.com/office/drawing/2014/main" id="{30BD9B8A-4A0B-B1B1-CCDE-7540C91091AC}"/>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30537848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subtitle_05">
    <p:spTree>
      <p:nvGrpSpPr>
        <p:cNvPr id="1" name=""/>
        <p:cNvGrpSpPr/>
        <p:nvPr/>
      </p:nvGrpSpPr>
      <p:grpSpPr>
        <a:xfrm>
          <a:off x="0" y="0"/>
          <a:ext cx="0" cy="0"/>
          <a:chOff x="0" y="0"/>
          <a:chExt cx="0" cy="0"/>
        </a:xfrm>
      </p:grpSpPr>
      <p:pic>
        <p:nvPicPr>
          <p:cNvPr id="5" name="Kép 10">
            <a:extLst>
              <a:ext uri="{FF2B5EF4-FFF2-40B4-BE49-F238E27FC236}">
                <a16:creationId xmlns:a16="http://schemas.microsoft.com/office/drawing/2014/main" id="{DB8472C1-9CE3-2406-054B-6DB979E05EE7}"/>
              </a:ext>
            </a:extLst>
          </p:cNvPr>
          <p:cNvPicPr>
            <a:picLocks noChangeAspect="1"/>
          </p:cNvPicPr>
          <p:nvPr userDrawn="1"/>
        </p:nvPicPr>
        <p:blipFill rotWithShape="1">
          <a:blip r:embed="rId2" cstate="screen">
            <a:alphaModFix amt="5000"/>
            <a:extLst>
              <a:ext uri="{28A0092B-C50C-407E-A947-70E740481C1C}">
                <a14:useLocalDpi xmlns:a14="http://schemas.microsoft.com/office/drawing/2010/main"/>
              </a:ext>
            </a:extLst>
          </a:blip>
          <a:srcRect/>
          <a:stretch/>
        </p:blipFill>
        <p:spPr>
          <a:xfrm>
            <a:off x="0" y="0"/>
            <a:ext cx="12192000" cy="6857998"/>
          </a:xfrm>
          <a:prstGeom prst="rect">
            <a:avLst/>
          </a:prstGeom>
        </p:spPr>
      </p:pic>
      <p:cxnSp>
        <p:nvCxnSpPr>
          <p:cNvPr id="4" name="Straight Connector 6">
            <a:extLst>
              <a:ext uri="{FF2B5EF4-FFF2-40B4-BE49-F238E27FC236}">
                <a16:creationId xmlns:a16="http://schemas.microsoft.com/office/drawing/2014/main" id="{66246435-D090-821A-9623-6F570204B699}"/>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Placeholder 9">
            <a:extLst>
              <a:ext uri="{FF2B5EF4-FFF2-40B4-BE49-F238E27FC236}">
                <a16:creationId xmlns:a16="http://schemas.microsoft.com/office/drawing/2014/main" id="{77EEBAFF-AF7E-A792-62CF-8C5BA20F3966}"/>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6" name="Text Placeholder 9">
            <a:extLst>
              <a:ext uri="{FF2B5EF4-FFF2-40B4-BE49-F238E27FC236}">
                <a16:creationId xmlns:a16="http://schemas.microsoft.com/office/drawing/2014/main" id="{56294167-A6B3-C93D-F827-E5FDB26C6378}"/>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pic>
        <p:nvPicPr>
          <p:cNvPr id="7" name="Picture 6">
            <a:extLst>
              <a:ext uri="{FF2B5EF4-FFF2-40B4-BE49-F238E27FC236}">
                <a16:creationId xmlns:a16="http://schemas.microsoft.com/office/drawing/2014/main" id="{7F8535FA-7ED8-A326-1F49-1F75A281BADB}"/>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30421244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subtitle_06">
    <p:spTree>
      <p:nvGrpSpPr>
        <p:cNvPr id="1" name=""/>
        <p:cNvGrpSpPr/>
        <p:nvPr/>
      </p:nvGrpSpPr>
      <p:grpSpPr>
        <a:xfrm>
          <a:off x="0" y="0"/>
          <a:ext cx="0" cy="0"/>
          <a:chOff x="0" y="0"/>
          <a:chExt cx="0" cy="0"/>
        </a:xfrm>
      </p:grpSpPr>
      <p:cxnSp>
        <p:nvCxnSpPr>
          <p:cNvPr id="4" name="Straight Connector 6">
            <a:extLst>
              <a:ext uri="{FF2B5EF4-FFF2-40B4-BE49-F238E27FC236}">
                <a16:creationId xmlns:a16="http://schemas.microsoft.com/office/drawing/2014/main" id="{66246435-D090-821A-9623-6F570204B699}"/>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Placeholder 9">
            <a:extLst>
              <a:ext uri="{FF2B5EF4-FFF2-40B4-BE49-F238E27FC236}">
                <a16:creationId xmlns:a16="http://schemas.microsoft.com/office/drawing/2014/main" id="{77EEBAFF-AF7E-A792-62CF-8C5BA20F3966}"/>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6" name="Text Placeholder 9">
            <a:extLst>
              <a:ext uri="{FF2B5EF4-FFF2-40B4-BE49-F238E27FC236}">
                <a16:creationId xmlns:a16="http://schemas.microsoft.com/office/drawing/2014/main" id="{56294167-A6B3-C93D-F827-E5FDB26C6378}"/>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pic>
        <p:nvPicPr>
          <p:cNvPr id="2" name="Picture 1">
            <a:extLst>
              <a:ext uri="{FF2B5EF4-FFF2-40B4-BE49-F238E27FC236}">
                <a16:creationId xmlns:a16="http://schemas.microsoft.com/office/drawing/2014/main" id="{BAEAE0B1-316D-2A49-FD5E-A5BAF76D7CBD}"/>
              </a:ext>
            </a:extLst>
          </p:cNvPr>
          <p:cNvPicPr>
            <a:picLocks noChangeAspect="1"/>
          </p:cNvPicPr>
          <p:nvPr userDrawn="1"/>
        </p:nvPicPr>
        <p:blipFill>
          <a:blip r:embed="rId2"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30619326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subtitle_07">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6802119-2F46-E796-2BE0-CD991FC65E7B}"/>
              </a:ext>
            </a:extLst>
          </p:cNvPr>
          <p:cNvGrpSpPr/>
          <p:nvPr userDrawn="1"/>
        </p:nvGrpSpPr>
        <p:grpSpPr>
          <a:xfrm>
            <a:off x="3671888" y="0"/>
            <a:ext cx="8520112" cy="6858000"/>
            <a:chOff x="3671888" y="0"/>
            <a:chExt cx="8520112" cy="6858000"/>
          </a:xfrm>
        </p:grpSpPr>
        <p:pic>
          <p:nvPicPr>
            <p:cNvPr id="10" name="Picture 15">
              <a:extLst>
                <a:ext uri="{FF2B5EF4-FFF2-40B4-BE49-F238E27FC236}">
                  <a16:creationId xmlns:a16="http://schemas.microsoft.com/office/drawing/2014/main" id="{F3E3ECAC-F1B4-576E-EABA-F322A4B90039}"/>
                </a:ext>
              </a:extLst>
            </p:cNvPr>
            <p:cNvPicPr>
              <a:picLocks noChangeAspect="1"/>
            </p:cNvPicPr>
            <p:nvPr/>
          </p:nvPicPr>
          <p:blipFill rotWithShape="1">
            <a:blip r:embed="rId2" cstate="screen">
              <a:alphaModFix amt="50000"/>
              <a:extLst>
                <a:ext uri="{28A0092B-C50C-407E-A947-70E740481C1C}">
                  <a14:useLocalDpi xmlns:a14="http://schemas.microsoft.com/office/drawing/2010/main"/>
                </a:ext>
              </a:extLst>
            </a:blip>
            <a:srcRect/>
            <a:stretch/>
          </p:blipFill>
          <p:spPr>
            <a:xfrm>
              <a:off x="3671888" y="0"/>
              <a:ext cx="8520111" cy="6858000"/>
            </a:xfrm>
            <a:prstGeom prst="rect">
              <a:avLst/>
            </a:prstGeom>
          </p:spPr>
        </p:pic>
        <p:sp>
          <p:nvSpPr>
            <p:cNvPr id="11" name="Rectangle 10">
              <a:extLst>
                <a:ext uri="{FF2B5EF4-FFF2-40B4-BE49-F238E27FC236}">
                  <a16:creationId xmlns:a16="http://schemas.microsoft.com/office/drawing/2014/main" id="{918144F0-0DE3-2F47-1231-1D99F980ADE5}"/>
                </a:ext>
              </a:extLst>
            </p:cNvPr>
            <p:cNvSpPr/>
            <p:nvPr/>
          </p:nvSpPr>
          <p:spPr>
            <a:xfrm flipH="1">
              <a:off x="3671888" y="0"/>
              <a:ext cx="8520112" cy="6858000"/>
            </a:xfrm>
            <a:prstGeom prst="rect">
              <a:avLst/>
            </a:prstGeom>
            <a:gradFill flip="none" rotWithShape="1">
              <a:gsLst>
                <a:gs pos="0">
                  <a:srgbClr val="FFFFFF">
                    <a:alpha val="75000"/>
                  </a:srgbClr>
                </a:gs>
                <a:gs pos="100000">
                  <a:srgbClr val="FFFFFF"/>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Lato"/>
                <a:ea typeface="+mn-ea"/>
                <a:cs typeface="+mn-cs"/>
              </a:endParaRPr>
            </a:p>
          </p:txBody>
        </p:sp>
      </p:grpSp>
      <p:cxnSp>
        <p:nvCxnSpPr>
          <p:cNvPr id="4" name="Straight Connector 6">
            <a:extLst>
              <a:ext uri="{FF2B5EF4-FFF2-40B4-BE49-F238E27FC236}">
                <a16:creationId xmlns:a16="http://schemas.microsoft.com/office/drawing/2014/main" id="{66246435-D090-821A-9623-6F570204B699}"/>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Placeholder 9">
            <a:extLst>
              <a:ext uri="{FF2B5EF4-FFF2-40B4-BE49-F238E27FC236}">
                <a16:creationId xmlns:a16="http://schemas.microsoft.com/office/drawing/2014/main" id="{77EEBAFF-AF7E-A792-62CF-8C5BA20F3966}"/>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6" name="Text Placeholder 9">
            <a:extLst>
              <a:ext uri="{FF2B5EF4-FFF2-40B4-BE49-F238E27FC236}">
                <a16:creationId xmlns:a16="http://schemas.microsoft.com/office/drawing/2014/main" id="{56294167-A6B3-C93D-F827-E5FDB26C6378}"/>
              </a:ext>
            </a:extLst>
          </p:cNvPr>
          <p:cNvSpPr>
            <a:spLocks noGrp="1"/>
          </p:cNvSpPr>
          <p:nvPr>
            <p:ph type="body" sz="quarter" idx="12" hasCustomPrompt="1"/>
          </p:nvPr>
        </p:nvSpPr>
        <p:spPr>
          <a:xfrm>
            <a:off x="765717" y="2041706"/>
            <a:ext cx="2345784" cy="840230"/>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 if needed (otherwise it can be deleted)</a:t>
            </a:r>
          </a:p>
        </p:txBody>
      </p:sp>
      <p:pic>
        <p:nvPicPr>
          <p:cNvPr id="12" name="Picture 11">
            <a:extLst>
              <a:ext uri="{FF2B5EF4-FFF2-40B4-BE49-F238E27FC236}">
                <a16:creationId xmlns:a16="http://schemas.microsoft.com/office/drawing/2014/main" id="{91D7095D-9CB4-F883-02AB-51C1A6F4B963}"/>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12378805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oodboard">
    <p:spTree>
      <p:nvGrpSpPr>
        <p:cNvPr id="1" name=""/>
        <p:cNvGrpSpPr/>
        <p:nvPr/>
      </p:nvGrpSpPr>
      <p:grpSpPr>
        <a:xfrm>
          <a:off x="0" y="0"/>
          <a:ext cx="0" cy="0"/>
          <a:chOff x="0" y="0"/>
          <a:chExt cx="0" cy="0"/>
        </a:xfrm>
      </p:grpSpPr>
      <p:cxnSp>
        <p:nvCxnSpPr>
          <p:cNvPr id="8" name="Straight Connector 6">
            <a:extLst>
              <a:ext uri="{FF2B5EF4-FFF2-40B4-BE49-F238E27FC236}">
                <a16:creationId xmlns:a16="http://schemas.microsoft.com/office/drawing/2014/main" id="{B8C47CFD-D2C1-817F-7DDD-D2CFDB59F29F}"/>
              </a:ext>
            </a:extLst>
          </p:cNvPr>
          <p:cNvCxnSpPr>
            <a:cxnSpLocks/>
          </p:cNvCxnSpPr>
          <p:nvPr userDrawn="1"/>
        </p:nvCxnSpPr>
        <p:spPr>
          <a:xfrm flipH="1">
            <a:off x="-6" y="1654145"/>
            <a:ext cx="48125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 Placeholder 9">
            <a:extLst>
              <a:ext uri="{FF2B5EF4-FFF2-40B4-BE49-F238E27FC236}">
                <a16:creationId xmlns:a16="http://schemas.microsoft.com/office/drawing/2014/main" id="{7CBFE2A6-F567-3365-409F-A5DEB592348B}"/>
              </a:ext>
            </a:extLst>
          </p:cNvPr>
          <p:cNvSpPr>
            <a:spLocks noGrp="1"/>
          </p:cNvSpPr>
          <p:nvPr>
            <p:ph type="body" sz="quarter" idx="11" hasCustomPrompt="1"/>
          </p:nvPr>
        </p:nvSpPr>
        <p:spPr>
          <a:xfrm>
            <a:off x="765717" y="1016608"/>
            <a:ext cx="2345784" cy="840230"/>
          </a:xfrm>
          <a:prstGeom prst="rect">
            <a:avLst/>
          </a:prstGeom>
        </p:spPr>
        <p:txBody>
          <a:bodyPr wrap="square" anchor="b" anchorCtr="0">
            <a:spAutoFit/>
          </a:bodyPr>
          <a:lstStyle>
            <a:lvl1pPr marL="0" indent="0">
              <a:buNone/>
              <a:defRPr kumimoji="0" lang="en-US" sz="2700" b="1" i="0" u="none" strike="noStrike" kern="0" cap="none" spc="0" normalizeH="0" baseline="0" dirty="0">
                <a:ln>
                  <a:noFill/>
                </a:ln>
                <a:solidFill>
                  <a:schemeClr val="bg1"/>
                </a:solidFill>
                <a:effectLst/>
                <a:uLnTx/>
                <a:uFillTx/>
                <a:latin typeface="+mn-lt"/>
                <a:ea typeface="+mn-ea"/>
                <a:cs typeface="+mn-cs"/>
              </a:defRPr>
            </a:lvl1pPr>
          </a:lstStyle>
          <a:p>
            <a:pPr lvl="0"/>
            <a:r>
              <a:rPr lang="en-US"/>
              <a:t>Click to add title</a:t>
            </a:r>
          </a:p>
        </p:txBody>
      </p:sp>
      <p:sp>
        <p:nvSpPr>
          <p:cNvPr id="14" name="Picture Placeholder 12">
            <a:extLst>
              <a:ext uri="{FF2B5EF4-FFF2-40B4-BE49-F238E27FC236}">
                <a16:creationId xmlns:a16="http://schemas.microsoft.com/office/drawing/2014/main" id="{EAAB9462-BE99-35F6-8617-B32BD0CCCE1A}"/>
              </a:ext>
            </a:extLst>
          </p:cNvPr>
          <p:cNvSpPr>
            <a:spLocks noGrp="1"/>
          </p:cNvSpPr>
          <p:nvPr>
            <p:ph type="pic" sz="quarter" idx="13"/>
          </p:nvPr>
        </p:nvSpPr>
        <p:spPr>
          <a:xfrm>
            <a:off x="7590792" y="1523829"/>
            <a:ext cx="2964247" cy="1967455"/>
          </a:xfrm>
          <a:prstGeom prst="rect">
            <a:avLst/>
          </a:prstGeom>
        </p:spPr>
        <p:txBody>
          <a:bodyPr anchor="ctr"/>
          <a:lstStyle>
            <a:lvl1pPr marL="0" indent="0" algn="ctr">
              <a:buNone/>
              <a:defRPr>
                <a:solidFill>
                  <a:schemeClr val="bg1"/>
                </a:solidFill>
              </a:defRPr>
            </a:lvl1pPr>
          </a:lstStyle>
          <a:p>
            <a:endParaRPr lang="ru-RU"/>
          </a:p>
        </p:txBody>
      </p:sp>
      <p:sp>
        <p:nvSpPr>
          <p:cNvPr id="15" name="Picture Placeholder 12">
            <a:extLst>
              <a:ext uri="{FF2B5EF4-FFF2-40B4-BE49-F238E27FC236}">
                <a16:creationId xmlns:a16="http://schemas.microsoft.com/office/drawing/2014/main" id="{0A41168B-4582-CDA6-5C19-D10F268B90B8}"/>
              </a:ext>
            </a:extLst>
          </p:cNvPr>
          <p:cNvSpPr>
            <a:spLocks noGrp="1"/>
          </p:cNvSpPr>
          <p:nvPr>
            <p:ph type="pic" sz="quarter" idx="14"/>
          </p:nvPr>
        </p:nvSpPr>
        <p:spPr>
          <a:xfrm>
            <a:off x="3941276" y="1523829"/>
            <a:ext cx="2826269" cy="1905171"/>
          </a:xfrm>
          <a:prstGeom prst="rect">
            <a:avLst/>
          </a:prstGeom>
        </p:spPr>
        <p:txBody>
          <a:bodyPr anchor="ctr"/>
          <a:lstStyle>
            <a:lvl1pPr marL="0" indent="0" algn="ctr">
              <a:buNone/>
              <a:defRPr>
                <a:solidFill>
                  <a:schemeClr val="bg1"/>
                </a:solidFill>
              </a:defRPr>
            </a:lvl1pPr>
          </a:lstStyle>
          <a:p>
            <a:endParaRPr lang="ru-RU"/>
          </a:p>
        </p:txBody>
      </p:sp>
      <p:sp>
        <p:nvSpPr>
          <p:cNvPr id="16" name="Picture Placeholder 12">
            <a:extLst>
              <a:ext uri="{FF2B5EF4-FFF2-40B4-BE49-F238E27FC236}">
                <a16:creationId xmlns:a16="http://schemas.microsoft.com/office/drawing/2014/main" id="{91173338-27C6-A359-B5DA-28F0699EB7C3}"/>
              </a:ext>
            </a:extLst>
          </p:cNvPr>
          <p:cNvSpPr>
            <a:spLocks noGrp="1"/>
          </p:cNvSpPr>
          <p:nvPr>
            <p:ph type="pic" sz="quarter" idx="15"/>
          </p:nvPr>
        </p:nvSpPr>
        <p:spPr>
          <a:xfrm>
            <a:off x="9112302" y="3573194"/>
            <a:ext cx="2076918" cy="2071119"/>
          </a:xfrm>
          <a:prstGeom prst="rect">
            <a:avLst/>
          </a:prstGeom>
        </p:spPr>
        <p:txBody>
          <a:bodyPr anchor="ctr"/>
          <a:lstStyle>
            <a:lvl1pPr marL="0" indent="0" algn="ctr">
              <a:buNone/>
              <a:defRPr>
                <a:solidFill>
                  <a:schemeClr val="bg1"/>
                </a:solidFill>
              </a:defRPr>
            </a:lvl1pPr>
          </a:lstStyle>
          <a:p>
            <a:endParaRPr lang="ru-RU"/>
          </a:p>
        </p:txBody>
      </p:sp>
      <p:sp>
        <p:nvSpPr>
          <p:cNvPr id="18" name="Picture Placeholder 12">
            <a:extLst>
              <a:ext uri="{FF2B5EF4-FFF2-40B4-BE49-F238E27FC236}">
                <a16:creationId xmlns:a16="http://schemas.microsoft.com/office/drawing/2014/main" id="{CEDB32AD-F432-164D-E6CE-F383629A1E07}"/>
              </a:ext>
            </a:extLst>
          </p:cNvPr>
          <p:cNvSpPr>
            <a:spLocks noGrp="1"/>
          </p:cNvSpPr>
          <p:nvPr>
            <p:ph type="pic" sz="quarter" idx="17"/>
          </p:nvPr>
        </p:nvSpPr>
        <p:spPr>
          <a:xfrm>
            <a:off x="748894" y="2541482"/>
            <a:ext cx="2345783" cy="2345784"/>
          </a:xfrm>
          <a:prstGeom prst="rect">
            <a:avLst/>
          </a:prstGeom>
        </p:spPr>
        <p:txBody>
          <a:bodyPr anchor="ctr"/>
          <a:lstStyle>
            <a:lvl1pPr marL="0" indent="0" algn="ctr">
              <a:buNone/>
              <a:defRPr>
                <a:solidFill>
                  <a:schemeClr val="bg1"/>
                </a:solidFill>
              </a:defRPr>
            </a:lvl1pPr>
          </a:lstStyle>
          <a:p>
            <a:endParaRPr lang="ru-RU"/>
          </a:p>
        </p:txBody>
      </p:sp>
      <p:sp>
        <p:nvSpPr>
          <p:cNvPr id="13" name="Picture Placeholder 12">
            <a:extLst>
              <a:ext uri="{FF2B5EF4-FFF2-40B4-BE49-F238E27FC236}">
                <a16:creationId xmlns:a16="http://schemas.microsoft.com/office/drawing/2014/main" id="{DE499668-53FB-BBC0-0C3C-60024C7B3AF2}"/>
              </a:ext>
            </a:extLst>
          </p:cNvPr>
          <p:cNvSpPr>
            <a:spLocks noGrp="1"/>
          </p:cNvSpPr>
          <p:nvPr>
            <p:ph type="pic" sz="quarter" idx="12"/>
          </p:nvPr>
        </p:nvSpPr>
        <p:spPr>
          <a:xfrm>
            <a:off x="6451600" y="3071813"/>
            <a:ext cx="2057400" cy="2843212"/>
          </a:xfrm>
          <a:prstGeom prst="rect">
            <a:avLst/>
          </a:prstGeom>
        </p:spPr>
        <p:txBody>
          <a:bodyPr anchor="ctr"/>
          <a:lstStyle>
            <a:lvl1pPr marL="0" indent="0" algn="ctr">
              <a:buNone/>
              <a:defRPr>
                <a:solidFill>
                  <a:schemeClr val="bg1"/>
                </a:solidFill>
              </a:defRPr>
            </a:lvl1pPr>
          </a:lstStyle>
          <a:p>
            <a:endParaRPr lang="ru-RU"/>
          </a:p>
        </p:txBody>
      </p:sp>
      <p:sp>
        <p:nvSpPr>
          <p:cNvPr id="17" name="Picture Placeholder 12">
            <a:extLst>
              <a:ext uri="{FF2B5EF4-FFF2-40B4-BE49-F238E27FC236}">
                <a16:creationId xmlns:a16="http://schemas.microsoft.com/office/drawing/2014/main" id="{1C013185-5E98-F5C2-8860-9F4262CFA6EE}"/>
              </a:ext>
            </a:extLst>
          </p:cNvPr>
          <p:cNvSpPr>
            <a:spLocks noGrp="1"/>
          </p:cNvSpPr>
          <p:nvPr>
            <p:ph type="pic" sz="quarter" idx="16"/>
          </p:nvPr>
        </p:nvSpPr>
        <p:spPr>
          <a:xfrm>
            <a:off x="3007416" y="3535256"/>
            <a:ext cx="3152061" cy="2109058"/>
          </a:xfrm>
          <a:prstGeom prst="rect">
            <a:avLst/>
          </a:prstGeom>
        </p:spPr>
        <p:txBody>
          <a:bodyPr anchor="ctr"/>
          <a:lstStyle>
            <a:lvl1pPr marL="0" indent="0" algn="ctr">
              <a:buNone/>
              <a:defRPr>
                <a:solidFill>
                  <a:schemeClr val="bg1"/>
                </a:solidFill>
              </a:defRPr>
            </a:lvl1pPr>
          </a:lstStyle>
          <a:p>
            <a:endParaRPr lang="ru-RU"/>
          </a:p>
        </p:txBody>
      </p:sp>
      <p:sp>
        <p:nvSpPr>
          <p:cNvPr id="3" name="Text Placeholder 9">
            <a:extLst>
              <a:ext uri="{FF2B5EF4-FFF2-40B4-BE49-F238E27FC236}">
                <a16:creationId xmlns:a16="http://schemas.microsoft.com/office/drawing/2014/main" id="{9B5FF081-5A4C-3094-1504-7E616CF6556C}"/>
              </a:ext>
            </a:extLst>
          </p:cNvPr>
          <p:cNvSpPr>
            <a:spLocks noGrp="1"/>
          </p:cNvSpPr>
          <p:nvPr>
            <p:ph type="body" sz="quarter" idx="18" hasCustomPrompt="1"/>
          </p:nvPr>
        </p:nvSpPr>
        <p:spPr>
          <a:xfrm>
            <a:off x="765717" y="2041706"/>
            <a:ext cx="2345784" cy="341632"/>
          </a:xfrm>
          <a:prstGeom prst="rect">
            <a:avLst/>
          </a:prstGeom>
        </p:spPr>
        <p:txBody>
          <a:bodyPr wrap="square">
            <a:spAutoFit/>
          </a:bodyPr>
          <a:lstStyle>
            <a:lvl1pPr marL="0" indent="0">
              <a:buNone/>
              <a:defRPr lang="en-US" sz="1800" kern="1200" dirty="0">
                <a:solidFill>
                  <a:schemeClr val="bg1"/>
                </a:solidFill>
                <a:latin typeface="Lato Light" panose="020F0302020204030203" pitchFamily="34" charset="77"/>
                <a:ea typeface="+mn-ea"/>
                <a:cs typeface="+mn-cs"/>
              </a:defRPr>
            </a:lvl1pPr>
          </a:lstStyle>
          <a:p>
            <a:pPr lvl="0"/>
            <a:r>
              <a:rPr lang="en-US"/>
              <a:t>Click to add subtitle</a:t>
            </a:r>
          </a:p>
        </p:txBody>
      </p:sp>
      <p:pic>
        <p:nvPicPr>
          <p:cNvPr id="4" name="Picture 3">
            <a:extLst>
              <a:ext uri="{FF2B5EF4-FFF2-40B4-BE49-F238E27FC236}">
                <a16:creationId xmlns:a16="http://schemas.microsoft.com/office/drawing/2014/main" id="{99C8076B-64C9-2AE6-313F-D2A71664524C}"/>
              </a:ext>
            </a:extLst>
          </p:cNvPr>
          <p:cNvPicPr>
            <a:picLocks noChangeAspect="1"/>
          </p:cNvPicPr>
          <p:nvPr userDrawn="1"/>
        </p:nvPicPr>
        <p:blipFill>
          <a:blip r:embed="rId2"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2717216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12090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ortheastern University’s global system">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9FD74DF6-BBD9-1E56-4139-A94AA469332A}"/>
              </a:ext>
            </a:extLst>
          </p:cNvPr>
          <p:cNvSpPr txBox="1"/>
          <p:nvPr userDrawn="1"/>
        </p:nvSpPr>
        <p:spPr>
          <a:xfrm>
            <a:off x="765716" y="1432107"/>
            <a:ext cx="6873949" cy="415498"/>
          </a:xfrm>
          <a:prstGeom prst="rect">
            <a:avLst/>
          </a:prstGeom>
          <a:noFill/>
        </p:spPr>
        <p:txBody>
          <a:bodyPr wrap="square" lIns="0" tIns="0" rIns="0" bIns="0" rtlCol="0" anchor="b" anchorCtr="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GB" sz="2700" b="1" i="0" u="none" strike="noStrike" kern="0" cap="none" spc="0" normalizeH="0" baseline="0" noProof="0">
                <a:ln>
                  <a:noFill/>
                </a:ln>
                <a:solidFill>
                  <a:schemeClr val="bg1"/>
                </a:solidFill>
                <a:effectLst/>
                <a:uLnTx/>
                <a:uFillTx/>
                <a:ea typeface="Lato"/>
                <a:cs typeface="Lato"/>
              </a:rPr>
              <a:t>Northeastern University’s global system</a:t>
            </a:r>
            <a:endParaRPr kumimoji="0" lang="en-US" sz="1800" b="0" i="0" u="none" strike="noStrike" kern="0" cap="none" spc="0" normalizeH="0" baseline="0" noProof="0">
              <a:ln>
                <a:noFill/>
              </a:ln>
              <a:solidFill>
                <a:schemeClr val="bg1"/>
              </a:solidFill>
              <a:effectLst/>
              <a:uLnTx/>
              <a:uFillTx/>
            </a:endParaRPr>
          </a:p>
        </p:txBody>
      </p:sp>
      <p:cxnSp>
        <p:nvCxnSpPr>
          <p:cNvPr id="13" name="Straight Connector 6">
            <a:extLst>
              <a:ext uri="{FF2B5EF4-FFF2-40B4-BE49-F238E27FC236}">
                <a16:creationId xmlns:a16="http://schemas.microsoft.com/office/drawing/2014/main" id="{4129F515-A1BB-6F61-848F-69DCCAC5BCDB}"/>
              </a:ext>
            </a:extLst>
          </p:cNvPr>
          <p:cNvCxnSpPr>
            <a:cxnSpLocks/>
          </p:cNvCxnSpPr>
          <p:nvPr userDrawn="1"/>
        </p:nvCxnSpPr>
        <p:spPr>
          <a:xfrm flipH="1">
            <a:off x="-6" y="1654145"/>
            <a:ext cx="481257" cy="0"/>
          </a:xfrm>
          <a:prstGeom prst="line">
            <a:avLst/>
          </a:prstGeom>
          <a:noFill/>
          <a:ln w="25400" cap="flat" cmpd="sng" algn="ctr">
            <a:solidFill>
              <a:srgbClr val="D31B2C"/>
            </a:solidFill>
            <a:prstDash val="solid"/>
            <a:miter lim="800000"/>
          </a:ln>
          <a:effectLst/>
        </p:spPr>
      </p:cxnSp>
      <p:cxnSp>
        <p:nvCxnSpPr>
          <p:cNvPr id="14" name="Straight Connector 6">
            <a:extLst>
              <a:ext uri="{FF2B5EF4-FFF2-40B4-BE49-F238E27FC236}">
                <a16:creationId xmlns:a16="http://schemas.microsoft.com/office/drawing/2014/main" id="{C473F9A4-3024-BEB4-C876-83D5A6B692B4}"/>
              </a:ext>
            </a:extLst>
          </p:cNvPr>
          <p:cNvCxnSpPr>
            <a:cxnSpLocks/>
          </p:cNvCxnSpPr>
          <p:nvPr userDrawn="1"/>
        </p:nvCxnSpPr>
        <p:spPr>
          <a:xfrm>
            <a:off x="762125" y="3926511"/>
            <a:ext cx="0" cy="1836000"/>
          </a:xfrm>
          <a:prstGeom prst="line">
            <a:avLst/>
          </a:prstGeom>
          <a:noFill/>
          <a:ln w="6350" cap="flat" cmpd="sng" algn="ctr">
            <a:solidFill>
              <a:srgbClr val="D31B2C"/>
            </a:solidFill>
            <a:prstDash val="solid"/>
            <a:miter lim="800000"/>
          </a:ln>
          <a:effectLst/>
        </p:spPr>
      </p:cxnSp>
      <p:sp>
        <p:nvSpPr>
          <p:cNvPr id="15" name="TextBox 14">
            <a:extLst>
              <a:ext uri="{FF2B5EF4-FFF2-40B4-BE49-F238E27FC236}">
                <a16:creationId xmlns:a16="http://schemas.microsoft.com/office/drawing/2014/main" id="{34C6B2C8-4D7D-E57B-05FA-47C2E8B7D9E3}"/>
              </a:ext>
            </a:extLst>
          </p:cNvPr>
          <p:cNvSpPr txBox="1"/>
          <p:nvPr userDrawn="1"/>
        </p:nvSpPr>
        <p:spPr>
          <a:xfrm>
            <a:off x="765716" y="2194561"/>
            <a:ext cx="7576426"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en-US" b="1">
                <a:solidFill>
                  <a:schemeClr val="bg1"/>
                </a:solidFill>
                <a:ea typeface="+mn-lt"/>
                <a:cs typeface="+mn-lt"/>
              </a:rPr>
              <a:t>13 campuses</a:t>
            </a:r>
            <a:r>
              <a:rPr lang="en-US">
                <a:solidFill>
                  <a:schemeClr val="bg1"/>
                </a:solidFill>
                <a:latin typeface="Lato Light"/>
                <a:ea typeface="+mn-lt"/>
                <a:cs typeface="+mn-lt"/>
              </a:rPr>
              <a:t> in the U.S., U.K., and Canada that provide a range of opportunities to learn and do research in new contexts</a:t>
            </a:r>
            <a:endParaRPr lang="en-US">
              <a:solidFill>
                <a:schemeClr val="bg1"/>
              </a:solidFill>
              <a:latin typeface="Lato Light"/>
              <a:ea typeface="Lato Light"/>
              <a:cs typeface="Lato Light"/>
            </a:endParaRPr>
          </a:p>
          <a:p>
            <a:pPr>
              <a:spcAft>
                <a:spcPts val="1200"/>
              </a:spcAft>
            </a:pPr>
            <a:r>
              <a:rPr lang="en-US" b="1">
                <a:solidFill>
                  <a:schemeClr val="bg1"/>
                </a:solidFill>
                <a:ea typeface="+mn-lt"/>
                <a:cs typeface="+mn-lt"/>
              </a:rPr>
              <a:t>3,500+ employer partners</a:t>
            </a:r>
            <a:r>
              <a:rPr lang="en-US">
                <a:solidFill>
                  <a:schemeClr val="bg1"/>
                </a:solidFill>
                <a:latin typeface="Lato Light"/>
                <a:ea typeface="+mn-lt"/>
                <a:cs typeface="+mn-lt"/>
              </a:rPr>
              <a:t> across the U.S. and the world</a:t>
            </a:r>
            <a:endParaRPr lang="en-US">
              <a:solidFill>
                <a:schemeClr val="bg1"/>
              </a:solidFill>
              <a:latin typeface="Lato Light"/>
              <a:ea typeface="Lato Light"/>
              <a:cs typeface="Lato Light"/>
            </a:endParaRPr>
          </a:p>
          <a:p>
            <a:pPr>
              <a:spcAft>
                <a:spcPts val="1200"/>
              </a:spcAft>
            </a:pPr>
            <a:r>
              <a:rPr lang="en-US" b="1">
                <a:solidFill>
                  <a:schemeClr val="bg1"/>
                </a:solidFill>
                <a:ea typeface="+mn-lt"/>
                <a:cs typeface="+mn-lt"/>
              </a:rPr>
              <a:t>300,000+ alumni</a:t>
            </a:r>
            <a:r>
              <a:rPr lang="en-US">
                <a:solidFill>
                  <a:schemeClr val="bg1"/>
                </a:solidFill>
                <a:latin typeface="Lato Light"/>
                <a:ea typeface="+mn-lt"/>
                <a:cs typeface="+mn-lt"/>
              </a:rPr>
              <a:t> living and working in 186 countries</a:t>
            </a:r>
            <a:endParaRPr lang="en-US">
              <a:solidFill>
                <a:schemeClr val="bg1"/>
              </a:solidFill>
              <a:latin typeface="Lato Light"/>
              <a:ea typeface="Lato Light"/>
              <a:cs typeface="Lato Light"/>
            </a:endParaRPr>
          </a:p>
        </p:txBody>
      </p:sp>
      <p:sp>
        <p:nvSpPr>
          <p:cNvPr id="16" name="TextBox 15">
            <a:extLst>
              <a:ext uri="{FF2B5EF4-FFF2-40B4-BE49-F238E27FC236}">
                <a16:creationId xmlns:a16="http://schemas.microsoft.com/office/drawing/2014/main" id="{6936FA23-A15E-62F6-6D21-AC01522D9D40}"/>
              </a:ext>
            </a:extLst>
          </p:cNvPr>
          <p:cNvSpPr txBox="1"/>
          <p:nvPr userDrawn="1"/>
        </p:nvSpPr>
        <p:spPr>
          <a:xfrm>
            <a:off x="778272" y="3926512"/>
            <a:ext cx="144000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chemeClr val="bg1"/>
                </a:solidFill>
                <a:ea typeface="Lato"/>
                <a:cs typeface="Calibri"/>
              </a:rPr>
              <a:t>Boston</a:t>
            </a:r>
          </a:p>
          <a:p>
            <a:r>
              <a:rPr lang="en-US" sz="1400">
                <a:solidFill>
                  <a:schemeClr val="bg1"/>
                </a:solidFill>
                <a:latin typeface="Lato Light"/>
                <a:ea typeface="Lato"/>
                <a:cs typeface="Calibri"/>
              </a:rPr>
              <a:t>Massachusetts</a:t>
            </a:r>
          </a:p>
          <a:p>
            <a:endParaRPr lang="en-US" sz="1400">
              <a:solidFill>
                <a:schemeClr val="bg1"/>
              </a:solidFill>
              <a:latin typeface="Lato Light"/>
              <a:ea typeface="Lato"/>
              <a:cs typeface="Calibri"/>
            </a:endParaRPr>
          </a:p>
          <a:p>
            <a:r>
              <a:rPr lang="en-US" sz="1400" b="1">
                <a:solidFill>
                  <a:schemeClr val="bg1"/>
                </a:solidFill>
                <a:ea typeface="Lato"/>
                <a:cs typeface="Lato"/>
              </a:rPr>
              <a:t>Arlington</a:t>
            </a:r>
          </a:p>
          <a:p>
            <a:r>
              <a:rPr lang="en-US" sz="1400">
                <a:solidFill>
                  <a:schemeClr val="bg1"/>
                </a:solidFill>
                <a:latin typeface="Lato Light"/>
                <a:ea typeface="Lato Light"/>
                <a:cs typeface="Lato Light"/>
              </a:rPr>
              <a:t>Virginia</a:t>
            </a:r>
          </a:p>
          <a:p>
            <a:endParaRPr lang="en-US" sz="1400">
              <a:solidFill>
                <a:schemeClr val="bg1"/>
              </a:solidFill>
              <a:latin typeface="Lato Light"/>
              <a:ea typeface="Lato Light"/>
              <a:cs typeface="Lato Light"/>
            </a:endParaRPr>
          </a:p>
          <a:p>
            <a:r>
              <a:rPr lang="en-US" sz="1400" b="1">
                <a:solidFill>
                  <a:schemeClr val="bg1"/>
                </a:solidFill>
                <a:ea typeface="Lato"/>
                <a:cs typeface="Lato"/>
              </a:rPr>
              <a:t>Burlington</a:t>
            </a:r>
          </a:p>
          <a:p>
            <a:r>
              <a:rPr lang="en-US" sz="1400">
                <a:solidFill>
                  <a:schemeClr val="bg1"/>
                </a:solidFill>
                <a:latin typeface="Lato Light"/>
                <a:ea typeface="Lato Light"/>
                <a:cs typeface="Lato Light"/>
              </a:rPr>
              <a:t>Massachusetts</a:t>
            </a:r>
          </a:p>
        </p:txBody>
      </p:sp>
      <p:sp>
        <p:nvSpPr>
          <p:cNvPr id="17" name="TextBox 16">
            <a:extLst>
              <a:ext uri="{FF2B5EF4-FFF2-40B4-BE49-F238E27FC236}">
                <a16:creationId xmlns:a16="http://schemas.microsoft.com/office/drawing/2014/main" id="{CFAF80B3-ED81-E6BA-E99D-FE1A65D355C4}"/>
              </a:ext>
            </a:extLst>
          </p:cNvPr>
          <p:cNvSpPr txBox="1"/>
          <p:nvPr userDrawn="1"/>
        </p:nvSpPr>
        <p:spPr>
          <a:xfrm>
            <a:off x="2246905" y="3926512"/>
            <a:ext cx="144000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chemeClr val="bg1"/>
                </a:solidFill>
                <a:ea typeface="Lato"/>
                <a:cs typeface="Lato"/>
              </a:rPr>
              <a:t>Charlotte</a:t>
            </a:r>
          </a:p>
          <a:p>
            <a:r>
              <a:rPr lang="en-US" sz="1400">
                <a:solidFill>
                  <a:schemeClr val="bg1"/>
                </a:solidFill>
                <a:latin typeface="Lato Light"/>
                <a:ea typeface="Lato Light"/>
                <a:cs typeface="Lato Light"/>
              </a:rPr>
              <a:t>North Carolina</a:t>
            </a:r>
          </a:p>
          <a:p>
            <a:endParaRPr lang="en-US" sz="1400">
              <a:solidFill>
                <a:schemeClr val="bg1"/>
              </a:solidFill>
              <a:latin typeface="Lato Light"/>
              <a:ea typeface="Lato Light"/>
              <a:cs typeface="Lato Light"/>
            </a:endParaRPr>
          </a:p>
          <a:p>
            <a:r>
              <a:rPr lang="en-US" sz="1400" b="1">
                <a:solidFill>
                  <a:schemeClr val="bg1"/>
                </a:solidFill>
                <a:ea typeface="Lato"/>
                <a:cs typeface="Lato"/>
              </a:rPr>
              <a:t>London</a:t>
            </a:r>
          </a:p>
          <a:p>
            <a:r>
              <a:rPr lang="en-US" sz="1400">
                <a:solidFill>
                  <a:schemeClr val="bg1"/>
                </a:solidFill>
                <a:latin typeface="Lato Light"/>
                <a:ea typeface="Lato Light"/>
                <a:cs typeface="Lato Light"/>
              </a:rPr>
              <a:t>England</a:t>
            </a:r>
            <a:endParaRPr lang="en-US" sz="1400">
              <a:solidFill>
                <a:schemeClr val="bg1"/>
              </a:solidFill>
              <a:ea typeface="Lato"/>
              <a:cs typeface="Calibri"/>
            </a:endParaRPr>
          </a:p>
          <a:p>
            <a:endParaRPr lang="en-US" sz="1400">
              <a:solidFill>
                <a:schemeClr val="bg1"/>
              </a:solidFill>
              <a:ea typeface="Lato"/>
              <a:cs typeface="Calibri"/>
            </a:endParaRPr>
          </a:p>
          <a:p>
            <a:r>
              <a:rPr lang="en-US" sz="1400" b="1">
                <a:solidFill>
                  <a:schemeClr val="bg1"/>
                </a:solidFill>
                <a:ea typeface="Lato"/>
                <a:cs typeface="Calibri"/>
              </a:rPr>
              <a:t>Miami</a:t>
            </a:r>
          </a:p>
          <a:p>
            <a:r>
              <a:rPr lang="en-US" sz="1400">
                <a:solidFill>
                  <a:schemeClr val="bg1"/>
                </a:solidFill>
                <a:latin typeface="Lato Light"/>
                <a:ea typeface="Lato"/>
                <a:cs typeface="Calibri"/>
              </a:rPr>
              <a:t>Florida</a:t>
            </a:r>
          </a:p>
        </p:txBody>
      </p:sp>
      <p:sp>
        <p:nvSpPr>
          <p:cNvPr id="18" name="TextBox 17">
            <a:extLst>
              <a:ext uri="{FF2B5EF4-FFF2-40B4-BE49-F238E27FC236}">
                <a16:creationId xmlns:a16="http://schemas.microsoft.com/office/drawing/2014/main" id="{A96ACD1B-D03A-AADD-027E-E43D6878F888}"/>
              </a:ext>
            </a:extLst>
          </p:cNvPr>
          <p:cNvSpPr txBox="1"/>
          <p:nvPr userDrawn="1"/>
        </p:nvSpPr>
        <p:spPr>
          <a:xfrm>
            <a:off x="3715538" y="3926512"/>
            <a:ext cx="144000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chemeClr val="bg1"/>
                </a:solidFill>
                <a:ea typeface="Lato"/>
                <a:cs typeface="Lato"/>
              </a:rPr>
              <a:t>Nahant</a:t>
            </a:r>
          </a:p>
          <a:p>
            <a:r>
              <a:rPr lang="en-US" sz="1400">
                <a:solidFill>
                  <a:schemeClr val="bg1"/>
                </a:solidFill>
                <a:latin typeface="Lato Light"/>
                <a:ea typeface="Lato Light"/>
                <a:cs typeface="Lato Light"/>
              </a:rPr>
              <a:t>Massachusetts</a:t>
            </a:r>
          </a:p>
          <a:p>
            <a:endParaRPr lang="en-US" sz="1400">
              <a:solidFill>
                <a:schemeClr val="bg1"/>
              </a:solidFill>
              <a:latin typeface="Lato Light"/>
              <a:ea typeface="Lato Light"/>
              <a:cs typeface="Lato Light"/>
            </a:endParaRPr>
          </a:p>
          <a:p>
            <a:r>
              <a:rPr lang="en-US" sz="1400" b="1">
                <a:solidFill>
                  <a:schemeClr val="bg1"/>
                </a:solidFill>
                <a:ea typeface="Lato"/>
                <a:cs typeface="Lato"/>
              </a:rPr>
              <a:t>Oakland</a:t>
            </a:r>
          </a:p>
          <a:p>
            <a:r>
              <a:rPr lang="en-US" sz="1400">
                <a:solidFill>
                  <a:schemeClr val="bg1"/>
                </a:solidFill>
                <a:latin typeface="Lato Light"/>
                <a:ea typeface="Lato Light"/>
                <a:cs typeface="Lato Light"/>
              </a:rPr>
              <a:t>California</a:t>
            </a:r>
          </a:p>
          <a:p>
            <a:endParaRPr lang="en-US" sz="1400">
              <a:solidFill>
                <a:schemeClr val="bg1"/>
              </a:solidFill>
              <a:latin typeface="Lato Light"/>
              <a:ea typeface="Lato Light"/>
              <a:cs typeface="Lato Light"/>
            </a:endParaRPr>
          </a:p>
          <a:p>
            <a:r>
              <a:rPr lang="en-US" sz="1400" b="1">
                <a:solidFill>
                  <a:schemeClr val="bg1"/>
                </a:solidFill>
                <a:ea typeface="Lato"/>
                <a:cs typeface="Lato"/>
              </a:rPr>
              <a:t>Portland</a:t>
            </a:r>
          </a:p>
          <a:p>
            <a:r>
              <a:rPr lang="en-US" sz="1400">
                <a:solidFill>
                  <a:schemeClr val="bg1"/>
                </a:solidFill>
                <a:latin typeface="Lato Light"/>
                <a:ea typeface="Lato Light"/>
                <a:cs typeface="Lato Light"/>
              </a:rPr>
              <a:t>Maine</a:t>
            </a:r>
          </a:p>
        </p:txBody>
      </p:sp>
      <p:pic>
        <p:nvPicPr>
          <p:cNvPr id="19" name="Picture 18" descr="A glass globe with red dots&#10;&#10;Description automatically generated">
            <a:extLst>
              <a:ext uri="{FF2B5EF4-FFF2-40B4-BE49-F238E27FC236}">
                <a16:creationId xmlns:a16="http://schemas.microsoft.com/office/drawing/2014/main" id="{E58BECEC-3516-46D0-AF39-0F345A7CB1E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993" y="1921770"/>
            <a:ext cx="3865936" cy="3865936"/>
          </a:xfrm>
          <a:prstGeom prst="rect">
            <a:avLst/>
          </a:prstGeom>
        </p:spPr>
      </p:pic>
      <p:sp>
        <p:nvSpPr>
          <p:cNvPr id="20" name="TextBox 19">
            <a:extLst>
              <a:ext uri="{FF2B5EF4-FFF2-40B4-BE49-F238E27FC236}">
                <a16:creationId xmlns:a16="http://schemas.microsoft.com/office/drawing/2014/main" id="{20F51D9E-825C-62C1-3E8D-F9C2E336303C}"/>
              </a:ext>
            </a:extLst>
          </p:cNvPr>
          <p:cNvSpPr txBox="1"/>
          <p:nvPr userDrawn="1"/>
        </p:nvSpPr>
        <p:spPr>
          <a:xfrm>
            <a:off x="5184171" y="3926512"/>
            <a:ext cx="1440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chemeClr val="bg1"/>
                </a:solidFill>
                <a:ea typeface="Lato"/>
                <a:cs typeface="Calibri"/>
              </a:rPr>
              <a:t>Seattle</a:t>
            </a:r>
          </a:p>
          <a:p>
            <a:r>
              <a:rPr lang="en-US" sz="1400">
                <a:solidFill>
                  <a:schemeClr val="bg1"/>
                </a:solidFill>
                <a:latin typeface="Lato Light"/>
                <a:ea typeface="Lato"/>
                <a:cs typeface="Calibri"/>
              </a:rPr>
              <a:t>Washington</a:t>
            </a:r>
          </a:p>
          <a:p>
            <a:endParaRPr lang="en-US" sz="1400">
              <a:solidFill>
                <a:schemeClr val="bg1"/>
              </a:solidFill>
              <a:latin typeface="Lato Light"/>
              <a:ea typeface="Lato"/>
              <a:cs typeface="Calibri"/>
            </a:endParaRPr>
          </a:p>
          <a:p>
            <a:r>
              <a:rPr lang="en-US" sz="1400" b="1">
                <a:solidFill>
                  <a:schemeClr val="bg1"/>
                </a:solidFill>
                <a:ea typeface="Lato"/>
                <a:cs typeface="Lato"/>
              </a:rPr>
              <a:t>Silicon Valley</a:t>
            </a:r>
          </a:p>
          <a:p>
            <a:r>
              <a:rPr lang="en-US" sz="1400">
                <a:solidFill>
                  <a:schemeClr val="bg1"/>
                </a:solidFill>
                <a:latin typeface="Lato Light"/>
                <a:ea typeface="Lato Light"/>
                <a:cs typeface="Lato Light"/>
              </a:rPr>
              <a:t>California</a:t>
            </a:r>
          </a:p>
          <a:p>
            <a:endParaRPr lang="en-US" sz="1400">
              <a:solidFill>
                <a:schemeClr val="bg1"/>
              </a:solidFill>
              <a:latin typeface="Lato Light"/>
              <a:ea typeface="Lato Light"/>
              <a:cs typeface="Lato Light"/>
            </a:endParaRPr>
          </a:p>
          <a:p>
            <a:r>
              <a:rPr lang="en-US" sz="1400" b="1">
                <a:solidFill>
                  <a:schemeClr val="bg1"/>
                </a:solidFill>
                <a:ea typeface="Lato"/>
                <a:cs typeface="Lato"/>
              </a:rPr>
              <a:t>Toronto</a:t>
            </a:r>
          </a:p>
          <a:p>
            <a:r>
              <a:rPr lang="en-US" sz="1400">
                <a:solidFill>
                  <a:schemeClr val="bg1"/>
                </a:solidFill>
                <a:latin typeface="Lato Light"/>
                <a:ea typeface="Lato Light"/>
                <a:cs typeface="Lato Light"/>
              </a:rPr>
              <a:t>Ontario</a:t>
            </a:r>
          </a:p>
          <a:p>
            <a:endParaRPr lang="en-US" sz="1400">
              <a:solidFill>
                <a:schemeClr val="bg1"/>
              </a:solidFill>
              <a:latin typeface="Lato Light"/>
              <a:ea typeface="Lato Light"/>
              <a:cs typeface="Lato Light"/>
            </a:endParaRPr>
          </a:p>
        </p:txBody>
      </p:sp>
      <p:sp>
        <p:nvSpPr>
          <p:cNvPr id="21" name="TextBox 20">
            <a:extLst>
              <a:ext uri="{FF2B5EF4-FFF2-40B4-BE49-F238E27FC236}">
                <a16:creationId xmlns:a16="http://schemas.microsoft.com/office/drawing/2014/main" id="{2898C8B3-56AC-68DD-4B32-737FB233B043}"/>
              </a:ext>
            </a:extLst>
          </p:cNvPr>
          <p:cNvSpPr txBox="1"/>
          <p:nvPr userDrawn="1"/>
        </p:nvSpPr>
        <p:spPr>
          <a:xfrm>
            <a:off x="6652803" y="3926512"/>
            <a:ext cx="1440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chemeClr val="bg1"/>
                </a:solidFill>
                <a:ea typeface="Lato"/>
                <a:cs typeface="Lato"/>
              </a:rPr>
              <a:t>Vancouver</a:t>
            </a:r>
          </a:p>
          <a:p>
            <a:r>
              <a:rPr lang="en-US" sz="1400">
                <a:solidFill>
                  <a:schemeClr val="bg1"/>
                </a:solidFill>
                <a:latin typeface="Lato Light"/>
                <a:ea typeface="Lato Light"/>
                <a:cs typeface="Lato Light"/>
              </a:rPr>
              <a:t>British Columbia</a:t>
            </a:r>
          </a:p>
        </p:txBody>
      </p:sp>
      <p:pic>
        <p:nvPicPr>
          <p:cNvPr id="3" name="Picture 2">
            <a:extLst>
              <a:ext uri="{FF2B5EF4-FFF2-40B4-BE49-F238E27FC236}">
                <a16:creationId xmlns:a16="http://schemas.microsoft.com/office/drawing/2014/main" id="{7C1C7BFD-98E1-BAA8-8E4D-0A49996EA314}"/>
              </a:ext>
            </a:extLst>
          </p:cNvPr>
          <p:cNvPicPr>
            <a:picLocks noChangeAspect="1"/>
          </p:cNvPicPr>
          <p:nvPr userDrawn="1"/>
        </p:nvPicPr>
        <p:blipFill>
          <a:blip r:embed="rId3" cstate="screen">
            <a:alphaModFix amt="8000"/>
            <a:extLst>
              <a:ext uri="{28A0092B-C50C-407E-A947-70E740481C1C}">
                <a14:useLocalDpi xmlns:a14="http://schemas.microsoft.com/office/drawing/2010/main"/>
              </a:ext>
            </a:extLst>
          </a:blip>
          <a:stretch>
            <a:fillRect/>
          </a:stretch>
        </p:blipFill>
        <p:spPr>
          <a:xfrm>
            <a:off x="10861627" y="5808784"/>
            <a:ext cx="1113300" cy="855785"/>
          </a:xfrm>
          <a:prstGeom prst="rect">
            <a:avLst/>
          </a:prstGeom>
        </p:spPr>
      </p:pic>
    </p:spTree>
    <p:extLst>
      <p:ext uri="{BB962C8B-B14F-4D97-AF65-F5344CB8AC3E}">
        <p14:creationId xmlns:p14="http://schemas.microsoft.com/office/powerpoint/2010/main" val="34904672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NU chart slide">
    <p:spTree>
      <p:nvGrpSpPr>
        <p:cNvPr id="1" name=""/>
        <p:cNvGrpSpPr/>
        <p:nvPr/>
      </p:nvGrpSpPr>
      <p:grpSpPr>
        <a:xfrm>
          <a:off x="0" y="0"/>
          <a:ext cx="0" cy="0"/>
          <a:chOff x="0" y="0"/>
          <a:chExt cx="0" cy="0"/>
        </a:xfrm>
      </p:grpSpPr>
      <p:cxnSp>
        <p:nvCxnSpPr>
          <p:cNvPr id="2" name="Red dash"/>
          <p:cNvCxnSpPr/>
          <p:nvPr userDrawn="1"/>
        </p:nvCxnSpPr>
        <p:spPr>
          <a:xfrm>
            <a:off x="0" y="461772"/>
            <a:ext cx="512064" cy="0"/>
          </a:xfrm>
          <a:prstGeom prst="line">
            <a:avLst/>
          </a:prstGeom>
          <a:ln w="25400" cap="flat">
            <a:solidFill>
              <a:srgbClr val="C8102E"/>
            </a:solidFill>
            <a:prstDash val="solid"/>
          </a:ln>
        </p:spPr>
      </p:cxnSp>
      <p:cxnSp>
        <p:nvCxnSpPr>
          <p:cNvPr id="3" name="Footer rule"/>
          <p:cNvCxnSpPr/>
          <p:nvPr userDrawn="1"/>
        </p:nvCxnSpPr>
        <p:spPr>
          <a:xfrm>
            <a:off x="768096" y="6309360"/>
            <a:ext cx="10966704" cy="0"/>
          </a:xfrm>
          <a:prstGeom prst="line">
            <a:avLst/>
          </a:prstGeom>
          <a:ln w="9525" cap="flat">
            <a:solidFill>
              <a:srgbClr val="000000"/>
            </a:solidFill>
            <a:prstDash val="solid"/>
          </a:ln>
        </p:spPr>
      </p:cxnSp>
      <p:sp>
        <p:nvSpPr>
          <p:cNvPr id="4" name="Title 1"/>
          <p:cNvSpPr>
            <a:spLocks noGrp="1"/>
          </p:cNvSpPr>
          <p:nvPr>
            <p:ph type="title"/>
          </p:nvPr>
        </p:nvSpPr>
        <p:spPr>
          <a:xfrm>
            <a:off x="768096" y="274320"/>
            <a:ext cx="10972800" cy="768096"/>
          </a:xfrm>
        </p:spPr>
        <p:txBody>
          <a:bodyPr vert="horz" lIns="0" tIns="45720" rIns="0" bIns="0" anchor="t">
            <a:noAutofit/>
          </a:bodyPr>
          <a:lstStyle>
            <a:lvl1pPr algn="l">
              <a:lnSpc>
                <a:spcPct val="92000"/>
              </a:lnSpc>
              <a:defRPr sz="2400" b="1" i="0" kern="1200">
                <a:solidFill>
                  <a:srgbClr val="000000"/>
                </a:solidFill>
                <a:latin typeface="Lato"/>
                <a:ea typeface="Lato"/>
                <a:cs typeface="Lato"/>
              </a:defRPr>
            </a:lvl1pPr>
          </a:lstStyle>
          <a:p>
            <a:r>
              <a:rPr lang="en-US"/>
              <a:t>Click to edit title</a:t>
            </a:r>
          </a:p>
        </p:txBody>
      </p:sp>
      <p:sp>
        <p:nvSpPr>
          <p:cNvPr id="5" name="Subtitle 2"/>
          <p:cNvSpPr>
            <a:spLocks noGrp="1"/>
          </p:cNvSpPr>
          <p:nvPr>
            <p:ph type="body" sz="quarter" idx="13" hasCustomPrompt="1"/>
          </p:nvPr>
        </p:nvSpPr>
        <p:spPr>
          <a:xfrm>
            <a:off x="768096" y="1069848"/>
            <a:ext cx="10972800" cy="310896"/>
          </a:xfrm>
        </p:spPr>
        <p:txBody>
          <a:bodyPr vert="horz" lIns="0" tIns="0" rIns="0" bIns="0" anchor="t">
            <a:noAutofit/>
          </a:bodyPr>
          <a:lstStyle>
            <a:lvl1pPr marL="0" indent="0" algn="l">
              <a:lnSpc>
                <a:spcPct val="100000"/>
              </a:lnSpc>
              <a:spcBef>
                <a:spcPts val="0"/>
              </a:spcBef>
              <a:buNone/>
              <a:defRPr sz="1400" b="0" i="0" kern="1200">
                <a:solidFill>
                  <a:srgbClr val="3A3A3F"/>
                </a:solidFill>
                <a:latin typeface="Lato Light"/>
                <a:ea typeface="Lato Light"/>
                <a:cs typeface="Lato Light"/>
              </a:defRPr>
            </a:lvl1pPr>
          </a:lstStyle>
          <a:p>
            <a:pPr lvl="0"/>
            <a:r>
              <a:rPr lang="en-US"/>
              <a:t>Subtitle</a:t>
            </a:r>
          </a:p>
        </p:txBody>
      </p:sp>
      <p:sp>
        <p:nvSpPr>
          <p:cNvPr id="6" name="Footnotes 3"/>
          <p:cNvSpPr>
            <a:spLocks noGrp="1"/>
          </p:cNvSpPr>
          <p:nvPr>
            <p:ph type="body" sz="quarter" idx="14" hasCustomPrompt="1"/>
          </p:nvPr>
        </p:nvSpPr>
        <p:spPr>
          <a:xfrm>
            <a:off x="768096" y="5486400"/>
            <a:ext cx="10515600" cy="768096"/>
          </a:xfrm>
        </p:spPr>
        <p:txBody>
          <a:bodyPr vert="horz" lIns="0" tIns="0" rIns="0" bIns="0" anchor="b">
            <a:noAutofit/>
          </a:bodyPr>
          <a:lstStyle>
            <a:lvl1pPr marL="0" indent="0" algn="l">
              <a:lnSpc>
                <a:spcPct val="100000"/>
              </a:lnSpc>
              <a:spcBef>
                <a:spcPts val="0"/>
              </a:spcBef>
              <a:buNone/>
              <a:defRPr sz="800" b="0" i="0" kern="1200">
                <a:solidFill>
                  <a:srgbClr val="3A3A3F"/>
                </a:solidFill>
                <a:latin typeface="Lato"/>
                <a:ea typeface="Lato"/>
                <a:cs typeface="Lato"/>
              </a:defRPr>
            </a:lvl1pPr>
          </a:lstStyle>
          <a:p>
            <a:pPr lvl="0"/>
            <a:r>
              <a:rPr lang="en-US"/>
              <a:t>Footnotes and notes</a:t>
            </a:r>
          </a:p>
        </p:txBody>
      </p:sp>
      <p:sp>
        <p:nvSpPr>
          <p:cNvPr id="8" name="Source 4"/>
          <p:cNvSpPr>
            <a:spLocks noGrp="1"/>
          </p:cNvSpPr>
          <p:nvPr>
            <p:ph type="body" sz="quarter" idx="15" hasCustomPrompt="1"/>
          </p:nvPr>
        </p:nvSpPr>
        <p:spPr>
          <a:xfrm>
            <a:off x="768096" y="6364224"/>
            <a:ext cx="8778240" cy="310896"/>
          </a:xfrm>
        </p:spPr>
        <p:txBody>
          <a:bodyPr vert="horz" lIns="0" tIns="0" rIns="0" bIns="0" anchor="t">
            <a:noAutofit/>
          </a:bodyPr>
          <a:lstStyle>
            <a:lvl1pPr marL="0" indent="0" algn="l">
              <a:lnSpc>
                <a:spcPct val="100000"/>
              </a:lnSpc>
              <a:spcBef>
                <a:spcPts val="0"/>
              </a:spcBef>
              <a:buNone/>
              <a:defRPr sz="800" b="0" i="0" kern="1200">
                <a:solidFill>
                  <a:srgbClr val="3A3A3F"/>
                </a:solidFill>
                <a:latin typeface="Lato"/>
                <a:ea typeface="Lato"/>
                <a:cs typeface="Lato"/>
              </a:defRPr>
            </a:lvl1pPr>
          </a:lstStyle>
          <a:p>
            <a:pPr lvl="0"/>
            <a:r>
              <a:rPr lang="en-US"/>
              <a:t>Source</a:t>
            </a:r>
          </a:p>
        </p:txBody>
      </p:sp>
      <p:sp>
        <p:nvSpPr>
          <p:cNvPr id="7" name="Northeastern University footer"/>
          <p:cNvSpPr txBox="1"/>
          <p:nvPr userDrawn="1"/>
        </p:nvSpPr>
        <p:spPr>
          <a:xfrm>
            <a:off x="9220200" y="6364224"/>
            <a:ext cx="2103120" cy="310896"/>
          </a:xfrm>
          <a:prstGeom prst="rect">
            <a:avLst/>
          </a:prstGeom>
          <a:noFill/>
        </p:spPr>
        <p:txBody>
          <a:bodyPr wrap="square" lIns="0" tIns="0" rIns="0" bIns="0" anchor="t">
            <a:noAutofit/>
          </a:bodyPr>
          <a:lstStyle/>
          <a:p>
            <a:pPr algn="r"/>
            <a:r>
              <a:rPr lang="en-US" sz="900" b="1">
                <a:solidFill>
                  <a:srgbClr val="000000"/>
                </a:solidFill>
                <a:latin typeface="Lato"/>
                <a:ea typeface="Lato"/>
                <a:cs typeface="Lato"/>
              </a:rPr>
              <a:t>Northeastern University</a:t>
            </a:r>
          </a:p>
        </p:txBody>
      </p:sp>
      <p:sp>
        <p:nvSpPr>
          <p:cNvPr id="9" name="Slide Number 5"/>
          <p:cNvSpPr>
            <a:spLocks noGrp="1"/>
          </p:cNvSpPr>
          <p:nvPr>
            <p:ph type="sldNum" sz="quarter" idx="12"/>
          </p:nvPr>
        </p:nvSpPr>
        <p:spPr>
          <a:xfrm>
            <a:off x="11369040" y="6364224"/>
            <a:ext cx="365760" cy="310896"/>
          </a:xfrm>
        </p:spPr>
        <p:txBody>
          <a:bodyPr vert="horz" lIns="0" tIns="0" rIns="0" bIns="0" anchor="t">
            <a:noAutofit/>
          </a:bodyPr>
          <a:lstStyle>
            <a:lvl1pPr algn="r">
              <a:defRPr sz="900" b="0" i="0" kern="1200">
                <a:solidFill>
                  <a:srgbClr val="000000"/>
                </a:solidFill>
                <a:latin typeface="Lato"/>
                <a:ea typeface="Lato"/>
                <a:cs typeface="Lato"/>
              </a:defRPr>
            </a:lvl1pPr>
          </a:lstStyle>
          <a:p>
            <a:fld id="{B6F15528-21DE-4FAA-801E-634DDDAF4B2B}"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theme" Target="../theme/theme1.xml"/><Relationship Id="rId9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484793"/>
      </p:ext>
    </p:extLst>
  </p:cSld>
  <p:clrMap bg1="dk1" tx1="lt1" bg2="dk2" tx2="lt2" accent1="accent1" accent2="accent2" accent3="accent3" accent4="accent4" accent5="accent5" accent6="accent6" hlink="hlink" folHlink="folHlink"/>
  <p:sldLayoutIdLst>
    <p:sldLayoutId id="2147483695"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7" r:id="rId16"/>
    <p:sldLayoutId id="2147483668" r:id="rId17"/>
    <p:sldLayoutId id="2147483669" r:id="rId18"/>
    <p:sldLayoutId id="2147483670" r:id="rId19"/>
    <p:sldLayoutId id="2147483671" r:id="rId20"/>
    <p:sldLayoutId id="2147483665" r:id="rId21"/>
    <p:sldLayoutId id="2147483666" r:id="rId22"/>
    <p:sldLayoutId id="2147483673" r:id="rId23"/>
    <p:sldLayoutId id="2147483674" r:id="rId24"/>
    <p:sldLayoutId id="2147483675" r:id="rId25"/>
    <p:sldLayoutId id="2147483676" r:id="rId26"/>
    <p:sldLayoutId id="2147483677" r:id="rId27"/>
    <p:sldLayoutId id="2147483678" r:id="rId28"/>
    <p:sldLayoutId id="2147483679" r:id="rId29"/>
    <p:sldLayoutId id="2147483684" r:id="rId30"/>
    <p:sldLayoutId id="2147483685" r:id="rId31"/>
    <p:sldLayoutId id="2147483686" r:id="rId32"/>
    <p:sldLayoutId id="2147483687" r:id="rId33"/>
    <p:sldLayoutId id="2147483689" r:id="rId34"/>
    <p:sldLayoutId id="2147483690" r:id="rId35"/>
    <p:sldLayoutId id="2147483688" r:id="rId36"/>
    <p:sldLayoutId id="2147483664" r:id="rId37"/>
    <p:sldLayoutId id="2147483681" r:id="rId38"/>
    <p:sldLayoutId id="2147483682" r:id="rId39"/>
    <p:sldLayoutId id="2147483683" r:id="rId40"/>
    <p:sldLayoutId id="2147483692" r:id="rId41"/>
    <p:sldLayoutId id="2147483693" r:id="rId42"/>
    <p:sldLayoutId id="2147483694" r:id="rId43"/>
    <p:sldLayoutId id="2147483691" r:id="rId44"/>
    <p:sldLayoutId id="2147483649" r:id="rId45"/>
    <p:sldLayoutId id="2147483680" r:id="rId46"/>
    <p:sldLayoutId id="2147483696" r:id="rId9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24" userDrawn="1">
          <p15:clr>
            <a:srgbClr val="F26B43"/>
          </p15:clr>
        </p15:guide>
        <p15:guide id="2" pos="738" userDrawn="1">
          <p15:clr>
            <a:srgbClr val="F26B43"/>
          </p15:clr>
        </p15:guide>
        <p15:guide id="3" pos="834" userDrawn="1">
          <p15:clr>
            <a:srgbClr val="F26B43"/>
          </p15:clr>
        </p15:guide>
        <p15:guide id="4" pos="1350" userDrawn="1">
          <p15:clr>
            <a:srgbClr val="F26B43"/>
          </p15:clr>
        </p15:guide>
        <p15:guide id="5" pos="1446" userDrawn="1">
          <p15:clr>
            <a:srgbClr val="F26B43"/>
          </p15:clr>
        </p15:guide>
        <p15:guide id="6" pos="1960" userDrawn="1">
          <p15:clr>
            <a:srgbClr val="F26B43"/>
          </p15:clr>
        </p15:guide>
        <p15:guide id="7" pos="2056" userDrawn="1">
          <p15:clr>
            <a:srgbClr val="F26B43"/>
          </p15:clr>
        </p15:guide>
        <p15:guide id="8" pos="2570" userDrawn="1">
          <p15:clr>
            <a:srgbClr val="F26B43"/>
          </p15:clr>
        </p15:guide>
        <p15:guide id="9" pos="2666" userDrawn="1">
          <p15:clr>
            <a:srgbClr val="F26B43"/>
          </p15:clr>
        </p15:guide>
        <p15:guide id="10" pos="3180" userDrawn="1">
          <p15:clr>
            <a:srgbClr val="F26B43"/>
          </p15:clr>
        </p15:guide>
        <p15:guide id="11" pos="3276" userDrawn="1">
          <p15:clr>
            <a:srgbClr val="F26B43"/>
          </p15:clr>
        </p15:guide>
        <p15:guide id="12" pos="3792" userDrawn="1">
          <p15:clr>
            <a:srgbClr val="F26B43"/>
          </p15:clr>
        </p15:guide>
        <p15:guide id="13" pos="3886" userDrawn="1">
          <p15:clr>
            <a:srgbClr val="F26B43"/>
          </p15:clr>
        </p15:guide>
        <p15:guide id="14" pos="4402" userDrawn="1">
          <p15:clr>
            <a:srgbClr val="F26B43"/>
          </p15:clr>
        </p15:guide>
        <p15:guide id="15" pos="4498" userDrawn="1">
          <p15:clr>
            <a:srgbClr val="F26B43"/>
          </p15:clr>
        </p15:guide>
        <p15:guide id="16" pos="5012" userDrawn="1">
          <p15:clr>
            <a:srgbClr val="F26B43"/>
          </p15:clr>
        </p15:guide>
        <p15:guide id="17" pos="5108" userDrawn="1">
          <p15:clr>
            <a:srgbClr val="F26B43"/>
          </p15:clr>
        </p15:guide>
        <p15:guide id="18" pos="5622" userDrawn="1">
          <p15:clr>
            <a:srgbClr val="F26B43"/>
          </p15:clr>
        </p15:guide>
        <p15:guide id="19" pos="5718" userDrawn="1">
          <p15:clr>
            <a:srgbClr val="F26B43"/>
          </p15:clr>
        </p15:guide>
        <p15:guide id="20" pos="6232" userDrawn="1">
          <p15:clr>
            <a:srgbClr val="F26B43"/>
          </p15:clr>
        </p15:guide>
        <p15:guide id="21" pos="6328" userDrawn="1">
          <p15:clr>
            <a:srgbClr val="F26B43"/>
          </p15:clr>
        </p15:guide>
        <p15:guide id="22" pos="6844" userDrawn="1">
          <p15:clr>
            <a:srgbClr val="F26B43"/>
          </p15:clr>
        </p15:guide>
        <p15:guide id="23" pos="6940" userDrawn="1">
          <p15:clr>
            <a:srgbClr val="F26B43"/>
          </p15:clr>
        </p15:guide>
        <p15:guide id="24" pos="7454" userDrawn="1">
          <p15:clr>
            <a:srgbClr val="F26B43"/>
          </p15:clr>
        </p15:guide>
        <p15:guide id="25" orient="horz" pos="402" userDrawn="1">
          <p15:clr>
            <a:srgbClr val="F26B43"/>
          </p15:clr>
        </p15:guide>
        <p15:guide id="26" orient="horz" pos="3558" userDrawn="1">
          <p15:clr>
            <a:srgbClr val="F26B43"/>
          </p15:clr>
        </p15:guide>
        <p15:guide id="27" pos="480" userDrawn="1">
          <p15:clr>
            <a:srgbClr val="F26B43"/>
          </p15:clr>
        </p15:guide>
        <p15:guide id="28" pos="719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xml"/><Relationship Id="rId3" Type="http://schemas.openxmlformats.org/officeDocument/2006/relationships/chart" Target="../charts/char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Wide variation in ‘return’ on college investment</a:t>
            </a:r>
          </a:p>
        </p:txBody>
      </p:sp>
      <p:sp>
        <p:nvSpPr>
          <p:cNvPr id="3" name="Text Placeholder 2"/>
          <p:cNvSpPr>
            <a:spLocks noGrp="1"/>
          </p:cNvSpPr>
          <p:nvPr>
            <p:ph type="body" idx="13" sz="quarter"/>
          </p:nvPr>
        </p:nvSpPr>
        <p:spPr>
          <a:xfrm>
            <a:off x="768096" y="731520"/>
            <a:ext cx="10972800" cy="310896"/>
          </a:xfrm>
        </p:spPr>
        <p:txBody>
          <a:bodyPr/>
          <a:lstStyle/>
          <a:p>
            <a:r>
              <a:t>Northeastern ranks 33rd (of 1,527) in median earnings 10 years after entry: $93K at a $31K average net price</a:t>
            </a:r>
          </a:p>
        </p:txBody>
      </p:sp>
      <p:sp>
        <p:nvSpPr>
          <p:cNvPr id="4" name="Text Placeholder 3"/>
          <p:cNvSpPr>
            <a:spLocks noGrp="1"/>
          </p:cNvSpPr>
          <p:nvPr>
            <p:ph type="body" idx="14" sz="quarter"/>
          </p:nvPr>
        </p:nvSpPr>
        <p:spPr/>
        <p:txBody>
          <a:bodyPr/>
          <a:lstStyle/>
          <a:p>
            <a:r>
              <a:t>(1) Median earnings of federally aided (Title IV) students who entered in 2009–10 or 2010–11, are working and not enrolled, measured in 2020 and 2021 (10th year after entry); 2022 dollars.</a:t>
            </a:r>
          </a:p>
          <a:p>
            <a:r>
              <a:t>(2) Average net price, academic year 2023–24, for undergraduate Title IV-receiving students: full cost of attendance (tuition and fees, books and supplies, living expenses) minus federal, state and institutional aid.</a:t>
            </a:r>
          </a:p>
          <a:p>
            <a:r>
              <a:t>(3) Landmark College is located in Putney, Vermont and is dedicated to students with learning disabilities (ADHD, dyslexia and autism).</a:t>
            </a:r>
          </a:p>
          <a:p>
            <a:r>
              <a:t>Note: Of 6,273 institutions in the Scorecard file, the analysis includes 1,527 (584 public, 943 private) with CONTROL = public or private not-for-profit; CCBASIC = 15–23; CCUGPROF = 5–15; net price and 10-year earnings reported. 1 institution with a negative reported net price is counted but falls left of the axis.</a:t>
            </a:r>
          </a:p>
        </p:txBody>
      </p:sp>
      <p:sp>
        <p:nvSpPr>
          <p:cNvPr id="5" name="Text Placeholder 4"/>
          <p:cNvSpPr>
            <a:spLocks noGrp="1"/>
          </p:cNvSpPr>
          <p:nvPr>
            <p:ph type="body" idx="15" sz="quarter"/>
          </p:nvPr>
        </p:nvSpPr>
        <p:spPr/>
        <p:txBody>
          <a:bodyPr/>
          <a:lstStyle/>
          <a:p>
            <a:r>
              <a:t>Source: U.S. Department of Education, College Scorecard institution-level data (collegescorecard.ed.gov/data), release of June 10, 2026; Northeastern analysis.</a:t>
            </a:r>
          </a:p>
        </p:txBody>
      </p:sp>
      <p:sp>
        <p:nvSpPr>
          <p:cNvPr id="6" name="Slide Number Placeholder"/>
          <p:cNvSpPr>
            <a:spLocks noGrp="1"/>
          </p:cNvSpPr>
          <p:nvPr>
            <p:ph type="sldNum" sz="quarter" idx="12"/>
          </p:nvPr>
        </p:nvSpPr>
        <p:spPr/>
        <p:txBody>
          <a:bodyPr/>
          <a:lstStyle/>
          <a:p>
            <a:fld id="{B6F15528-21DE-4FAA-801E-634DDDAF4B2B}" type="slidenum">
              <a:rPr lang="en-US"/>
              <a:t>‹#›</a:t>
            </a:fld>
            <a:endParaRPr lang="en-US"/>
          </a:p>
        </p:txBody>
      </p:sp>
      <p:graphicFrame>
        <p:nvGraphicFramePr>
          <p:cNvPr id="7" name="Scorecard scatter" descr="Scatter chart: median earnings ten years after entry versus average annual net cost of attendance for 1,526 institutions (583 public, 943 private). Northeastern is highlighted in red; the private-institution trendline slopes upward."/>
          <p:cNvGraphicFramePr>
            <a:graphicFrameLocks noGrp="1"/>
          </p:cNvGraphicFramePr>
          <p:nvPr/>
        </p:nvGraphicFramePr>
        <p:xfrm>
          <a:off x="320040" y="1207008"/>
          <a:ext cx="11567160" cy="4279392"/>
        </p:xfrm>
        <a:graphic>
          <a:graphicData uri="http://schemas.openxmlformats.org/drawingml/2006/chart">
            <c:chart xmlns:c="http://schemas.openxmlformats.org/drawingml/2006/chart" r:id="rId3"/>
          </a:graphicData>
        </a:graphic>
      </p:graphicFrame>
      <p:cxnSp>
        <p:nvCxnSpPr>
          <p:cNvPr id="8" name="Leader Yale University"/>
          <p:cNvCxnSpPr/>
          <p:nvPr/>
        </p:nvCxnSpPr>
        <p:spPr>
          <a:xfrm>
            <a:off x="5394032" y="2654848"/>
            <a:ext cx="0" cy="475488"/>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9" name="Leader Georgetown University"/>
          <p:cNvCxnSpPr/>
          <p:nvPr/>
        </p:nvCxnSpPr>
        <p:spPr>
          <a:xfrm flipV="1">
            <a:off x="8369649" y="2425491"/>
            <a:ext cx="115019" cy="115019"/>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10" name="Leader Stevens Institute of Technology"/>
          <p:cNvCxnSpPr/>
          <p:nvPr/>
        </p:nvCxnSpPr>
        <p:spPr>
          <a:xfrm flipV="1">
            <a:off x="8442384" y="2247550"/>
            <a:ext cx="0" cy="164592"/>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11" name="Leader Duke University"/>
          <p:cNvCxnSpPr/>
          <p:nvPr/>
        </p:nvCxnSpPr>
        <p:spPr>
          <a:xfrm flipH="1" flipV="1">
            <a:off x="6169618" y="2452896"/>
            <a:ext cx="217432" cy="217432"/>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12" name="Leader Colorado School of Mines"/>
          <p:cNvCxnSpPr/>
          <p:nvPr/>
        </p:nvCxnSpPr>
        <p:spPr>
          <a:xfrm>
            <a:off x="6265871" y="2719724"/>
            <a:ext cx="332647" cy="332647"/>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cxnSp>
        <p:nvCxnSpPr>
          <p:cNvPr id="13" name="Leader Columbia University in the City of New York"/>
          <p:cNvCxnSpPr/>
          <p:nvPr/>
        </p:nvCxnSpPr>
        <p:spPr>
          <a:xfrm>
            <a:off x="5014571" y="2610207"/>
            <a:ext cx="0" cy="685800"/>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14" name="Leader SUNY Maritime College"/>
          <p:cNvCxnSpPr/>
          <p:nvPr/>
        </p:nvCxnSpPr>
        <p:spPr>
          <a:xfrm flipV="1">
            <a:off x="5149387" y="2393553"/>
            <a:ext cx="0" cy="310896"/>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cxnSp>
        <p:nvCxnSpPr>
          <p:cNvPr id="15" name="Leader University of Southern California"/>
          <p:cNvCxnSpPr/>
          <p:nvPr/>
        </p:nvCxnSpPr>
        <p:spPr>
          <a:xfrm flipV="1">
            <a:off x="6949179" y="2472278"/>
            <a:ext cx="0" cy="310896"/>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16" name="Leader Johns Hopkins University"/>
          <p:cNvCxnSpPr/>
          <p:nvPr/>
        </p:nvCxnSpPr>
        <p:spPr>
          <a:xfrm flipH="1">
            <a:off x="4180003" y="2942699"/>
            <a:ext cx="332647" cy="332647"/>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17" name="Leader Dartmouth College"/>
          <p:cNvCxnSpPr/>
          <p:nvPr/>
        </p:nvCxnSpPr>
        <p:spPr>
          <a:xfrm flipH="1">
            <a:off x="6198288" y="2698070"/>
            <a:ext cx="164592" cy="0"/>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18" name="Leader Boston College"/>
          <p:cNvCxnSpPr/>
          <p:nvPr/>
        </p:nvCxnSpPr>
        <p:spPr>
          <a:xfrm flipH="1" flipV="1">
            <a:off x="8370082" y="2415391"/>
            <a:ext cx="115020" cy="115019"/>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19" name="Leader Northwestern University"/>
          <p:cNvCxnSpPr/>
          <p:nvPr/>
        </p:nvCxnSpPr>
        <p:spPr>
          <a:xfrm>
            <a:off x="6356669" y="2882081"/>
            <a:ext cx="685800" cy="0"/>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20" name="Leader Claremont McKenna College"/>
          <p:cNvCxnSpPr/>
          <p:nvPr/>
        </p:nvCxnSpPr>
        <p:spPr>
          <a:xfrm flipV="1">
            <a:off x="6274062" y="2028671"/>
            <a:ext cx="0" cy="475488"/>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21" name="Leader Yeshiva University"/>
          <p:cNvCxnSpPr/>
          <p:nvPr/>
        </p:nvCxnSpPr>
        <p:spPr>
          <a:xfrm flipH="1" flipV="1">
            <a:off x="9803427" y="3158275"/>
            <a:ext cx="115020" cy="115019"/>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22" name="Leader Massachusetts Maritime Academy"/>
          <p:cNvCxnSpPr/>
          <p:nvPr/>
        </p:nvCxnSpPr>
        <p:spPr>
          <a:xfrm>
            <a:off x="5032581" y="3060410"/>
            <a:ext cx="332646" cy="332647"/>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cxnSp>
        <p:nvCxnSpPr>
          <p:cNvPr id="23" name="Leader Illinois Institute of Technology"/>
          <p:cNvCxnSpPr/>
          <p:nvPr/>
        </p:nvCxnSpPr>
        <p:spPr>
          <a:xfrm>
            <a:off x="4465420" y="3063885"/>
            <a:ext cx="0" cy="310896"/>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24" name="Leader Fairfield University"/>
          <p:cNvCxnSpPr/>
          <p:nvPr/>
        </p:nvCxnSpPr>
        <p:spPr>
          <a:xfrm flipV="1">
            <a:off x="9632782" y="2658224"/>
            <a:ext cx="217433" cy="217432"/>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25" name="Leader Washington University in St Louis"/>
          <p:cNvCxnSpPr/>
          <p:nvPr/>
        </p:nvCxnSpPr>
        <p:spPr>
          <a:xfrm flipH="1">
            <a:off x="4914162" y="2974002"/>
            <a:ext cx="115019" cy="115019"/>
          </a:xfrm>
          <a:prstGeom prst="line">
            <a:avLst/>
          </a:prstGeom>
          <a:ln w="6350">
            <a:solidFill>
              <a:srgbClr val="0C3354"/>
            </a:solidFill>
          </a:ln>
        </p:spPr>
        <p:style>
          <a:lnRef idx="2">
            <a:schemeClr val="accent1"/>
          </a:lnRef>
          <a:fillRef idx="0">
            <a:schemeClr val="accent1"/>
          </a:fillRef>
          <a:effectRef idx="1">
            <a:schemeClr val="accent1"/>
          </a:effectRef>
          <a:fontRef idx="minor">
            <a:schemeClr val="tx1"/>
          </a:fontRef>
        </p:style>
      </p:cxnSp>
      <p:cxnSp>
        <p:nvCxnSpPr>
          <p:cNvPr id="26" name="Leader Maine Maritime Academy"/>
          <p:cNvCxnSpPr/>
          <p:nvPr/>
        </p:nvCxnSpPr>
        <p:spPr>
          <a:xfrm>
            <a:off x="5358481" y="2868379"/>
            <a:ext cx="164592" cy="0"/>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cxnSp>
        <p:nvCxnSpPr>
          <p:cNvPr id="27" name="Leader Cal Poly Maritime Academy"/>
          <p:cNvCxnSpPr/>
          <p:nvPr/>
        </p:nvCxnSpPr>
        <p:spPr>
          <a:xfrm flipH="1" flipV="1">
            <a:off x="4598162" y="2521658"/>
            <a:ext cx="217432" cy="217432"/>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sp>
        <p:nvSpPr>
          <p:cNvPr id="28" name="Label Harvard University"/>
          <p:cNvSpPr txBox="1"/>
          <p:nvPr/>
        </p:nvSpPr>
        <p:spPr>
          <a:xfrm>
            <a:off x="4627845" y="2409775"/>
            <a:ext cx="424846"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Harvard</a:t>
            </a:r>
          </a:p>
        </p:txBody>
      </p:sp>
      <p:sp>
        <p:nvSpPr>
          <p:cNvPr id="29" name="Label Massachusetts Institute of Technology"/>
          <p:cNvSpPr txBox="1"/>
          <p:nvPr/>
        </p:nvSpPr>
        <p:spPr>
          <a:xfrm>
            <a:off x="4831106" y="1582148"/>
            <a:ext cx="252475"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MIT</a:t>
            </a:r>
          </a:p>
        </p:txBody>
      </p:sp>
      <p:sp>
        <p:nvSpPr>
          <p:cNvPr id="30" name="Label Stanford University"/>
          <p:cNvSpPr txBox="1"/>
          <p:nvPr/>
        </p:nvSpPr>
        <p:spPr>
          <a:xfrm>
            <a:off x="3148893" y="2021987"/>
            <a:ext cx="442118"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Stanford</a:t>
            </a:r>
          </a:p>
        </p:txBody>
      </p:sp>
      <p:sp>
        <p:nvSpPr>
          <p:cNvPr id="31" name="Label Princeton University"/>
          <p:cNvSpPr txBox="1"/>
          <p:nvPr/>
        </p:nvSpPr>
        <p:spPr>
          <a:xfrm>
            <a:off x="2404952" y="2341492"/>
            <a:ext cx="485560"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Princeton</a:t>
            </a:r>
          </a:p>
        </p:txBody>
      </p:sp>
      <p:sp>
        <p:nvSpPr>
          <p:cNvPr id="32" name="Label United States Merchant Marine Academy"/>
          <p:cNvSpPr txBox="1"/>
          <p:nvPr/>
        </p:nvSpPr>
        <p:spPr>
          <a:xfrm>
            <a:off x="2412933" y="2785070"/>
            <a:ext cx="511651"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U.S. MMA</a:t>
            </a:r>
          </a:p>
        </p:txBody>
      </p:sp>
      <p:sp>
        <p:nvSpPr>
          <p:cNvPr id="33" name="Label Georgia Institute of Technology-Main Campus"/>
          <p:cNvSpPr txBox="1"/>
          <p:nvPr/>
        </p:nvSpPr>
        <p:spPr>
          <a:xfrm>
            <a:off x="3421969" y="2388002"/>
            <a:ext cx="425346"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GA Tech</a:t>
            </a:r>
          </a:p>
        </p:txBody>
      </p:sp>
      <p:sp>
        <p:nvSpPr>
          <p:cNvPr id="34" name="Label Yale University"/>
          <p:cNvSpPr txBox="1"/>
          <p:nvPr/>
        </p:nvSpPr>
        <p:spPr>
          <a:xfrm>
            <a:off x="5267207" y="3130336"/>
            <a:ext cx="253650"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Yale</a:t>
            </a:r>
          </a:p>
        </p:txBody>
      </p:sp>
      <p:sp>
        <p:nvSpPr>
          <p:cNvPr id="35" name="Label Georgetown University"/>
          <p:cNvSpPr txBox="1"/>
          <p:nvPr/>
        </p:nvSpPr>
        <p:spPr>
          <a:xfrm>
            <a:off x="8484668" y="2288331"/>
            <a:ext cx="596487"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Georgetown</a:t>
            </a:r>
          </a:p>
        </p:txBody>
      </p:sp>
      <p:sp>
        <p:nvSpPr>
          <p:cNvPr id="36" name="Label Stevens Institute of Technology"/>
          <p:cNvSpPr txBox="1"/>
          <p:nvPr/>
        </p:nvSpPr>
        <p:spPr>
          <a:xfrm>
            <a:off x="7989299" y="2110390"/>
            <a:ext cx="906168"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Stevens Inst of Tech</a:t>
            </a:r>
          </a:p>
        </p:txBody>
      </p:sp>
      <p:sp>
        <p:nvSpPr>
          <p:cNvPr id="37" name="Label Worcester Polytechnic Institute"/>
          <p:cNvSpPr txBox="1"/>
          <p:nvPr/>
        </p:nvSpPr>
        <p:spPr>
          <a:xfrm>
            <a:off x="7977285" y="2611661"/>
            <a:ext cx="713192"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Worcester Poly</a:t>
            </a:r>
          </a:p>
        </p:txBody>
      </p:sp>
      <p:sp>
        <p:nvSpPr>
          <p:cNvPr id="38" name="Label University of Pennsylvania"/>
          <p:cNvSpPr txBox="1"/>
          <p:nvPr/>
        </p:nvSpPr>
        <p:spPr>
          <a:xfrm>
            <a:off x="6299242" y="2191953"/>
            <a:ext cx="386588"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U Penn</a:t>
            </a:r>
          </a:p>
        </p:txBody>
      </p:sp>
      <p:sp>
        <p:nvSpPr>
          <p:cNvPr id="39" name="Label Berea College"/>
          <p:cNvSpPr txBox="1"/>
          <p:nvPr/>
        </p:nvSpPr>
        <p:spPr>
          <a:xfrm>
            <a:off x="1930060" y="3867113"/>
            <a:ext cx="324770"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Berea</a:t>
            </a:r>
          </a:p>
        </p:txBody>
      </p:sp>
      <p:sp>
        <p:nvSpPr>
          <p:cNvPr id="40" name="Label CUNY Bernard M Baruch College"/>
          <p:cNvSpPr txBox="1"/>
          <p:nvPr/>
        </p:nvSpPr>
        <p:spPr>
          <a:xfrm>
            <a:off x="1867947" y="3118826"/>
            <a:ext cx="1139269"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CUNY Bernard M Baruch</a:t>
            </a:r>
          </a:p>
        </p:txBody>
      </p:sp>
      <p:sp>
        <p:nvSpPr>
          <p:cNvPr id="41" name="Label California Polytechnic State University-San Luis Obispo"/>
          <p:cNvSpPr txBox="1"/>
          <p:nvPr/>
        </p:nvSpPr>
        <p:spPr>
          <a:xfrm>
            <a:off x="4211254" y="2661682"/>
            <a:ext cx="422505"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Cal Poly</a:t>
            </a:r>
          </a:p>
        </p:txBody>
      </p:sp>
      <p:sp>
        <p:nvSpPr>
          <p:cNvPr id="42" name="Label University of Virginia-Main Campus"/>
          <p:cNvSpPr txBox="1"/>
          <p:nvPr/>
        </p:nvSpPr>
        <p:spPr>
          <a:xfrm>
            <a:off x="4662405" y="2870498"/>
            <a:ext cx="274677"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UVA</a:t>
            </a:r>
          </a:p>
        </p:txBody>
      </p:sp>
      <p:sp>
        <p:nvSpPr>
          <p:cNvPr id="43" name="Label Bryant University"/>
          <p:cNvSpPr txBox="1"/>
          <p:nvPr/>
        </p:nvSpPr>
        <p:spPr>
          <a:xfrm>
            <a:off x="8493500" y="2798796"/>
            <a:ext cx="458636"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Bryant U</a:t>
            </a:r>
          </a:p>
        </p:txBody>
      </p:sp>
      <p:sp>
        <p:nvSpPr>
          <p:cNvPr id="44" name="Label California Institute of Technology"/>
          <p:cNvSpPr txBox="1"/>
          <p:nvPr/>
        </p:nvSpPr>
        <p:spPr>
          <a:xfrm>
            <a:off x="4130830" y="1919710"/>
            <a:ext cx="433427"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Cal Tech</a:t>
            </a:r>
          </a:p>
        </p:txBody>
      </p:sp>
      <p:sp>
        <p:nvSpPr>
          <p:cNvPr id="45" name="Label Duke University"/>
          <p:cNvSpPr txBox="1"/>
          <p:nvPr/>
        </p:nvSpPr>
        <p:spPr>
          <a:xfrm>
            <a:off x="5868065" y="2315736"/>
            <a:ext cx="301553"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Duke</a:t>
            </a:r>
          </a:p>
        </p:txBody>
      </p:sp>
      <p:sp>
        <p:nvSpPr>
          <p:cNvPr id="46" name="Label Rice University"/>
          <p:cNvSpPr txBox="1"/>
          <p:nvPr/>
        </p:nvSpPr>
        <p:spPr>
          <a:xfrm>
            <a:off x="3257172" y="2805407"/>
            <a:ext cx="258016"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Rice</a:t>
            </a:r>
          </a:p>
        </p:txBody>
      </p:sp>
      <p:sp>
        <p:nvSpPr>
          <p:cNvPr id="47" name="Label Colorado School of Mines"/>
          <p:cNvSpPr txBox="1"/>
          <p:nvPr/>
        </p:nvSpPr>
        <p:spPr>
          <a:xfrm>
            <a:off x="6598518" y="3052371"/>
            <a:ext cx="778970"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Col Sch of Mines</a:t>
            </a:r>
          </a:p>
        </p:txBody>
      </p:sp>
      <p:sp>
        <p:nvSpPr>
          <p:cNvPr id="48" name="Label Naropa University"/>
          <p:cNvSpPr txBox="1"/>
          <p:nvPr/>
        </p:nvSpPr>
        <p:spPr>
          <a:xfrm>
            <a:off x="6404471" y="4196103"/>
            <a:ext cx="489307"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Naropa U</a:t>
            </a:r>
          </a:p>
        </p:txBody>
      </p:sp>
      <p:sp>
        <p:nvSpPr>
          <p:cNvPr id="49" name="Label Sacred Heart University"/>
          <p:cNvSpPr txBox="1"/>
          <p:nvPr/>
        </p:nvSpPr>
        <p:spPr>
          <a:xfrm>
            <a:off x="8596197" y="3259405"/>
            <a:ext cx="632674"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Sacred Heart</a:t>
            </a:r>
          </a:p>
        </p:txBody>
      </p:sp>
      <p:sp>
        <p:nvSpPr>
          <p:cNvPr id="50" name="Label Bentley University"/>
          <p:cNvSpPr txBox="1"/>
          <p:nvPr/>
        </p:nvSpPr>
        <p:spPr>
          <a:xfrm>
            <a:off x="7604267" y="1951410"/>
            <a:ext cx="490831"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Bentley U</a:t>
            </a:r>
          </a:p>
        </p:txBody>
      </p:sp>
      <p:sp>
        <p:nvSpPr>
          <p:cNvPr id="51" name="Label Carnegie Mellon University"/>
          <p:cNvSpPr txBox="1"/>
          <p:nvPr/>
        </p:nvSpPr>
        <p:spPr>
          <a:xfrm>
            <a:off x="6862273" y="2112362"/>
            <a:ext cx="766119"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Carnegie Mellon</a:t>
            </a:r>
          </a:p>
        </p:txBody>
      </p:sp>
      <p:sp>
        <p:nvSpPr>
          <p:cNvPr id="52" name="Label Columbia University in the City of New York"/>
          <p:cNvSpPr txBox="1"/>
          <p:nvPr/>
        </p:nvSpPr>
        <p:spPr>
          <a:xfrm>
            <a:off x="4773315" y="3296007"/>
            <a:ext cx="482512"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Columbia</a:t>
            </a:r>
          </a:p>
        </p:txBody>
      </p:sp>
      <p:sp>
        <p:nvSpPr>
          <p:cNvPr id="53" name="Label SUNY Maritime College"/>
          <p:cNvSpPr txBox="1"/>
          <p:nvPr/>
        </p:nvSpPr>
        <p:spPr>
          <a:xfrm>
            <a:off x="4780400" y="2256393"/>
            <a:ext cx="737973"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SUNY Maritime</a:t>
            </a:r>
          </a:p>
        </p:txBody>
      </p:sp>
      <p:sp>
        <p:nvSpPr>
          <p:cNvPr id="54" name="Label University of Southern California"/>
          <p:cNvSpPr txBox="1"/>
          <p:nvPr/>
        </p:nvSpPr>
        <p:spPr>
          <a:xfrm>
            <a:off x="6815702" y="2335118"/>
            <a:ext cx="266954"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USC</a:t>
            </a:r>
          </a:p>
        </p:txBody>
      </p:sp>
      <p:sp>
        <p:nvSpPr>
          <p:cNvPr id="55" name="Label Villanova University"/>
          <p:cNvSpPr txBox="1"/>
          <p:nvPr/>
        </p:nvSpPr>
        <p:spPr>
          <a:xfrm>
            <a:off x="8933688" y="2561344"/>
            <a:ext cx="471122"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Villanova</a:t>
            </a:r>
          </a:p>
        </p:txBody>
      </p:sp>
      <p:sp>
        <p:nvSpPr>
          <p:cNvPr id="56" name="Label Emerson College"/>
          <p:cNvSpPr txBox="1"/>
          <p:nvPr/>
        </p:nvSpPr>
        <p:spPr>
          <a:xfrm>
            <a:off x="9282814" y="3418382"/>
            <a:ext cx="445674"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Emerson</a:t>
            </a:r>
          </a:p>
        </p:txBody>
      </p:sp>
      <p:sp>
        <p:nvSpPr>
          <p:cNvPr id="57" name="Label University of Chicago"/>
          <p:cNvSpPr txBox="1"/>
          <p:nvPr/>
        </p:nvSpPr>
        <p:spPr>
          <a:xfrm>
            <a:off x="3601578" y="2614270"/>
            <a:ext cx="490577"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UChicago</a:t>
            </a:r>
          </a:p>
        </p:txBody>
      </p:sp>
      <p:sp>
        <p:nvSpPr>
          <p:cNvPr id="58" name="Label Missouri University of Science and Technology"/>
          <p:cNvSpPr txBox="1"/>
          <p:nvPr/>
        </p:nvSpPr>
        <p:spPr>
          <a:xfrm>
            <a:off x="3413410" y="3079338"/>
            <a:ext cx="631753"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Missouri S&amp;T</a:t>
            </a:r>
          </a:p>
        </p:txBody>
      </p:sp>
      <p:sp>
        <p:nvSpPr>
          <p:cNvPr id="59" name="Label Harvey Mudd College"/>
          <p:cNvSpPr txBox="1"/>
          <p:nvPr/>
        </p:nvSpPr>
        <p:spPr>
          <a:xfrm>
            <a:off x="7574778" y="1688961"/>
            <a:ext cx="652835"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Harvey Mudd</a:t>
            </a:r>
          </a:p>
        </p:txBody>
      </p:sp>
      <p:sp>
        <p:nvSpPr>
          <p:cNvPr id="60" name="Label University of Notre Dame"/>
          <p:cNvSpPr txBox="1"/>
          <p:nvPr/>
        </p:nvSpPr>
        <p:spPr>
          <a:xfrm>
            <a:off x="5266198" y="2451657"/>
            <a:ext cx="597669"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Notre Dame</a:t>
            </a:r>
          </a:p>
        </p:txBody>
      </p:sp>
      <p:sp>
        <p:nvSpPr>
          <p:cNvPr id="61" name="Label Johns Hopkins University"/>
          <p:cNvSpPr txBox="1"/>
          <p:nvPr/>
        </p:nvSpPr>
        <p:spPr>
          <a:xfrm>
            <a:off x="3490854" y="3275346"/>
            <a:ext cx="689149"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Johns Hopkins</a:t>
            </a:r>
          </a:p>
        </p:txBody>
      </p:sp>
      <p:sp>
        <p:nvSpPr>
          <p:cNvPr id="62" name="Label Dartmouth College"/>
          <p:cNvSpPr txBox="1"/>
          <p:nvPr/>
        </p:nvSpPr>
        <p:spPr>
          <a:xfrm>
            <a:off x="5645822" y="2629490"/>
            <a:ext cx="552465"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Dartmouth</a:t>
            </a:r>
          </a:p>
        </p:txBody>
      </p:sp>
      <p:sp>
        <p:nvSpPr>
          <p:cNvPr id="63" name="Label Landmark College"/>
          <p:cNvSpPr txBox="1"/>
          <p:nvPr/>
        </p:nvSpPr>
        <p:spPr>
          <a:xfrm>
            <a:off x="10666692" y="4029452"/>
            <a:ext cx="967589"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Landmark College (3)</a:t>
            </a:r>
          </a:p>
        </p:txBody>
      </p:sp>
      <p:sp>
        <p:nvSpPr>
          <p:cNvPr id="64" name="Label Bucknell University"/>
          <p:cNvSpPr txBox="1"/>
          <p:nvPr/>
        </p:nvSpPr>
        <p:spPr>
          <a:xfrm>
            <a:off x="7851726" y="2831968"/>
            <a:ext cx="438816"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Bucknell</a:t>
            </a:r>
          </a:p>
        </p:txBody>
      </p:sp>
      <p:sp>
        <p:nvSpPr>
          <p:cNvPr id="65" name="Label Cornell University"/>
          <p:cNvSpPr txBox="1"/>
          <p:nvPr/>
        </p:nvSpPr>
        <p:spPr>
          <a:xfrm>
            <a:off x="6297680" y="2359025"/>
            <a:ext cx="379841"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Cornell</a:t>
            </a:r>
          </a:p>
        </p:txBody>
      </p:sp>
      <p:sp>
        <p:nvSpPr>
          <p:cNvPr id="66" name="Label Beacon College"/>
          <p:cNvSpPr txBox="1"/>
          <p:nvPr/>
        </p:nvSpPr>
        <p:spPr>
          <a:xfrm>
            <a:off x="10191962" y="4321876"/>
            <a:ext cx="724360"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Beacon College</a:t>
            </a:r>
          </a:p>
        </p:txBody>
      </p:sp>
      <p:sp>
        <p:nvSpPr>
          <p:cNvPr id="67" name="Label Berklee College of Music"/>
          <p:cNvSpPr txBox="1"/>
          <p:nvPr/>
        </p:nvSpPr>
        <p:spPr>
          <a:xfrm>
            <a:off x="8672983" y="4083772"/>
            <a:ext cx="1104955"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Berklee College of Music</a:t>
            </a:r>
          </a:p>
        </p:txBody>
      </p:sp>
      <p:sp>
        <p:nvSpPr>
          <p:cNvPr id="68" name="Label California Institute of the Arts"/>
          <p:cNvSpPr txBox="1"/>
          <p:nvPr/>
        </p:nvSpPr>
        <p:spPr>
          <a:xfrm>
            <a:off x="7880720" y="3791830"/>
            <a:ext cx="1331841"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California Institute of the Arts</a:t>
            </a:r>
          </a:p>
        </p:txBody>
      </p:sp>
      <p:sp>
        <p:nvSpPr>
          <p:cNvPr id="69" name="Label Savannah College of Art and Design"/>
          <p:cNvSpPr txBox="1"/>
          <p:nvPr/>
        </p:nvSpPr>
        <p:spPr>
          <a:xfrm>
            <a:off x="9918169" y="3803184"/>
            <a:ext cx="333351"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SCAD</a:t>
            </a:r>
          </a:p>
        </p:txBody>
      </p:sp>
      <p:sp>
        <p:nvSpPr>
          <p:cNvPr id="70" name="Label Howard University"/>
          <p:cNvSpPr txBox="1"/>
          <p:nvPr/>
        </p:nvSpPr>
        <p:spPr>
          <a:xfrm>
            <a:off x="10110589" y="3413047"/>
            <a:ext cx="864322"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Howard University</a:t>
            </a:r>
          </a:p>
        </p:txBody>
      </p:sp>
      <p:sp>
        <p:nvSpPr>
          <p:cNvPr id="71" name="Label Boston College"/>
          <p:cNvSpPr txBox="1"/>
          <p:nvPr/>
        </p:nvSpPr>
        <p:spPr>
          <a:xfrm>
            <a:off x="7663200" y="2278231"/>
            <a:ext cx="706882"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Boston College</a:t>
            </a:r>
          </a:p>
        </p:txBody>
      </p:sp>
      <p:sp>
        <p:nvSpPr>
          <p:cNvPr id="72" name="Label Northwestern University"/>
          <p:cNvSpPr txBox="1"/>
          <p:nvPr/>
        </p:nvSpPr>
        <p:spPr>
          <a:xfrm>
            <a:off x="7042469" y="2813501"/>
            <a:ext cx="663765"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Northwestern</a:t>
            </a:r>
          </a:p>
        </p:txBody>
      </p:sp>
      <p:sp>
        <p:nvSpPr>
          <p:cNvPr id="73" name="Label Claremont McKenna College"/>
          <p:cNvSpPr txBox="1"/>
          <p:nvPr/>
        </p:nvSpPr>
        <p:spPr>
          <a:xfrm>
            <a:off x="5801082" y="1891511"/>
            <a:ext cx="945959"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Claremont McKenna</a:t>
            </a:r>
          </a:p>
        </p:txBody>
      </p:sp>
      <p:sp>
        <p:nvSpPr>
          <p:cNvPr id="74" name="Label Yeshiva University"/>
          <p:cNvSpPr txBox="1"/>
          <p:nvPr/>
        </p:nvSpPr>
        <p:spPr>
          <a:xfrm>
            <a:off x="8958298" y="3021115"/>
            <a:ext cx="845129"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Yeshiva University</a:t>
            </a:r>
          </a:p>
        </p:txBody>
      </p:sp>
      <p:sp>
        <p:nvSpPr>
          <p:cNvPr id="75" name="Label Keiser University-Ft Lauderdale"/>
          <p:cNvSpPr txBox="1"/>
          <p:nvPr/>
        </p:nvSpPr>
        <p:spPr>
          <a:xfrm>
            <a:off x="6633327" y="3945861"/>
            <a:ext cx="1381117"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Keiser University Ft Lauderdale</a:t>
            </a:r>
          </a:p>
        </p:txBody>
      </p:sp>
      <p:sp>
        <p:nvSpPr>
          <p:cNvPr id="76" name="Label University of Rio Grande"/>
          <p:cNvSpPr txBox="1"/>
          <p:nvPr/>
        </p:nvSpPr>
        <p:spPr>
          <a:xfrm>
            <a:off x="4827114" y="4046965"/>
            <a:ext cx="1102256"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University of Rio Grande</a:t>
            </a:r>
          </a:p>
        </p:txBody>
      </p:sp>
      <p:sp>
        <p:nvSpPr>
          <p:cNvPr id="77" name="Label Massachusetts Maritime Academy"/>
          <p:cNvSpPr txBox="1"/>
          <p:nvPr/>
        </p:nvSpPr>
        <p:spPr>
          <a:xfrm>
            <a:off x="5365227" y="3393057"/>
            <a:ext cx="708104"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Mass Maritime</a:t>
            </a:r>
          </a:p>
        </p:txBody>
      </p:sp>
      <p:sp>
        <p:nvSpPr>
          <p:cNvPr id="78" name="Label University of California-Berkeley"/>
          <p:cNvSpPr txBox="1"/>
          <p:nvPr/>
        </p:nvSpPr>
        <p:spPr>
          <a:xfrm>
            <a:off x="2960398" y="2623425"/>
            <a:ext cx="595995"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UC Berkeley</a:t>
            </a:r>
          </a:p>
        </p:txBody>
      </p:sp>
      <p:sp>
        <p:nvSpPr>
          <p:cNvPr id="79" name="Label University of California-Los Angeles"/>
          <p:cNvSpPr txBox="1"/>
          <p:nvPr/>
        </p:nvSpPr>
        <p:spPr>
          <a:xfrm>
            <a:off x="3044802" y="2969720"/>
            <a:ext cx="327763"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UCLA</a:t>
            </a:r>
          </a:p>
        </p:txBody>
      </p:sp>
      <p:sp>
        <p:nvSpPr>
          <p:cNvPr id="80" name="Label Florida Gateway College"/>
          <p:cNvSpPr txBox="1"/>
          <p:nvPr/>
        </p:nvSpPr>
        <p:spPr>
          <a:xfrm>
            <a:off x="1811708" y="4128677"/>
            <a:ext cx="775065"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Florida Gateway</a:t>
            </a:r>
          </a:p>
        </p:txBody>
      </p:sp>
      <p:sp>
        <p:nvSpPr>
          <p:cNvPr id="81" name="Label Dewey University-Carolina"/>
          <p:cNvSpPr txBox="1"/>
          <p:nvPr/>
        </p:nvSpPr>
        <p:spPr>
          <a:xfrm>
            <a:off x="2042842" y="4400360"/>
            <a:ext cx="817737"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Dewey University</a:t>
            </a:r>
          </a:p>
        </p:txBody>
      </p:sp>
      <p:sp>
        <p:nvSpPr>
          <p:cNvPr id="82" name="Label Southern Methodist University"/>
          <p:cNvSpPr txBox="1"/>
          <p:nvPr/>
        </p:nvSpPr>
        <p:spPr>
          <a:xfrm>
            <a:off x="8436763" y="3064496"/>
            <a:ext cx="291131"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SMU</a:t>
            </a:r>
          </a:p>
        </p:txBody>
      </p:sp>
      <p:sp>
        <p:nvSpPr>
          <p:cNvPr id="83" name="Label Illinois Institute of Technology"/>
          <p:cNvSpPr txBox="1"/>
          <p:nvPr/>
        </p:nvSpPr>
        <p:spPr>
          <a:xfrm>
            <a:off x="4184421" y="3374781"/>
            <a:ext cx="561998"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Illinois Tech</a:t>
            </a:r>
          </a:p>
        </p:txBody>
      </p:sp>
      <p:sp>
        <p:nvSpPr>
          <p:cNvPr id="84" name="Label Fairfield University"/>
          <p:cNvSpPr txBox="1"/>
          <p:nvPr/>
        </p:nvSpPr>
        <p:spPr>
          <a:xfrm>
            <a:off x="9850215" y="2521064"/>
            <a:ext cx="868394"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Fairfield University</a:t>
            </a:r>
          </a:p>
        </p:txBody>
      </p:sp>
      <p:sp>
        <p:nvSpPr>
          <p:cNvPr id="85" name="Label Washington University in St Louis"/>
          <p:cNvSpPr txBox="1"/>
          <p:nvPr/>
        </p:nvSpPr>
        <p:spPr>
          <a:xfrm>
            <a:off x="4525899" y="3089021"/>
            <a:ext cx="388262"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WashU</a:t>
            </a:r>
          </a:p>
        </p:txBody>
      </p:sp>
      <p:sp>
        <p:nvSpPr>
          <p:cNvPr id="86" name="Label Maine Maritime Academy"/>
          <p:cNvSpPr txBox="1"/>
          <p:nvPr/>
        </p:nvSpPr>
        <p:spPr>
          <a:xfrm>
            <a:off x="5523073" y="2799799"/>
            <a:ext cx="752657"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Maine Maritime</a:t>
            </a:r>
          </a:p>
        </p:txBody>
      </p:sp>
      <p:sp>
        <p:nvSpPr>
          <p:cNvPr id="87" name="Label Vanderbilt University"/>
          <p:cNvSpPr txBox="1"/>
          <p:nvPr/>
        </p:nvSpPr>
        <p:spPr>
          <a:xfrm>
            <a:off x="3758936" y="2905029"/>
            <a:ext cx="518017"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Vanderbilt</a:t>
            </a:r>
          </a:p>
        </p:txBody>
      </p:sp>
      <p:sp>
        <p:nvSpPr>
          <p:cNvPr id="88" name="Label Cal Poly Maritime Academy"/>
          <p:cNvSpPr txBox="1"/>
          <p:nvPr/>
        </p:nvSpPr>
        <p:spPr>
          <a:xfrm>
            <a:off x="3971742" y="2384498"/>
            <a:ext cx="626419" cy="137160"/>
          </a:xfrm>
          <a:prstGeom prst="rect">
            <a:avLst/>
          </a:prstGeom>
          <a:solidFill>
            <a:srgbClr val="FFFFFF">
              <a:alpha val="72000"/>
            </a:srgbClr>
          </a:solidFill>
        </p:spPr>
        <p:txBody>
          <a:bodyPr wrap="none" lIns="27432" rIns="27432" tIns="0" bIns="0" anchor="ctr">
            <a:spAutoFit/>
          </a:bodyPr>
          <a:lstStyle/>
          <a:p>
            <a:pPr algn="ctr"/>
            <a:r>
              <a:rPr sz="800" b="0" i="1">
                <a:solidFill>
                  <a:srgbClr val="6B6B70"/>
                </a:solidFill>
                <a:latin typeface="Lato"/>
              </a:rPr>
              <a:t>Cal Maritime</a:t>
            </a:r>
          </a:p>
        </p:txBody>
      </p:sp>
      <p:sp>
        <p:nvSpPr>
          <p:cNvPr id="89" name="Label St. John's College (Santa Fe, NM)"/>
          <p:cNvSpPr txBox="1"/>
          <p:nvPr/>
        </p:nvSpPr>
        <p:spPr>
          <a:xfrm>
            <a:off x="5947889" y="3705490"/>
            <a:ext cx="798020"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St. John’s College</a:t>
            </a:r>
          </a:p>
        </p:txBody>
      </p:sp>
      <p:sp>
        <p:nvSpPr>
          <p:cNvPr id="90" name="Label Boston University"/>
          <p:cNvSpPr txBox="1"/>
          <p:nvPr/>
        </p:nvSpPr>
        <p:spPr>
          <a:xfrm>
            <a:off x="5575626" y="2953145"/>
            <a:ext cx="826119" cy="137160"/>
          </a:xfrm>
          <a:prstGeom prst="rect">
            <a:avLst/>
          </a:prstGeom>
          <a:solidFill>
            <a:srgbClr val="FFFFFF">
              <a:alpha val="72000"/>
            </a:srgbClr>
          </a:solidFill>
        </p:spPr>
        <p:txBody>
          <a:bodyPr wrap="none" lIns="27432" rIns="27432" tIns="0" bIns="0" anchor="ctr">
            <a:spAutoFit/>
          </a:bodyPr>
          <a:lstStyle/>
          <a:p>
            <a:pPr algn="ctr"/>
            <a:r>
              <a:rPr sz="800" b="0" i="1">
                <a:solidFill>
                  <a:srgbClr val="0C3354"/>
                </a:solidFill>
                <a:latin typeface="Lato"/>
              </a:rPr>
              <a:t>Boston University</a:t>
            </a:r>
          </a:p>
        </p:txBody>
      </p:sp>
      <p:sp>
        <p:nvSpPr>
          <p:cNvPr id="91" name="Label __focus__"/>
          <p:cNvSpPr txBox="1"/>
          <p:nvPr/>
        </p:nvSpPr>
        <p:spPr>
          <a:xfrm>
            <a:off x="6715738" y="2516172"/>
            <a:ext cx="999517" cy="210312"/>
          </a:xfrm>
          <a:prstGeom prst="rect">
            <a:avLst/>
          </a:prstGeom>
          <a:solidFill>
            <a:srgbClr val="FFFFFF">
              <a:alpha val="82000"/>
            </a:srgbClr>
          </a:solidFill>
        </p:spPr>
        <p:txBody>
          <a:bodyPr wrap="none" lIns="27432" rIns="27432" tIns="0" bIns="0" anchor="ctr">
            <a:spAutoFit/>
          </a:bodyPr>
          <a:lstStyle/>
          <a:p>
            <a:pPr algn="ctr"/>
            <a:r>
              <a:rPr sz="1200" b="1" i="0">
                <a:solidFill>
                  <a:srgbClr val="C8102E"/>
                </a:solidFill>
                <a:latin typeface="Lato"/>
              </a:rPr>
              <a:t>Northeastern</a:t>
            </a:r>
          </a:p>
        </p:txBody>
      </p:sp>
      <p:sp>
        <p:nvSpPr>
          <p:cNvPr id="92" name="Better deal"/>
          <p:cNvSpPr txBox="1"/>
          <p:nvPr/>
        </p:nvSpPr>
        <p:spPr>
          <a:xfrm rot="21184654">
            <a:off x="9833731" y="2778982"/>
            <a:ext cx="914400" cy="219456"/>
          </a:xfrm>
          <a:prstGeom prst="rect">
            <a:avLst/>
          </a:prstGeom>
          <a:noFill/>
        </p:spPr>
        <p:txBody>
          <a:bodyPr wrap="square" lIns="0" rIns="0" tIns="0" bIns="0" anchor="ctr">
            <a:spAutoFit/>
          </a:bodyPr>
          <a:lstStyle/>
          <a:p>
            <a:pPr algn="ctr"/>
            <a:r>
              <a:rPr sz="1000" b="0" i="1">
                <a:solidFill>
                  <a:srgbClr val="8A8D8F"/>
                </a:solidFill>
                <a:latin typeface="Lato"/>
              </a:rPr>
              <a:t>Better deal</a:t>
            </a:r>
          </a:p>
        </p:txBody>
      </p:sp>
      <p:sp>
        <p:nvSpPr>
          <p:cNvPr id="93" name="Worse deal"/>
          <p:cNvSpPr txBox="1"/>
          <p:nvPr/>
        </p:nvSpPr>
        <p:spPr>
          <a:xfrm rot="21184654">
            <a:off x="10180746" y="3056038"/>
            <a:ext cx="914400" cy="219456"/>
          </a:xfrm>
          <a:prstGeom prst="rect">
            <a:avLst/>
          </a:prstGeom>
          <a:noFill/>
        </p:spPr>
        <p:txBody>
          <a:bodyPr wrap="square" lIns="0" rIns="0" tIns="0" bIns="0" anchor="ctr">
            <a:spAutoFit/>
          </a:bodyPr>
          <a:lstStyle/>
          <a:p>
            <a:pPr algn="ctr"/>
            <a:r>
              <a:rPr sz="1000" b="0" i="1">
                <a:solidFill>
                  <a:srgbClr val="8A8D8F"/>
                </a:solidFill>
                <a:latin typeface="Lato"/>
              </a:rPr>
              <a:t>Worse deal</a:t>
            </a:r>
          </a:p>
        </p:txBody>
      </p:sp>
      <p:sp>
        <p:nvSpPr>
          <p:cNvPr id="94" name="Legend"/>
          <p:cNvSpPr/>
          <p:nvPr/>
        </p:nvSpPr>
        <p:spPr>
          <a:xfrm>
            <a:off x="6128725" y="1271016"/>
            <a:ext cx="91440" cy="91440"/>
          </a:xfrm>
          <a:prstGeom prst="ellipse">
            <a:avLst/>
          </a:prstGeom>
          <a:solidFill>
            <a:srgbClr val="8A8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Legend"/>
          <p:cNvSpPr txBox="1"/>
          <p:nvPr/>
        </p:nvSpPr>
        <p:spPr>
          <a:xfrm>
            <a:off x="6302461" y="1225296"/>
            <a:ext cx="934965" cy="182880"/>
          </a:xfrm>
          <a:prstGeom prst="rect">
            <a:avLst/>
          </a:prstGeom>
          <a:noFill/>
        </p:spPr>
        <p:txBody>
          <a:bodyPr wrap="none" lIns="0" rIns="0" tIns="0" bIns="0" anchor="ctr">
            <a:spAutoFit/>
          </a:bodyPr>
          <a:lstStyle/>
          <a:p>
            <a:pPr algn="l"/>
            <a:r>
              <a:rPr sz="900" b="0" i="0">
                <a:solidFill>
                  <a:srgbClr val="000000"/>
                </a:solidFill>
                <a:latin typeface="Lato"/>
              </a:rPr>
              <a:t>Public institutions</a:t>
            </a:r>
          </a:p>
        </p:txBody>
      </p:sp>
      <p:sp>
        <p:nvSpPr>
          <p:cNvPr id="96" name="Legend"/>
          <p:cNvSpPr/>
          <p:nvPr/>
        </p:nvSpPr>
        <p:spPr>
          <a:xfrm>
            <a:off x="7511747" y="1271016"/>
            <a:ext cx="91440" cy="91440"/>
          </a:xfrm>
          <a:prstGeom prst="ellipse">
            <a:avLst/>
          </a:prstGeom>
          <a:solidFill>
            <a:srgbClr val="0C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Legend"/>
          <p:cNvSpPr txBox="1"/>
          <p:nvPr/>
        </p:nvSpPr>
        <p:spPr>
          <a:xfrm>
            <a:off x="7685483" y="1225296"/>
            <a:ext cx="981542" cy="182880"/>
          </a:xfrm>
          <a:prstGeom prst="rect">
            <a:avLst/>
          </a:prstGeom>
          <a:noFill/>
        </p:spPr>
        <p:txBody>
          <a:bodyPr wrap="none" lIns="0" rIns="0" tIns="0" bIns="0" anchor="ctr">
            <a:spAutoFit/>
          </a:bodyPr>
          <a:lstStyle/>
          <a:p>
            <a:pPr algn="l"/>
            <a:r>
              <a:rPr sz="900" b="0" i="0">
                <a:solidFill>
                  <a:srgbClr val="000000"/>
                </a:solidFill>
                <a:latin typeface="Lato"/>
              </a:rPr>
              <a:t>Private institutions</a:t>
            </a:r>
          </a:p>
        </p:txBody>
      </p:sp>
      <p:cxnSp>
        <p:nvCxnSpPr>
          <p:cNvPr id="98" name="Legend"/>
          <p:cNvCxnSpPr/>
          <p:nvPr/>
        </p:nvCxnSpPr>
        <p:spPr>
          <a:xfrm>
            <a:off x="8923057" y="1316736"/>
            <a:ext cx="292608"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99" name="Legend"/>
          <p:cNvSpPr txBox="1"/>
          <p:nvPr/>
        </p:nvSpPr>
        <p:spPr>
          <a:xfrm>
            <a:off x="9279673" y="1225296"/>
            <a:ext cx="1244950" cy="182880"/>
          </a:xfrm>
          <a:prstGeom prst="rect">
            <a:avLst/>
          </a:prstGeom>
          <a:noFill/>
        </p:spPr>
        <p:txBody>
          <a:bodyPr wrap="none" lIns="0" rIns="0" tIns="0" bIns="0" anchor="ctr">
            <a:spAutoFit/>
          </a:bodyPr>
          <a:lstStyle/>
          <a:p>
            <a:pPr algn="l"/>
            <a:r>
              <a:rPr sz="900" b="0" i="0">
                <a:solidFill>
                  <a:srgbClr val="000000"/>
                </a:solidFill>
                <a:latin typeface="Lato"/>
              </a:rPr>
              <a:t>Private college trendline</a:t>
            </a:r>
          </a:p>
        </p:txBody>
      </p:sp>
      <p:sp>
        <p:nvSpPr>
          <p:cNvPr id="100" name="Legend"/>
          <p:cNvSpPr/>
          <p:nvPr/>
        </p:nvSpPr>
        <p:spPr>
          <a:xfrm>
            <a:off x="10785227" y="1257300"/>
            <a:ext cx="118872" cy="118872"/>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Legend"/>
          <p:cNvSpPr txBox="1"/>
          <p:nvPr/>
        </p:nvSpPr>
        <p:spPr>
          <a:xfrm>
            <a:off x="10972679" y="1225296"/>
            <a:ext cx="706311" cy="182880"/>
          </a:xfrm>
          <a:prstGeom prst="rect">
            <a:avLst/>
          </a:prstGeom>
          <a:noFill/>
        </p:spPr>
        <p:txBody>
          <a:bodyPr wrap="none" lIns="0" rIns="0" tIns="0" bIns="0" anchor="ctr">
            <a:spAutoFit/>
          </a:bodyPr>
          <a:lstStyle/>
          <a:p>
            <a:pPr algn="l"/>
            <a:r>
              <a:rPr sz="900" b="0" i="0">
                <a:solidFill>
                  <a:srgbClr val="000000"/>
                </a:solidFill>
                <a:latin typeface="Lato"/>
              </a:rPr>
              <a:t>Northeastern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there a dangerous disconnect in perception at our institutions?</a:t>
            </a:r>
          </a:p>
        </p:txBody>
      </p:sp>
      <p:sp>
        <p:nvSpPr>
          <p:cNvPr id="3" name="Text Placeholder 2"/>
          <p:cNvSpPr>
            <a:spLocks noGrp="1"/>
          </p:cNvSpPr>
          <p:nvPr>
            <p:ph type="body" idx="13" sz="quarter"/>
          </p:nvPr>
        </p:nvSpPr>
        <p:spPr>
          <a:xfrm>
            <a:off x="768096" y="731520"/>
            <a:ext cx="10972800" cy="310896"/>
          </a:xfrm>
        </p:spPr>
        <p:txBody>
          <a:bodyPr/>
          <a:lstStyle/>
          <a:p>
            <a:r>
              <a:t>From Inside Higher Ed’s annual survey of college and university business officers</a:t>
            </a:r>
          </a:p>
        </p:txBody>
      </p:sp>
      <p:sp>
        <p:nvSpPr>
          <p:cNvPr id="4" name="Text Placeholder 3"/>
          <p:cNvSpPr>
            <a:spLocks noGrp="1"/>
          </p:cNvSpPr>
          <p:nvPr>
            <p:ph type="body" idx="14" sz="quarter"/>
          </p:nvPr>
        </p:nvSpPr>
        <p:spPr/>
        <p:txBody>
          <a:bodyPr/>
          <a:lstStyle/>
          <a:p>
            <a:r>
              <a:t>* 2016 and 2017 faculty item asked whether faculty understand the challenges when they take part in budget discussions. Open markers, 2025–2026: a trustees-only statement (“Trustees understand…”); faculty and senior administrators were not asked.</a:t>
            </a:r>
          </a:p>
          <a:p>
            <a:r>
              <a:t>Note: All institutions. Wording 2015–2024: “aware of and understand” (the 2014 survey asked about “realistic”). Ratings are business officers’ perceptions of each group, not self-reports by faculty or trustees.</a:t>
            </a:r>
          </a:p>
        </p:txBody>
      </p:sp>
      <p:sp>
        <p:nvSpPr>
          <p:cNvPr id="5" name="Text Placeholder 4"/>
          <p:cNvSpPr>
            <a:spLocks noGrp="1"/>
          </p:cNvSpPr>
          <p:nvPr>
            <p:ph type="body" idx="15" sz="quarter"/>
          </p:nvPr>
        </p:nvSpPr>
        <p:spPr/>
        <p:txBody>
          <a:bodyPr/>
          <a:lstStyle/>
          <a:p>
            <a:r>
              <a:t>Source: Inside Higher Ed, Survey of College and University (Chief) Business Officers, 2015–2026 (n = 133 to 416 per year).</a:t>
            </a:r>
          </a:p>
        </p:txBody>
      </p:sp>
      <p:sp>
        <p:nvSpPr>
          <p:cNvPr id="6" name="Slide Number Placeholder"/>
          <p:cNvSpPr>
            <a:spLocks noGrp="1"/>
          </p:cNvSpPr>
          <p:nvPr>
            <p:ph type="sldNum" sz="quarter" idx="12"/>
          </p:nvPr>
        </p:nvSpPr>
        <p:spPr/>
        <p:txBody>
          <a:bodyPr/>
          <a:lstStyle/>
          <a:p>
            <a:fld id="{B6F15528-21DE-4FAA-801E-634DDDAF4B2B}" type="slidenum">
              <a:rPr lang="en-US"/>
              <a:t>‹#›</a:t>
            </a:fld>
            <a:endParaRPr lang="en-US"/>
          </a:p>
        </p:txBody>
      </p:sp>
      <p:sp>
        <p:nvSpPr>
          <p:cNvPr id="7" name="Statement"/>
          <p:cNvSpPr txBox="1"/>
          <p:nvPr/>
        </p:nvSpPr>
        <p:spPr>
          <a:xfrm>
            <a:off x="768096" y="1207008"/>
            <a:ext cx="10972800" cy="274320"/>
          </a:xfrm>
          <a:prstGeom prst="rect">
            <a:avLst/>
          </a:prstGeom>
          <a:noFill/>
        </p:spPr>
        <p:txBody>
          <a:bodyPr wrap="square" lIns="0" rIns="0" tIns="0" bIns="0" anchor="t">
            <a:spAutoFit/>
          </a:bodyPr>
          <a:lstStyle/>
          <a:p>
            <a:pPr algn="l"/>
            <a:r>
              <a:rPr sz="1600" b="1" i="1">
                <a:solidFill>
                  <a:srgbClr val="000000"/>
                </a:solidFill>
                <a:latin typeface="Lato"/>
              </a:rPr>
              <a:t>_____ </a:t>
            </a:r>
            <a:r>
              <a:rPr sz="1600" b="1" i="1">
                <a:solidFill>
                  <a:srgbClr val="000000"/>
                </a:solidFill>
                <a:latin typeface="Lato"/>
              </a:rPr>
              <a:t>are aware of and understand the financial challenges confronting my institution</a:t>
            </a:r>
          </a:p>
        </p:txBody>
      </p:sp>
      <p:sp>
        <p:nvSpPr>
          <p:cNvPr id="8" name="Scale note"/>
          <p:cNvSpPr txBox="1"/>
          <p:nvPr/>
        </p:nvSpPr>
        <p:spPr>
          <a:xfrm>
            <a:off x="768096" y="1499616"/>
            <a:ext cx="10972800" cy="201168"/>
          </a:xfrm>
          <a:prstGeom prst="rect">
            <a:avLst/>
          </a:prstGeom>
          <a:noFill/>
        </p:spPr>
        <p:txBody>
          <a:bodyPr wrap="square" lIns="0" rIns="0" tIns="0" bIns="0" anchor="t">
            <a:spAutoFit/>
          </a:bodyPr>
          <a:lstStyle/>
          <a:p>
            <a:pPr algn="l"/>
            <a:r>
              <a:rPr sz="1050" b="0" i="1">
                <a:solidFill>
                  <a:srgbClr val="6B6B70"/>
                </a:solidFill>
                <a:latin typeface="Lato"/>
              </a:rPr>
              <a:t>(percent of business officers answering 4 or 5 on a five-point scale, with 5 = strongly agree and 1 = strongly disagree)</a:t>
            </a:r>
          </a:p>
        </p:txBody>
      </p:sp>
      <p:sp>
        <p:nvSpPr>
          <p:cNvPr id="9" name="Legend Faculty"/>
          <p:cNvSpPr/>
          <p:nvPr/>
        </p:nvSpPr>
        <p:spPr>
          <a:xfrm>
            <a:off x="768096" y="1801368"/>
            <a:ext cx="128016" cy="128016"/>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gend text Faculty"/>
          <p:cNvSpPr txBox="1"/>
          <p:nvPr/>
        </p:nvSpPr>
        <p:spPr>
          <a:xfrm>
            <a:off x="969264" y="1773936"/>
            <a:ext cx="509690" cy="182880"/>
          </a:xfrm>
          <a:prstGeom prst="rect">
            <a:avLst/>
          </a:prstGeom>
          <a:noFill/>
        </p:spPr>
        <p:txBody>
          <a:bodyPr wrap="none" lIns="0" rIns="0" tIns="0" bIns="0" anchor="ctr">
            <a:spAutoFit/>
          </a:bodyPr>
          <a:lstStyle/>
          <a:p>
            <a:pPr algn="l"/>
            <a:r>
              <a:rPr sz="1050" b="0" i="0">
                <a:solidFill>
                  <a:srgbClr val="000000"/>
                </a:solidFill>
                <a:latin typeface="Lato"/>
              </a:rPr>
              <a:t>Faculty</a:t>
            </a:r>
          </a:p>
        </p:txBody>
      </p:sp>
      <p:sp>
        <p:nvSpPr>
          <p:cNvPr id="11" name="Legend Trustees"/>
          <p:cNvSpPr/>
          <p:nvPr/>
        </p:nvSpPr>
        <p:spPr>
          <a:xfrm>
            <a:off x="1789850" y="1792224"/>
            <a:ext cx="146304" cy="146304"/>
          </a:xfrm>
          <a:prstGeom prst="ellipse">
            <a:avLst/>
          </a:prstGeom>
          <a:solidFill>
            <a:srgbClr val="8A8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gend text Trustees"/>
          <p:cNvSpPr txBox="1"/>
          <p:nvPr/>
        </p:nvSpPr>
        <p:spPr>
          <a:xfrm>
            <a:off x="2000162" y="1773936"/>
            <a:ext cx="582147" cy="182880"/>
          </a:xfrm>
          <a:prstGeom prst="rect">
            <a:avLst/>
          </a:prstGeom>
          <a:noFill/>
        </p:spPr>
        <p:txBody>
          <a:bodyPr wrap="none" lIns="0" rIns="0" tIns="0" bIns="0" anchor="ctr">
            <a:spAutoFit/>
          </a:bodyPr>
          <a:lstStyle/>
          <a:p>
            <a:pPr algn="l"/>
            <a:r>
              <a:rPr sz="1050" b="0" i="0">
                <a:solidFill>
                  <a:srgbClr val="000000"/>
                </a:solidFill>
                <a:latin typeface="Lato"/>
              </a:rPr>
              <a:t>Trustees</a:t>
            </a:r>
          </a:p>
        </p:txBody>
      </p:sp>
      <p:sp>
        <p:nvSpPr>
          <p:cNvPr id="13" name="Legend Sr. Administrators"/>
          <p:cNvSpPr/>
          <p:nvPr/>
        </p:nvSpPr>
        <p:spPr>
          <a:xfrm>
            <a:off x="2920637" y="1819656"/>
            <a:ext cx="91440" cy="91440"/>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gend text Sr. Administrators"/>
          <p:cNvSpPr txBox="1"/>
          <p:nvPr/>
        </p:nvSpPr>
        <p:spPr>
          <a:xfrm>
            <a:off x="3103517" y="1773936"/>
            <a:ext cx="1125704" cy="182880"/>
          </a:xfrm>
          <a:prstGeom prst="rect">
            <a:avLst/>
          </a:prstGeom>
          <a:noFill/>
        </p:spPr>
        <p:txBody>
          <a:bodyPr wrap="none" lIns="0" rIns="0" tIns="0" bIns="0" anchor="ctr">
            <a:spAutoFit/>
          </a:bodyPr>
          <a:lstStyle/>
          <a:p>
            <a:pPr algn="l"/>
            <a:r>
              <a:rPr sz="1050" b="0" i="0">
                <a:solidFill>
                  <a:srgbClr val="000000"/>
                </a:solidFill>
                <a:latin typeface="Lato"/>
              </a:rPr>
              <a:t>Sr. Administrators</a:t>
            </a:r>
          </a:p>
        </p:txBody>
      </p:sp>
      <p:sp>
        <p:nvSpPr>
          <p:cNvPr id="15" name="Legend Trustees only (2025–26 item)"/>
          <p:cNvSpPr/>
          <p:nvPr/>
        </p:nvSpPr>
        <p:spPr>
          <a:xfrm>
            <a:off x="4558406" y="1810512"/>
            <a:ext cx="109728" cy="109728"/>
          </a:xfrm>
          <a:prstGeom prst="ellipse">
            <a:avLst/>
          </a:prstGeom>
          <a:solidFill>
            <a:srgbClr val="C9C9CC"/>
          </a:solidFill>
          <a:ln w="22225">
            <a:solidFill>
              <a:srgbClr val="8A8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gend text Trustees only (2025–26 item)"/>
          <p:cNvSpPr txBox="1"/>
          <p:nvPr/>
        </p:nvSpPr>
        <p:spPr>
          <a:xfrm>
            <a:off x="4750430" y="1773936"/>
            <a:ext cx="1801372" cy="182880"/>
          </a:xfrm>
          <a:prstGeom prst="rect">
            <a:avLst/>
          </a:prstGeom>
          <a:noFill/>
        </p:spPr>
        <p:txBody>
          <a:bodyPr wrap="none" lIns="0" rIns="0" tIns="0" bIns="0" anchor="ctr">
            <a:spAutoFit/>
          </a:bodyPr>
          <a:lstStyle/>
          <a:p>
            <a:pPr algn="l"/>
            <a:r>
              <a:rPr sz="1050" b="0" i="0">
                <a:solidFill>
                  <a:srgbClr val="000000"/>
                </a:solidFill>
                <a:latin typeface="Lato"/>
              </a:rPr>
              <a:t>Trustees only (2025–26 item)</a:t>
            </a:r>
          </a:p>
        </p:txBody>
      </p:sp>
      <p:graphicFrame>
        <p:nvGraphicFramePr>
          <p:cNvPr id="17" name="Perception dot plot" descr="Dot plot by year, 2015–2026: percent of business officers who agree that faculty, trustees and senior administrators are realistic and aware of the institution's financial challenges. Faculty sit far below the other two groups in every year."/>
          <p:cNvGraphicFramePr>
            <a:graphicFrameLocks noGrp="1"/>
          </p:cNvGraphicFramePr>
          <p:nvPr/>
        </p:nvGraphicFramePr>
        <p:xfrm>
          <a:off x="320040" y="2048255"/>
          <a:ext cx="11567160" cy="3822191"/>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Northeastern’s S&amp;W per student is $26K, the lowest in the peer set, at a typical 48% share of expenses</a:t>
            </a:r>
          </a:p>
        </p:txBody>
      </p:sp>
      <p:sp>
        <p:nvSpPr>
          <p:cNvPr id="3" name="Text Placeholder 2"/>
          <p:cNvSpPr>
            <a:spLocks noGrp="1"/>
          </p:cNvSpPr>
          <p:nvPr>
            <p:ph type="body" idx="13" sz="quarter"/>
          </p:nvPr>
        </p:nvSpPr>
        <p:spPr/>
        <p:txBody>
          <a:bodyPr/>
          <a:lstStyle/>
          <a:p>
            <a:r>
              <a:t>Core operating expense per student and S&amp;W share of that expense; dashed lines mark constant S&amp;W per student</a:t>
            </a:r>
          </a:p>
        </p:txBody>
      </p:sp>
      <p:sp>
        <p:nvSpPr>
          <p:cNvPr id="4" name="Text Placeholder 3"/>
          <p:cNvSpPr>
            <a:spLocks noGrp="1"/>
          </p:cNvSpPr>
          <p:nvPr>
            <p:ph type="body" idx="14" sz="quarter"/>
          </p:nvPr>
        </p:nvSpPr>
        <p:spPr/>
        <p:txBody>
          <a:bodyPr/>
          <a:lstStyle/>
          <a:p>
            <a:r>
              <a:t>(1) Consolidates a health care system: Chicago, Duke, Emory, Penn, Stanford.  (2) Consolidates a federal laboratory: MIT (Lincoln Laboratory), Princeton (Plasma Physics Laboratory), Stanford (SLAC).</a:t>
            </a:r>
          </a:p>
          <a:p>
            <a:r>
              <a:t>(3) Audited statements report salaries and benefits combined; S&amp;W from IRS Form 990 (Northeastern, Northwestern) or the MD&amp;A expense chart (Vanderbilt).  (4) Grey: Penn and Stanford S&amp;W estimated as combined salaries and benefits × the institution’s Form 990 S&amp;W share.</a:t>
            </a:r>
          </a:p>
          <a:p>
            <a:r>
              <a:t>Note: FY25 audited financial statements (fiscal years end June 30; Emory, Northwestern, Stanford August 31). Core operating expenses = total operating expenses less depreciation, amortization and interest. Students = fall 2024 total enrollment per Common Data Set 2024–25 (Princeton: Report of the Treasurer). Harvard: FY25 report not yet available.</a:t>
            </a:r>
          </a:p>
        </p:txBody>
      </p:sp>
      <p:sp>
        <p:nvSpPr>
          <p:cNvPr id="5" name="Text Placeholder 4"/>
          <p:cNvSpPr>
            <a:spLocks noGrp="1"/>
          </p:cNvSpPr>
          <p:nvPr>
            <p:ph type="body" idx="15" sz="quarter"/>
          </p:nvPr>
        </p:nvSpPr>
        <p:spPr/>
        <p:txBody>
          <a:bodyPr/>
          <a:lstStyle/>
          <a:p>
            <a:r>
              <a:t>Source: University FY25 audited financial statements, IRS Form 990 filings, Common Data Sets; Northeastern analysis.</a:t>
            </a:r>
          </a:p>
        </p:txBody>
      </p:sp>
      <p:sp>
        <p:nvSpPr>
          <p:cNvPr id="6" name="Draft tag"/>
          <p:cNvSpPr txBox="1"/>
          <p:nvPr/>
        </p:nvSpPr>
        <p:spPr>
          <a:xfrm>
            <a:off x="7498079" y="91440"/>
            <a:ext cx="4233672" cy="201168"/>
          </a:xfrm>
          <a:prstGeom prst="rect">
            <a:avLst/>
          </a:prstGeom>
          <a:noFill/>
        </p:spPr>
        <p:txBody>
          <a:bodyPr wrap="none" lIns="0" rIns="0" tIns="0" bIns="0">
            <a:spAutoFit/>
          </a:bodyPr>
          <a:lstStyle/>
          <a:p>
            <a:pPr algn="r"/>
            <a:r>
              <a:rPr sz="800" b="1">
                <a:solidFill>
                  <a:srgbClr val="C8102E"/>
                </a:solidFill>
                <a:latin typeface="Lato"/>
              </a:rPr>
              <a:t>DRAFT · Harvard FY25 pending</a:t>
            </a:r>
          </a:p>
        </p:txBody>
      </p:sp>
      <p:sp>
        <p:nvSpPr>
          <p:cNvPr id="7" name="Slide Number Placeholder"/>
          <p:cNvSpPr>
            <a:spLocks noGrp="1"/>
          </p:cNvSpPr>
          <p:nvPr>
            <p:ph type="sldNum" sz="quarter" idx="12"/>
          </p:nvPr>
        </p:nvSpPr>
        <p:spPr/>
        <p:txBody>
          <a:bodyPr/>
          <a:lstStyle/>
          <a:p>
            <a:fld id="{B6F15528-21DE-4FAA-801E-634DDDAF4B2B}" type="slidenum">
              <a:rPr lang="en-US"/>
              <a:t>‹#›</a:t>
            </a:fld>
            <a:endParaRPr lang="en-US"/>
          </a:p>
        </p:txBody>
      </p:sp>
      <p:sp>
        <p:nvSpPr>
          <p:cNvPr id="8" name="Chart heading"/>
          <p:cNvSpPr txBox="1"/>
          <p:nvPr/>
        </p:nvSpPr>
        <p:spPr>
          <a:xfrm>
            <a:off x="768096" y="1481328"/>
            <a:ext cx="7315200" cy="237744"/>
          </a:xfrm>
          <a:prstGeom prst="rect">
            <a:avLst/>
          </a:prstGeom>
          <a:noFill/>
        </p:spPr>
        <p:txBody>
          <a:bodyPr wrap="square" lIns="0" rIns="0" tIns="0" bIns="0" anchor="t">
            <a:spAutoFit/>
          </a:bodyPr>
          <a:lstStyle/>
          <a:p>
            <a:pPr algn="l"/>
            <a:r>
              <a:rPr sz="1300" b="1" i="0">
                <a:solidFill>
                  <a:srgbClr val="000000"/>
                </a:solidFill>
                <a:latin typeface="Lato"/>
              </a:rPr>
              <a:t>FY25 salaries and wages per student</a:t>
            </a:r>
          </a:p>
        </p:txBody>
      </p:sp>
      <p:graphicFrame>
        <p:nvGraphicFramePr>
          <p:cNvPr id="9" name="S&amp;W per student iso-line chart" descr="Scatter chart of FY25 core operating expense per student (x) against salaries and wages as a share of core operating expenses (y) for 13 universities, with dashed iso-lines of constant salaries and wages per student from $40K to $320K."/>
          <p:cNvGraphicFramePr>
            <a:graphicFrameLocks noGrp="1"/>
          </p:cNvGraphicFramePr>
          <p:nvPr/>
        </p:nvGraphicFramePr>
        <p:xfrm>
          <a:off x="320040" y="1773936"/>
          <a:ext cx="11567160" cy="3758183"/>
        </p:xfrm>
        <a:graphic>
          <a:graphicData uri="http://schemas.openxmlformats.org/drawingml/2006/chart">
            <c:chart xmlns:c="http://schemas.openxmlformats.org/drawingml/2006/chart" r:id="rId3"/>
          </a:graphicData>
        </a:graphic>
      </p:graphicFrame>
      <p:cxnSp>
        <p:nvCxnSpPr>
          <p:cNvPr id="10" name="Leader Vanderbilt"/>
          <p:cNvCxnSpPr/>
          <p:nvPr/>
        </p:nvCxnSpPr>
        <p:spPr>
          <a:xfrm>
            <a:off x="2339728" y="3072406"/>
            <a:ext cx="0" cy="59436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Leader Northwestern"/>
          <p:cNvCxnSpPr/>
          <p:nvPr/>
        </p:nvCxnSpPr>
        <p:spPr>
          <a:xfrm>
            <a:off x="2559232" y="3109160"/>
            <a:ext cx="607719" cy="607718"/>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Leader Boston University"/>
          <p:cNvCxnSpPr/>
          <p:nvPr/>
        </p:nvCxnSpPr>
        <p:spPr>
          <a:xfrm flipV="1">
            <a:off x="1788333" y="2326396"/>
            <a:ext cx="0" cy="59436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Leader Northeastern"/>
          <p:cNvCxnSpPr/>
          <p:nvPr/>
        </p:nvCxnSpPr>
        <p:spPr>
          <a:xfrm>
            <a:off x="1719093" y="3090505"/>
            <a:ext cx="159663" cy="159663"/>
          </a:xfrm>
          <a:prstGeom prst="line">
            <a:avLst/>
          </a:prstGeom>
          <a:ln w="6350">
            <a:solidFill>
              <a:srgbClr val="C8102E"/>
            </a:solidFill>
          </a:ln>
        </p:spPr>
        <p:style>
          <a:lnRef idx="2">
            <a:schemeClr val="accent1"/>
          </a:lnRef>
          <a:fillRef idx="0">
            <a:schemeClr val="accent1"/>
          </a:fillRef>
          <a:effectRef idx="1">
            <a:schemeClr val="accent1"/>
          </a:effectRef>
          <a:fontRef idx="minor">
            <a:schemeClr val="tx1"/>
          </a:fontRef>
        </p:style>
      </p:cxnSp>
      <p:sp>
        <p:nvSpPr>
          <p:cNvPr id="14" name="Label Rice"/>
          <p:cNvSpPr txBox="1"/>
          <p:nvPr/>
        </p:nvSpPr>
        <p:spPr>
          <a:xfrm>
            <a:off x="2269998" y="2453965"/>
            <a:ext cx="1082746"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Rice</a:t>
            </a:r>
          </a:p>
          <a:p>
            <a:pPr algn="ctr"/>
            <a:r>
              <a:rPr sz="800" b="0" i="0">
                <a:solidFill>
                  <a:srgbClr val="6B6B70"/>
                </a:solidFill>
                <a:latin typeface="Lato"/>
              </a:rPr>
              <a:t>$58K · 8,961 students</a:t>
            </a:r>
          </a:p>
        </p:txBody>
      </p:sp>
      <p:sp>
        <p:nvSpPr>
          <p:cNvPr id="15" name="Label Vanderbilt"/>
          <p:cNvSpPr txBox="1"/>
          <p:nvPr/>
        </p:nvSpPr>
        <p:spPr>
          <a:xfrm>
            <a:off x="1768890" y="3666766"/>
            <a:ext cx="1141674"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Vanderbilt (3)</a:t>
            </a:r>
          </a:p>
          <a:p>
            <a:pPr algn="ctr"/>
            <a:r>
              <a:rPr sz="800" b="0" i="0">
                <a:solidFill>
                  <a:srgbClr val="6B6B70"/>
                </a:solidFill>
                <a:latin typeface="Lato"/>
              </a:rPr>
              <a:t>$59K · 13,575 students</a:t>
            </a:r>
          </a:p>
        </p:txBody>
      </p:sp>
      <p:sp>
        <p:nvSpPr>
          <p:cNvPr id="16" name="Label Northwestern"/>
          <p:cNvSpPr txBox="1"/>
          <p:nvPr/>
        </p:nvSpPr>
        <p:spPr>
          <a:xfrm>
            <a:off x="3166951" y="3716878"/>
            <a:ext cx="1141674"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Northwestern (3)</a:t>
            </a:r>
          </a:p>
          <a:p>
            <a:pPr algn="ctr"/>
            <a:r>
              <a:rPr sz="800" b="0" i="0">
                <a:solidFill>
                  <a:srgbClr val="6B6B70"/>
                </a:solidFill>
                <a:latin typeface="Lato"/>
              </a:rPr>
              <a:t>$66K · 23,431 students</a:t>
            </a:r>
          </a:p>
        </p:txBody>
      </p:sp>
      <p:sp>
        <p:nvSpPr>
          <p:cNvPr id="17" name="Label Princeton"/>
          <p:cNvSpPr txBox="1"/>
          <p:nvPr/>
        </p:nvSpPr>
        <p:spPr>
          <a:xfrm>
            <a:off x="3060845" y="3047248"/>
            <a:ext cx="1141674"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Princeton (2)</a:t>
            </a:r>
          </a:p>
          <a:p>
            <a:pPr algn="ctr"/>
            <a:r>
              <a:rPr sz="800" b="0" i="0">
                <a:solidFill>
                  <a:srgbClr val="6B6B70"/>
                </a:solidFill>
                <a:latin typeface="Lato"/>
              </a:rPr>
              <a:t>$128K · 9,050 students</a:t>
            </a:r>
          </a:p>
        </p:txBody>
      </p:sp>
      <p:sp>
        <p:nvSpPr>
          <p:cNvPr id="18" name="Label Yale"/>
          <p:cNvSpPr txBox="1"/>
          <p:nvPr/>
        </p:nvSpPr>
        <p:spPr>
          <a:xfrm>
            <a:off x="4565832" y="2533658"/>
            <a:ext cx="1200602"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Yale</a:t>
            </a:r>
          </a:p>
          <a:p>
            <a:pPr algn="ctr"/>
            <a:r>
              <a:rPr sz="800" b="0" i="0">
                <a:solidFill>
                  <a:srgbClr val="6B6B70"/>
                </a:solidFill>
                <a:latin typeface="Lato"/>
              </a:rPr>
              <a:t>$176K · 15,564 students</a:t>
            </a:r>
          </a:p>
        </p:txBody>
      </p:sp>
      <p:sp>
        <p:nvSpPr>
          <p:cNvPr id="19" name="Label Chicago"/>
          <p:cNvSpPr txBox="1"/>
          <p:nvPr/>
        </p:nvSpPr>
        <p:spPr>
          <a:xfrm>
            <a:off x="5862440" y="3121003"/>
            <a:ext cx="1200602"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Chicago (1)</a:t>
            </a:r>
          </a:p>
          <a:p>
            <a:pPr algn="ctr"/>
            <a:r>
              <a:rPr sz="800" b="0" i="0">
                <a:solidFill>
                  <a:srgbClr val="6B6B70"/>
                </a:solidFill>
                <a:latin typeface="Lato"/>
              </a:rPr>
              <a:t>$227K · 16,221 students</a:t>
            </a:r>
          </a:p>
        </p:txBody>
      </p:sp>
      <p:sp>
        <p:nvSpPr>
          <p:cNvPr id="20" name="Label Duke"/>
          <p:cNvSpPr txBox="1"/>
          <p:nvPr/>
        </p:nvSpPr>
        <p:spPr>
          <a:xfrm>
            <a:off x="6339814" y="2607396"/>
            <a:ext cx="1200602"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Duke (1)</a:t>
            </a:r>
          </a:p>
          <a:p>
            <a:pPr algn="ctr"/>
            <a:r>
              <a:rPr sz="800" b="0" i="0">
                <a:solidFill>
                  <a:srgbClr val="6B6B70"/>
                </a:solidFill>
                <a:latin typeface="Lato"/>
              </a:rPr>
              <a:t>$288K · 17,499 students</a:t>
            </a:r>
          </a:p>
        </p:txBody>
      </p:sp>
      <p:sp>
        <p:nvSpPr>
          <p:cNvPr id="21" name="Label Emory"/>
          <p:cNvSpPr txBox="1"/>
          <p:nvPr/>
        </p:nvSpPr>
        <p:spPr>
          <a:xfrm>
            <a:off x="7779063" y="2735619"/>
            <a:ext cx="1200602"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Emory (1)</a:t>
            </a:r>
          </a:p>
          <a:p>
            <a:pPr algn="ctr"/>
            <a:r>
              <a:rPr sz="800" b="0" i="0">
                <a:solidFill>
                  <a:srgbClr val="6B6B70"/>
                </a:solidFill>
                <a:latin typeface="Lato"/>
              </a:rPr>
              <a:t>$347K · 15,179 students</a:t>
            </a:r>
          </a:p>
        </p:txBody>
      </p:sp>
      <p:sp>
        <p:nvSpPr>
          <p:cNvPr id="22" name="Label Penn"/>
          <p:cNvSpPr txBox="1"/>
          <p:nvPr/>
        </p:nvSpPr>
        <p:spPr>
          <a:xfrm>
            <a:off x="7610045" y="3261843"/>
            <a:ext cx="1384649"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Penn (1) (4)</a:t>
            </a:r>
          </a:p>
          <a:p>
            <a:pPr algn="ctr"/>
            <a:r>
              <a:rPr sz="800" b="0" i="0">
                <a:solidFill>
                  <a:srgbClr val="6B6B70"/>
                </a:solidFill>
                <a:latin typeface="Lato"/>
              </a:rPr>
              <a:t>$288K est. · 24,023 students</a:t>
            </a:r>
          </a:p>
        </p:txBody>
      </p:sp>
      <p:sp>
        <p:nvSpPr>
          <p:cNvPr id="23" name="Label Stanford"/>
          <p:cNvSpPr txBox="1"/>
          <p:nvPr/>
        </p:nvSpPr>
        <p:spPr>
          <a:xfrm>
            <a:off x="9008402" y="2717846"/>
            <a:ext cx="1384649"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Stanford (1) (2) (4)</a:t>
            </a:r>
          </a:p>
          <a:p>
            <a:pPr algn="ctr"/>
            <a:r>
              <a:rPr sz="800" b="0" i="0">
                <a:solidFill>
                  <a:srgbClr val="6B6B70"/>
                </a:solidFill>
                <a:latin typeface="Lato"/>
              </a:rPr>
              <a:t>$501K est. · 18,625 students</a:t>
            </a:r>
          </a:p>
        </p:txBody>
      </p:sp>
      <p:sp>
        <p:nvSpPr>
          <p:cNvPr id="24" name="Label Boston University"/>
          <p:cNvSpPr txBox="1"/>
          <p:nvPr/>
        </p:nvSpPr>
        <p:spPr>
          <a:xfrm>
            <a:off x="1217496" y="2024644"/>
            <a:ext cx="1141674"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Boston University</a:t>
            </a:r>
          </a:p>
          <a:p>
            <a:pPr algn="ctr"/>
            <a:r>
              <a:rPr sz="800" b="0" i="0">
                <a:solidFill>
                  <a:srgbClr val="6B6B70"/>
                </a:solidFill>
                <a:latin typeface="Lato"/>
              </a:rPr>
              <a:t>$33K · 37,737 students</a:t>
            </a:r>
          </a:p>
        </p:txBody>
      </p:sp>
      <p:sp>
        <p:nvSpPr>
          <p:cNvPr id="25" name="Label MIT"/>
          <p:cNvSpPr txBox="1"/>
          <p:nvPr/>
        </p:nvSpPr>
        <p:spPr>
          <a:xfrm>
            <a:off x="4394167" y="3270079"/>
            <a:ext cx="1200602" cy="301752"/>
          </a:xfrm>
          <a:prstGeom prst="rect">
            <a:avLst/>
          </a:prstGeom>
          <a:solidFill>
            <a:srgbClr val="FFFFFF">
              <a:alpha val="80000"/>
            </a:srgbClr>
          </a:solidFill>
        </p:spPr>
        <p:txBody>
          <a:bodyPr wrap="none" lIns="27432" rIns="27432" tIns="0" bIns="0" anchor="ctr">
            <a:spAutoFit/>
          </a:bodyPr>
          <a:lstStyle/>
          <a:p>
            <a:pPr algn="ctr"/>
            <a:r>
              <a:rPr sz="900" b="1" i="0">
                <a:solidFill>
                  <a:srgbClr val="000000"/>
                </a:solidFill>
                <a:latin typeface="Lato"/>
              </a:rPr>
              <a:t>MIT (2)</a:t>
            </a:r>
          </a:p>
          <a:p>
            <a:pPr algn="ctr"/>
            <a:r>
              <a:rPr sz="800" b="0" i="0">
                <a:solidFill>
                  <a:srgbClr val="6B6B70"/>
                </a:solidFill>
                <a:latin typeface="Lato"/>
              </a:rPr>
              <a:t>$176K · 11,886 students</a:t>
            </a:r>
          </a:p>
        </p:txBody>
      </p:sp>
      <p:sp>
        <p:nvSpPr>
          <p:cNvPr id="26" name="Label Northeastern"/>
          <p:cNvSpPr txBox="1"/>
          <p:nvPr/>
        </p:nvSpPr>
        <p:spPr>
          <a:xfrm>
            <a:off x="1878756" y="3250168"/>
            <a:ext cx="1141674" cy="301752"/>
          </a:xfrm>
          <a:prstGeom prst="rect">
            <a:avLst/>
          </a:prstGeom>
          <a:solidFill>
            <a:srgbClr val="FFFFFF">
              <a:alpha val="80000"/>
            </a:srgbClr>
          </a:solidFill>
        </p:spPr>
        <p:txBody>
          <a:bodyPr wrap="none" lIns="27432" rIns="27432" tIns="0" bIns="0" anchor="ctr">
            <a:spAutoFit/>
          </a:bodyPr>
          <a:lstStyle/>
          <a:p>
            <a:pPr algn="ctr"/>
            <a:r>
              <a:rPr sz="1000" b="1" i="0">
                <a:solidFill>
                  <a:srgbClr val="C8102E"/>
                </a:solidFill>
                <a:latin typeface="Lato"/>
              </a:rPr>
              <a:t>Northeastern (3)</a:t>
            </a:r>
          </a:p>
          <a:p>
            <a:pPr algn="ctr"/>
            <a:r>
              <a:rPr sz="800" b="0" i="0">
                <a:solidFill>
                  <a:srgbClr val="C8102E"/>
                </a:solidFill>
                <a:latin typeface="Lato"/>
              </a:rPr>
              <a:t>$26K · 39,774 students</a:t>
            </a:r>
          </a:p>
        </p:txBody>
      </p:sp>
      <p:sp>
        <p:nvSpPr>
          <p:cNvPr id="27" name="Iso-line caption"/>
          <p:cNvSpPr txBox="1"/>
          <p:nvPr/>
        </p:nvSpPr>
        <p:spPr>
          <a:xfrm>
            <a:off x="11036808" y="1828800"/>
            <a:ext cx="1097280" cy="310896"/>
          </a:xfrm>
          <a:prstGeom prst="rect">
            <a:avLst/>
          </a:prstGeom>
          <a:noFill/>
        </p:spPr>
        <p:txBody>
          <a:bodyPr wrap="square" lIns="0" rIns="0" tIns="0" bIns="0" anchor="t">
            <a:spAutoFit/>
          </a:bodyPr>
          <a:lstStyle/>
          <a:p>
            <a:pPr algn="l"/>
            <a:r>
              <a:rPr sz="850" b="1" i="0">
                <a:solidFill>
                  <a:srgbClr val="6B6B70"/>
                </a:solidFill>
                <a:latin typeface="Lato"/>
              </a:rPr>
              <a:t>S&amp;W per student</a:t>
            </a:r>
          </a:p>
          <a:p>
            <a:pPr algn="l"/>
            <a:r>
              <a:rPr sz="850" b="0" i="0">
                <a:solidFill>
                  <a:srgbClr val="6B6B70"/>
                </a:solidFill>
                <a:latin typeface="Lato"/>
              </a:rPr>
              <a:t>iso-lines</a:t>
            </a:r>
          </a:p>
        </p:txBody>
      </p:sp>
    </p:spTree>
  </p:cSld>
  <p:clrMapOvr>
    <a:masterClrMapping/>
  </p:clrMapOvr>
</p:sld>
</file>

<file path=ppt/theme/theme1.xml><?xml version="1.0" encoding="utf-8"?>
<a:theme xmlns:a="http://schemas.openxmlformats.org/drawingml/2006/main" name="Office Theme">
  <a:themeElements>
    <a:clrScheme name="Northeastern">
      <a:dk1>
        <a:srgbClr val="000000"/>
      </a:dk1>
      <a:lt1>
        <a:srgbClr val="FFFFFF"/>
      </a:lt1>
      <a:dk2>
        <a:srgbClr val="3A3A3F"/>
      </a:dk2>
      <a:lt2>
        <a:srgbClr val="F4F4F5"/>
      </a:lt2>
      <a:accent1>
        <a:srgbClr val="C8102E"/>
      </a:accent1>
      <a:accent2>
        <a:srgbClr val="000000"/>
      </a:accent2>
      <a:accent3>
        <a:srgbClr val="8A8D8F"/>
      </a:accent3>
      <a:accent4>
        <a:srgbClr val="3A3A3F"/>
      </a:accent4>
      <a:accent5>
        <a:srgbClr val="A4804A"/>
      </a:accent5>
      <a:accent6>
        <a:srgbClr val="F4F4F5"/>
      </a:accent6>
      <a:hlink>
        <a:srgbClr val="0C3354"/>
      </a:hlink>
      <a:folHlink>
        <a:srgbClr val="6B6B70"/>
      </a:folHlink>
    </a:clrScheme>
    <a:fontScheme name="Custom 1">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53DA0FE5B7403498889074FBA6C6F31" ma:contentTypeVersion="18" ma:contentTypeDescription="Create a new document." ma:contentTypeScope="" ma:versionID="5906518524b469aac52fd9117448a799">
  <xsd:schema xmlns:xsd="http://www.w3.org/2001/XMLSchema" xmlns:xs="http://www.w3.org/2001/XMLSchema" xmlns:p="http://schemas.microsoft.com/office/2006/metadata/properties" xmlns:ns2="574f7681-16bc-479c-bf3b-02bcf3c14331" xmlns:ns3="5440841a-9bdf-4b43-8cf3-204ecaedf527" xmlns:ns4="e9952153-5aa5-42e8-8300-ccc6398e6c31" targetNamespace="http://schemas.microsoft.com/office/2006/metadata/properties" ma:root="true" ma:fieldsID="765bd0cb89e3a349f472ddfc8c5f5fc2" ns2:_="" ns3:_="" ns4:_="">
    <xsd:import namespace="574f7681-16bc-479c-bf3b-02bcf3c14331"/>
    <xsd:import namespace="5440841a-9bdf-4b43-8cf3-204ecaedf527"/>
    <xsd:import namespace="e9952153-5aa5-42e8-8300-ccc6398e6c3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4:TaxCatchAll" minOccurs="0"/>
                <xsd:element ref="ns2:MediaServiceObjectDetectorVersions" minOccurs="0"/>
                <xsd:element ref="ns2:MediaServiceDateTaken"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4f7681-16bc-479c-bf3b-02bcf3c143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99a8f194-becd-4f93-a34b-b9b3045b787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40841a-9bdf-4b43-8cf3-204ecaedf52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9952153-5aa5-42e8-8300-ccc6398e6c31"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a61dac97-85de-4f35-afb1-65ea9b1e43f0}" ma:internalName="TaxCatchAll" ma:showField="CatchAllData" ma:web="5440841a-9bdf-4b43-8cf3-204ecaedf5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5440841a-9bdf-4b43-8cf3-204ecaedf527">
      <UserInfo>
        <DisplayName>Lucas, Eliza</DisplayName>
        <AccountId>6326</AccountId>
        <AccountType/>
      </UserInfo>
      <UserInfo>
        <DisplayName>Skarep, Denis</DisplayName>
        <AccountId>333</AccountId>
        <AccountType/>
      </UserInfo>
      <UserInfo>
        <DisplayName>Workman, Michael</DisplayName>
        <AccountId>7596</AccountId>
        <AccountType/>
      </UserInfo>
      <UserInfo>
        <DisplayName>Horn, Clare</DisplayName>
        <AccountId>29</AccountId>
        <AccountType/>
      </UserInfo>
      <UserInfo>
        <DisplayName>Anzuoni, Rebecca</DisplayName>
        <AccountId>32</AccountId>
        <AccountType/>
      </UserInfo>
      <UserInfo>
        <DisplayName>Borchardt, Melody</DisplayName>
        <AccountId>7822</AccountId>
        <AccountType/>
      </UserInfo>
    </SharedWithUsers>
    <TaxCatchAll xmlns="e9952153-5aa5-42e8-8300-ccc6398e6c31" xsi:nil="true"/>
    <lcf76f155ced4ddcb4097134ff3c332f xmlns="574f7681-16bc-479c-bf3b-02bcf3c143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B017AB2-AB12-4B0F-BA1F-EBEC12CAA940}">
  <ds:schemaRefs>
    <ds:schemaRef ds:uri="http://schemas.microsoft.com/sharepoint/v3/contenttype/forms"/>
  </ds:schemaRefs>
</ds:datastoreItem>
</file>

<file path=customXml/itemProps2.xml><?xml version="1.0" encoding="utf-8"?>
<ds:datastoreItem xmlns:ds="http://schemas.openxmlformats.org/officeDocument/2006/customXml" ds:itemID="{2D1C160D-87C7-4193-8AC2-7AFEA0640E88}">
  <ds:schemaRefs>
    <ds:schemaRef ds:uri="5440841a-9bdf-4b43-8cf3-204ecaedf527"/>
    <ds:schemaRef ds:uri="574f7681-16bc-479c-bf3b-02bcf3c14331"/>
    <ds:schemaRef ds:uri="e9952153-5aa5-42e8-8300-ccc6398e6c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4E6B35C-799D-4F79-8476-A0E275E394C0}">
  <ds:schemaRefs>
    <ds:schemaRef ds:uri="5440841a-9bdf-4b43-8cf3-204ecaedf527"/>
    <ds:schemaRef ds:uri="574f7681-16bc-479c-bf3b-02bcf3c14331"/>
    <ds:schemaRef ds:uri="d6d2383b-45a0-4ddb-a407-c494fb1d4267"/>
    <ds:schemaRef ds:uri="e9952153-5aa5-42e8-8300-ccc6398e6c31"/>
    <ds:schemaRef ds:uri="f8b34fd3-af78-4807-b886-7e6a01a185d3"/>
    <ds:schemaRef ds:uri="fb9ca303-d760-4e0a-88f1-ba207c332aa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a8eec281-aaa3-4dae-ac9b-9a398b9215e7}" enabled="0" method="" siteId="{a8eec281-aaa3-4dae-ac9b-9a398b9215e7}" removed="1"/>
  <clbl:label id="{ba5a7f39-e3be-4ab3-b450-67fa80faecad}" enabled="0" method="" siteId="{ba5a7f39-e3be-4ab3-b450-67fa80faecad}" removed="1"/>
</clbl:labelList>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Company>Northeastern University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Peer comparison: return on investment, perceptions and salaries per student</dc:title>
  <dc:creator>Northeastern University</dc:creator>
  <cp:lastModifiedBy>Northeastern University</cp:lastModifiedBy>
  <cp:revision>1</cp:revision>
  <dcterms:created xsi:type="dcterms:W3CDTF">2026-09-29T12:00:00Z</dcterms:created>
  <dcterms:modified xsi:type="dcterms:W3CDTF">2026-09-29T12:00:00Z</dcterms:modified>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0x010100353DA0FE5B7403498889074FBA6C6F31</vt:lpwstr>
  </property>
  <property fmtid="{D5CDD505-2E9C-101B-9397-08002B2CF9AE}" pid="3" name="MediaServiceImageTags">
    <vt:lpwstr/>
  </property>
</Properties>
</file>