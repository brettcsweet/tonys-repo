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04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/>
                <a:gridCol w="1500000"/>
                <a:gridCol w="1727543"/>
                <a:gridCol w="1727543"/>
                <a:gridCol w="1727543"/>
                <a:gridCol w="1727543"/>
                <a:gridCol w="1727546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34,450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$55M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$459-505/SF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$66M – $75M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$42-48/SF/yr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3a/3b/4: capital @ $300-350/SF; Assignable SF @ 65%; Annual Cost = Rent + Tax + capital @ 8% cap rate (landlord-financed); TCOL uses 10-yr synthetic rent on that capital, not the outlay. Options 1/2 add 30-yr P&amp;I @ 5% ($47M; $56M – $65M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$55M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