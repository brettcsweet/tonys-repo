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  <p:sldMasterId id="2147483687" r:id="rId5"/>
    <p:sldMasterId id="2147483705" r:id="rId6"/>
    <p:sldMasterId id="2147483713" r:id="rId7"/>
    <p:sldMasterId id="2147483728" r:id="rId8"/>
  </p:sldMasterIdLst>
  <p:notesMasterIdLst>
    <p:notesMasterId r:id="rId15"/>
  </p:notesMasterIdLst>
  <p:sldIdLst>
    <p:sldId id="256" r:id="rId9"/>
    <p:sldId id="1213" r:id="rId10"/>
    <p:sldId id="1214" r:id="rId11"/>
    <p:sldId id="1216" r:id="rId12"/>
    <p:sldId id="1217" r:id="rId13"/>
    <p:sldId id="12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D9B2E29F-440B-4534-A201-80A739C3457A}">
          <p14:sldIdLst>
            <p14:sldId id="256"/>
            <p14:sldId id="1213"/>
            <p14:sldId id="1214"/>
            <p14:sldId id="1216"/>
            <p14:sldId id="1217"/>
            <p14:sldId id="12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F16D0C-73E2-9503-6B82-5237E9C383AF}" name="Valencia, Jacqueline" initials="" userId="S::j.valencia@northeastern.edu::f0306524-8834-4b05-a255-acce50a7d738" providerId="AD"/>
  <p188:author id="{A1709311-0112-EA70-D0CC-62E1C112B60A}" name="Melkonian, Christina" initials="CM" userId="S::c.melkonian@northeastern.edu::0c9029e7-c81a-4074-b324-ecf1f523d31e" providerId="AD"/>
  <p188:author id="{DD4A715F-6AB8-B1E9-8715-E97C556CA8AC}" name="Spiegelman, Kathy" initials="SK" userId="S::kathys@northeastern.edu::ac793b45-90bf-45e3-898c-c4dce99f7b4d" providerId="AD"/>
  <p188:author id="{DBC30E66-7D97-DA63-E3B3-D8BF08360DF2}" name="Abolina, Viktorija" initials="AV" userId="S::v.abolina@northeastern.edu::8b9a026a-158c-4f56-bf31-5a84067c4e29" providerId="AD"/>
  <p188:author id="{4D47597D-61EC-EC43-41D3-EB658E568899}" name="Hickey, Maureen" initials="" userId="S::ma.hickey@northeastern.edu::c6952db5-766f-439d-b602-48984f3ffc42" providerId="AD"/>
  <p188:author id="{1F4C7192-AB4B-6D9E-905A-6EC6BE34DB15}" name="Brand, Jim" initials="JB" userId="S::j.brand@northeastern.edu::3b0ae77a-f76e-4383-97b8-b8490371efb9" providerId="AD"/>
  <p188:author id="{0643989E-FBF2-55A3-701D-84E8B6302D00}" name="Healey, Meaghan" initials="" userId="S::m.healey@northeastern.edu::6ea7a1ca-3291-48e4-bb52-8012d6ceee05" providerId="AD"/>
  <p188:author id="{849A7EC8-0A09-6664-7F77-D1B26ACDA118}" name="Leonard, Troy" initials="TL" userId="S::t.leonard@northeastern.edu::6009b0e2-01a7-498a-a001-3d3a227ae7cc" providerId="AD"/>
  <p188:author id="{66FB92F2-27FC-A8AB-9DF9-D05B9D9F3BC4}" name="McKenzie, Cassandra" initials="" userId="S::c.mckenzie@northeastern.edu::7d38c398-84b9-4c3c-a907-41a78ae8b8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7E1"/>
    <a:srgbClr val="DDE7F2"/>
    <a:srgbClr val="DFDDD7"/>
    <a:srgbClr val="EFECE1"/>
    <a:srgbClr val="DCE6F1"/>
    <a:srgbClr val="EEECE1"/>
    <a:srgbClr val="C0E0FF"/>
    <a:srgbClr val="FCB9B9"/>
    <a:srgbClr val="A0FFA0"/>
    <a:srgbClr val="629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892A9-2B7C-4BE6-B364-3DD098FBA88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89961-BF3B-4149-9B0E-E6C4134EB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7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1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9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2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58DDE836-DAF9-4F76-297D-9CC16A8B684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AEDC-D36A-D873-1EFC-CCA7F2726B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B478EF-0065-B0E8-0BD9-3143801E9D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563" y="166688"/>
            <a:ext cx="8450262" cy="1111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Swing Space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532012-9830-B7E5-97E9-8B026155AC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5750" y="4797426"/>
            <a:ext cx="1818353" cy="413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B713DAF-31DF-8190-4608-2343510C8F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5749" y="4129293"/>
            <a:ext cx="4886325" cy="598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[Presentation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5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Requir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pic>
        <p:nvPicPr>
          <p:cNvPr id="3" name="Picture 2" descr="A map of a city&#10;&#10;Description automatically generated">
            <a:extLst>
              <a:ext uri="{FF2B5EF4-FFF2-40B4-BE49-F238E27FC236}">
                <a16:creationId xmlns:a16="http://schemas.microsoft.com/office/drawing/2014/main" id="{EAD7314C-5B88-2676-AD42-2FF9FAEED8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7" b="12828"/>
          <a:stretch/>
        </p:blipFill>
        <p:spPr>
          <a:xfrm>
            <a:off x="6830835" y="851804"/>
            <a:ext cx="5047488" cy="41463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AB267E-BBF1-8CFE-C914-A9A042E9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200"/>
              <a:t>Requirements for Swing Space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5E4566-32A2-E35A-8CB4-6188B1464E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4246" y="851805"/>
            <a:ext cx="6358598" cy="5744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Area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Lato"/>
              <a:cs typeface="Lato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Rooms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Offices and storage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Lato"/>
                <a:cs typeface="Lato"/>
              </a:rPr>
              <a:t>Users/Client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Multi-user restrooms in close proximity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Accessible space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Location: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Needed</a:t>
            </a:r>
          </a:p>
          <a:p>
            <a:endParaRPr lang="en-US" sz="1400" b="1">
              <a:latin typeface="+mn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CD6B99-F81A-3E4B-75E8-A4E3915F57FA}"/>
              </a:ext>
            </a:extLst>
          </p:cNvPr>
          <p:cNvSpPr/>
          <p:nvPr userDrawn="1"/>
        </p:nvSpPr>
        <p:spPr>
          <a:xfrm>
            <a:off x="7282927" y="2581836"/>
            <a:ext cx="3173506" cy="1828800"/>
          </a:xfrm>
          <a:custGeom>
            <a:avLst/>
            <a:gdLst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01384 w 3205779"/>
              <a:gd name="connsiteY12" fmla="*/ 96819 h 1882588"/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29093 w 3205779"/>
              <a:gd name="connsiteY12" fmla="*/ 637146 h 1882588"/>
              <a:gd name="connsiteX0" fmla="*/ 2741652 w 3173506"/>
              <a:gd name="connsiteY0" fmla="*/ 117030 h 1861073"/>
              <a:gd name="connsiteX1" fmla="*/ 2893807 w 3173506"/>
              <a:gd name="connsiteY1" fmla="*/ 43031 h 1861073"/>
              <a:gd name="connsiteX2" fmla="*/ 839097 w 3173506"/>
              <a:gd name="connsiteY2" fmla="*/ 32273 h 1861073"/>
              <a:gd name="connsiteX3" fmla="*/ 398033 w 3173506"/>
              <a:gd name="connsiteY3" fmla="*/ 311972 h 1861073"/>
              <a:gd name="connsiteX4" fmla="*/ 0 w 3173506"/>
              <a:gd name="connsiteY4" fmla="*/ 634702 h 1861073"/>
              <a:gd name="connsiteX5" fmla="*/ 1118795 w 3173506"/>
              <a:gd name="connsiteY5" fmla="*/ 1463040 h 1861073"/>
              <a:gd name="connsiteX6" fmla="*/ 1656678 w 3173506"/>
              <a:gd name="connsiteY6" fmla="*/ 1355464 h 1861073"/>
              <a:gd name="connsiteX7" fmla="*/ 1688951 w 3173506"/>
              <a:gd name="connsiteY7" fmla="*/ 1861073 h 1861073"/>
              <a:gd name="connsiteX8" fmla="*/ 2431228 w 3173506"/>
              <a:gd name="connsiteY8" fmla="*/ 1731982 h 1861073"/>
              <a:gd name="connsiteX9" fmla="*/ 2248348 w 3173506"/>
              <a:gd name="connsiteY9" fmla="*/ 1172584 h 1861073"/>
              <a:gd name="connsiteX10" fmla="*/ 3173506 w 3173506"/>
              <a:gd name="connsiteY10" fmla="*/ 892885 h 1861073"/>
              <a:gd name="connsiteX11" fmla="*/ 3001384 w 3173506"/>
              <a:gd name="connsiteY11" fmla="*/ 0 h 1861073"/>
              <a:gd name="connsiteX12" fmla="*/ 3029093 w 3173506"/>
              <a:gd name="connsiteY12" fmla="*/ 615631 h 1861073"/>
              <a:gd name="connsiteX0" fmla="*/ 2741652 w 3173506"/>
              <a:gd name="connsiteY0" fmla="*/ 84757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39576 w 3173506"/>
              <a:gd name="connsiteY5" fmla="*/ 1347640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676509 w 3173506"/>
              <a:gd name="connsiteY5" fmla="*/ 1526037 h 1828800"/>
              <a:gd name="connsiteX6" fmla="*/ 1139576 w 3173506"/>
              <a:gd name="connsiteY6" fmla="*/ 1347640 h 1828800"/>
              <a:gd name="connsiteX7" fmla="*/ 1795223 w 3173506"/>
              <a:gd name="connsiteY7" fmla="*/ 1156936 h 1828800"/>
              <a:gd name="connsiteX8" fmla="*/ 1688951 w 3173506"/>
              <a:gd name="connsiteY8" fmla="*/ 1828800 h 1828800"/>
              <a:gd name="connsiteX9" fmla="*/ 2431228 w 3173506"/>
              <a:gd name="connsiteY9" fmla="*/ 1699709 h 1828800"/>
              <a:gd name="connsiteX10" fmla="*/ 2248348 w 3173506"/>
              <a:gd name="connsiteY10" fmla="*/ 1140311 h 1828800"/>
              <a:gd name="connsiteX11" fmla="*/ 3173506 w 3173506"/>
              <a:gd name="connsiteY11" fmla="*/ 860612 h 1828800"/>
              <a:gd name="connsiteX12" fmla="*/ 3015237 w 3173506"/>
              <a:gd name="connsiteY12" fmla="*/ 577328 h 1828800"/>
              <a:gd name="connsiteX13" fmla="*/ 2994456 w 3173506"/>
              <a:gd name="connsiteY13" fmla="*/ 458667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73506" h="1828800">
                <a:moveTo>
                  <a:pt x="3046452" y="278721"/>
                </a:moveTo>
                <a:lnTo>
                  <a:pt x="2893807" y="10758"/>
                </a:lnTo>
                <a:lnTo>
                  <a:pt x="839097" y="0"/>
                </a:lnTo>
                <a:lnTo>
                  <a:pt x="398033" y="279699"/>
                </a:lnTo>
                <a:lnTo>
                  <a:pt x="0" y="602429"/>
                </a:lnTo>
                <a:cubicBezTo>
                  <a:pt x="331721" y="815626"/>
                  <a:pt x="344788" y="1312840"/>
                  <a:pt x="676509" y="1526037"/>
                </a:cubicBezTo>
                <a:lnTo>
                  <a:pt x="1139576" y="1347640"/>
                </a:lnTo>
                <a:lnTo>
                  <a:pt x="1795223" y="1156936"/>
                </a:lnTo>
                <a:lnTo>
                  <a:pt x="1688951" y="1828800"/>
                </a:lnTo>
                <a:lnTo>
                  <a:pt x="2431228" y="1699709"/>
                </a:lnTo>
                <a:lnTo>
                  <a:pt x="2248348" y="1140311"/>
                </a:lnTo>
                <a:lnTo>
                  <a:pt x="3173506" y="860612"/>
                </a:lnTo>
                <a:lnTo>
                  <a:pt x="3015237" y="577328"/>
                </a:lnTo>
                <a:cubicBezTo>
                  <a:pt x="3015237" y="602429"/>
                  <a:pt x="2994456" y="433566"/>
                  <a:pt x="2994456" y="458667"/>
                </a:cubicBezTo>
              </a:path>
            </a:pathLst>
          </a:custGeom>
          <a:solidFill>
            <a:srgbClr val="FF9933">
              <a:alpha val="2000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FF993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B1F9-4E9B-44B5-D10E-B8B38306191F}"/>
              </a:ext>
            </a:extLst>
          </p:cNvPr>
          <p:cNvSpPr txBox="1"/>
          <p:nvPr userDrawn="1"/>
        </p:nvSpPr>
        <p:spPr>
          <a:xfrm>
            <a:off x="8453601" y="5048558"/>
            <a:ext cx="343545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>
                <a:solidFill>
                  <a:srgbClr val="FF993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Preferred location for temp./swing space</a:t>
            </a:r>
          </a:p>
        </p:txBody>
      </p:sp>
    </p:spTree>
    <p:extLst>
      <p:ext uri="{BB962C8B-B14F-4D97-AF65-F5344CB8AC3E}">
        <p14:creationId xmlns:p14="http://schemas.microsoft.com/office/powerpoint/2010/main" val="268279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2CBBB9-5496-B88B-4C47-4C1E5AC2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259817-5086-45FA-A79F-69320F057E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53108378"/>
              </p:ext>
            </p:extLst>
          </p:nvPr>
        </p:nvGraphicFramePr>
        <p:xfrm>
          <a:off x="197313" y="1057656"/>
          <a:ext cx="11809528" cy="52404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5867">
                  <a:extLst>
                    <a:ext uri="{9D8B030D-6E8A-4147-A177-3AD203B41FA5}">
                      <a16:colId xmlns:a16="http://schemas.microsoft.com/office/drawing/2014/main" val="1127336309"/>
                    </a:ext>
                  </a:extLst>
                </a:gridCol>
                <a:gridCol w="3382080">
                  <a:extLst>
                    <a:ext uri="{9D8B030D-6E8A-4147-A177-3AD203B41FA5}">
                      <a16:colId xmlns:a16="http://schemas.microsoft.com/office/drawing/2014/main" val="2130190107"/>
                    </a:ext>
                  </a:extLst>
                </a:gridCol>
                <a:gridCol w="1803876">
                  <a:extLst>
                    <a:ext uri="{9D8B030D-6E8A-4147-A177-3AD203B41FA5}">
                      <a16:colId xmlns:a16="http://schemas.microsoft.com/office/drawing/2014/main" val="1574853048"/>
                    </a:ext>
                  </a:extLst>
                </a:gridCol>
                <a:gridCol w="1941095">
                  <a:extLst>
                    <a:ext uri="{9D8B030D-6E8A-4147-A177-3AD203B41FA5}">
                      <a16:colId xmlns:a16="http://schemas.microsoft.com/office/drawing/2014/main" val="3982976788"/>
                    </a:ext>
                  </a:extLst>
                </a:gridCol>
                <a:gridCol w="1892968">
                  <a:extLst>
                    <a:ext uri="{9D8B030D-6E8A-4147-A177-3AD203B41FA5}">
                      <a16:colId xmlns:a16="http://schemas.microsoft.com/office/drawing/2014/main" val="2785697858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3254847244"/>
                    </a:ext>
                  </a:extLst>
                </a:gridCol>
                <a:gridCol w="616947">
                  <a:extLst>
                    <a:ext uri="{9D8B030D-6E8A-4147-A177-3AD203B41FA5}">
                      <a16:colId xmlns:a16="http://schemas.microsoft.com/office/drawing/2014/main" val="3444016622"/>
                    </a:ext>
                  </a:extLst>
                </a:gridCol>
              </a:tblGrid>
              <a:tr h="360909"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Current Use/Occupant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89254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998798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364650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90823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9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52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C4F9-CB04-BC67-3737-F1C258A87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746692"/>
            <a:ext cx="6370667" cy="566225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Add plans.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6F858-E4E4-ABA6-62C2-E6E9FD341783}"/>
              </a:ext>
            </a:extLst>
          </p:cNvPr>
          <p:cNvSpPr txBox="1"/>
          <p:nvPr userDrawn="1"/>
        </p:nvSpPr>
        <p:spPr>
          <a:xfrm>
            <a:off x="1062715" y="6448230"/>
            <a:ext cx="16801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Note: Plans not to scale.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DA71AB-DA90-0570-1644-34C81984151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9109273"/>
              </p:ext>
            </p:extLst>
          </p:nvPr>
        </p:nvGraphicFramePr>
        <p:xfrm>
          <a:off x="6975554" y="859334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1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FC3D69-3EFC-034A-54B7-E634C42FAF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9464642"/>
              </p:ext>
            </p:extLst>
          </p:nvPr>
        </p:nvGraphicFramePr>
        <p:xfrm>
          <a:off x="6975554" y="3644888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2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467301E3-7C41-6244-A1D6-D60A29F4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</p:spTree>
    <p:extLst>
      <p:ext uri="{BB962C8B-B14F-4D97-AF65-F5344CB8AC3E}">
        <p14:creationId xmlns:p14="http://schemas.microsoft.com/office/powerpoint/2010/main" val="235411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134FB-D539-3F26-99C9-8C658824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Alternatives for Swing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FC200-23CC-1C2B-5ED1-05DD023622C4}"/>
              </a:ext>
            </a:extLst>
          </p:cNvPr>
          <p:cNvSpPr/>
          <p:nvPr userDrawn="1"/>
        </p:nvSpPr>
        <p:spPr>
          <a:xfrm>
            <a:off x="4269288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874A5-D447-258E-6D30-518816A93D30}"/>
              </a:ext>
            </a:extLst>
          </p:cNvPr>
          <p:cNvSpPr/>
          <p:nvPr userDrawn="1"/>
        </p:nvSpPr>
        <p:spPr>
          <a:xfrm>
            <a:off x="305452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9A128-B11A-2C97-F1AA-D6F96BBC0587}"/>
              </a:ext>
            </a:extLst>
          </p:cNvPr>
          <p:cNvSpPr/>
          <p:nvPr userDrawn="1"/>
        </p:nvSpPr>
        <p:spPr>
          <a:xfrm>
            <a:off x="8233124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32195-1DC6-581A-BC5E-3EAE369B0E52}"/>
              </a:ext>
            </a:extLst>
          </p:cNvPr>
          <p:cNvSpPr txBox="1"/>
          <p:nvPr userDrawn="1"/>
        </p:nvSpPr>
        <p:spPr>
          <a:xfrm>
            <a:off x="305452" y="4617970"/>
            <a:ext cx="3449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873EF-BB8E-43B3-DEAC-1DC21EFB1B36}"/>
              </a:ext>
            </a:extLst>
          </p:cNvPr>
          <p:cNvSpPr txBox="1"/>
          <p:nvPr userDrawn="1"/>
        </p:nvSpPr>
        <p:spPr>
          <a:xfrm>
            <a:off x="4269288" y="4617970"/>
            <a:ext cx="3449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6BE7D-2585-EB20-772A-5B2E9E3482F1}"/>
              </a:ext>
            </a:extLst>
          </p:cNvPr>
          <p:cNvSpPr txBox="1"/>
          <p:nvPr userDrawn="1"/>
        </p:nvSpPr>
        <p:spPr>
          <a:xfrm>
            <a:off x="8283479" y="4639074"/>
            <a:ext cx="344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7DBDB2-A4B8-1073-6944-6BBBE72B2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851805"/>
            <a:ext cx="11822596" cy="94871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sym typeface="Wingdings" panose="05000000000000000000" pitchFamily="2" charset="2"/>
              </a:rPr>
              <a:t>alternatives considered for swing space – limited by program requirements, location and proximity to parking, fixture counts, accessibility, and general building aesthetic</a:t>
            </a:r>
          </a:p>
        </p:txBody>
      </p:sp>
    </p:spTree>
    <p:extLst>
      <p:ext uri="{BB962C8B-B14F-4D97-AF65-F5344CB8AC3E}">
        <p14:creationId xmlns:p14="http://schemas.microsoft.com/office/powerpoint/2010/main" val="27556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5A96E2-A504-4CCC-EF06-43988DF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Option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7FCE-93E5-5484-B90A-2B6CDAEF94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Room Name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4F244A4-284F-04BC-F413-A3A6C44F5E34}"/>
              </a:ext>
            </a:extLst>
          </p:cNvPr>
          <p:cNvSpPr txBox="1">
            <a:spLocks/>
          </p:cNvSpPr>
          <p:nvPr userDrawn="1"/>
        </p:nvSpPr>
        <p:spPr>
          <a:xfrm>
            <a:off x="184245" y="1188720"/>
            <a:ext cx="5722780" cy="5220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ato" panose="020F0502020204030203" pitchFamily="34" charset="0"/>
              <a:buChar char="»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6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 of room type</a:t>
            </a: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Cons:</a:t>
            </a:r>
          </a:p>
          <a:p>
            <a:pPr lvl="1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958FB9-3F6C-399B-9CEB-F7D116243A31}"/>
              </a:ext>
            </a:extLst>
          </p:cNvPr>
          <p:cNvSpPr/>
          <p:nvPr userDrawn="1"/>
        </p:nvSpPr>
        <p:spPr>
          <a:xfrm>
            <a:off x="9574056" y="5491216"/>
            <a:ext cx="1999042" cy="9251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 Square Footage: </a:t>
            </a:r>
            <a:r>
              <a:rPr lang="en-US" sz="14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SF</a:t>
            </a:r>
            <a:endParaRPr lang="en-US" sz="1400" b="1">
              <a:solidFill>
                <a:schemeClr val="accent3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87F05-5293-A70D-331A-62734F26A950}"/>
              </a:ext>
            </a:extLst>
          </p:cNvPr>
          <p:cNvSpPr txBox="1"/>
          <p:nvPr userDrawn="1"/>
        </p:nvSpPr>
        <p:spPr>
          <a:xfrm>
            <a:off x="6332180" y="3833503"/>
            <a:ext cx="1187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897C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Callout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077F1-DDC1-D821-FD24-1E993920C494}"/>
              </a:ext>
            </a:extLst>
          </p:cNvPr>
          <p:cNvSpPr txBox="1"/>
          <p:nvPr userDrawn="1"/>
        </p:nvSpPr>
        <p:spPr>
          <a:xfrm>
            <a:off x="6088670" y="4051584"/>
            <a:ext cx="134688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6AAB52-84D9-F79A-76AB-6DCB37B23CED}"/>
              </a:ext>
            </a:extLst>
          </p:cNvPr>
          <p:cNvCxnSpPr>
            <a:cxnSpLocks/>
          </p:cNvCxnSpPr>
          <p:nvPr userDrawn="1"/>
        </p:nvCxnSpPr>
        <p:spPr>
          <a:xfrm flipH="1">
            <a:off x="6336321" y="3818695"/>
            <a:ext cx="1077975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CCA9AE-7AF1-A2E4-674D-DBEC3E7B36D2}"/>
              </a:ext>
            </a:extLst>
          </p:cNvPr>
          <p:cNvSpPr txBox="1"/>
          <p:nvPr userDrawn="1"/>
        </p:nvSpPr>
        <p:spPr>
          <a:xfrm>
            <a:off x="7284378" y="795235"/>
            <a:ext cx="4288720" cy="4236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4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Year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B4505026-60E6-EF76-0645-8064DD9932F2}"/>
              </a:ext>
            </a:extLst>
          </p:cNvPr>
          <p:cNvGrpSpPr/>
          <p:nvPr userDrawn="1"/>
        </p:nvGrpSpPr>
        <p:grpSpPr>
          <a:xfrm>
            <a:off x="387302" y="1098572"/>
            <a:ext cx="3896420" cy="5280111"/>
            <a:chOff x="0" y="938639"/>
            <a:chExt cx="12186428" cy="591936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BA00E45-2DA0-289A-133F-F0301468E718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EEA6988-ECD7-2DD3-2737-D2D9896943ED}"/>
                </a:ext>
              </a:extLst>
            </p:cNvPr>
            <p:cNvSpPr/>
            <p:nvPr/>
          </p:nvSpPr>
          <p:spPr>
            <a:xfrm>
              <a:off x="960843" y="938642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F54A44D-69ED-668D-F9D9-2838C518E108}"/>
                </a:ext>
              </a:extLst>
            </p:cNvPr>
            <p:cNvSpPr/>
            <p:nvPr/>
          </p:nvSpPr>
          <p:spPr>
            <a:xfrm>
              <a:off x="1992656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B6F582F-BEA1-C372-496E-8B146E84FB0B}"/>
                </a:ext>
              </a:extLst>
            </p:cNvPr>
            <p:cNvSpPr/>
            <p:nvPr/>
          </p:nvSpPr>
          <p:spPr>
            <a:xfrm>
              <a:off x="3011582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CE5CD95-AE87-BC54-143C-C6EBF7793087}"/>
                </a:ext>
              </a:extLst>
            </p:cNvPr>
            <p:cNvSpPr/>
            <p:nvPr/>
          </p:nvSpPr>
          <p:spPr>
            <a:xfrm>
              <a:off x="4030508" y="938644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51EAB0-3E81-9227-9B2B-325BB24F4A56}"/>
                </a:ext>
              </a:extLst>
            </p:cNvPr>
            <p:cNvSpPr/>
            <p:nvPr/>
          </p:nvSpPr>
          <p:spPr>
            <a:xfrm>
              <a:off x="5049434" y="938643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A3796B-7DF9-DA0C-95CF-8ECC2DF6790E}"/>
                </a:ext>
              </a:extLst>
            </p:cNvPr>
            <p:cNvSpPr/>
            <p:nvPr/>
          </p:nvSpPr>
          <p:spPr>
            <a:xfrm>
              <a:off x="6068359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1010DFA-D9D3-03A6-44C0-CDBAC833496E}"/>
                </a:ext>
              </a:extLst>
            </p:cNvPr>
            <p:cNvSpPr/>
            <p:nvPr/>
          </p:nvSpPr>
          <p:spPr>
            <a:xfrm>
              <a:off x="7087286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18F08B6-1B11-31E7-2A9D-6F66460F64B5}"/>
                </a:ext>
              </a:extLst>
            </p:cNvPr>
            <p:cNvSpPr/>
            <p:nvPr/>
          </p:nvSpPr>
          <p:spPr>
            <a:xfrm>
              <a:off x="8106211" y="938641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E5CCF37-E188-BE55-AFB6-DB1EAC174F8F}"/>
                </a:ext>
              </a:extLst>
            </p:cNvPr>
            <p:cNvSpPr/>
            <p:nvPr/>
          </p:nvSpPr>
          <p:spPr>
            <a:xfrm>
              <a:off x="9125138" y="938640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455811-2166-9C99-9597-9541D871B2B9}"/>
                </a:ext>
              </a:extLst>
            </p:cNvPr>
            <p:cNvSpPr/>
            <p:nvPr/>
          </p:nvSpPr>
          <p:spPr>
            <a:xfrm>
              <a:off x="10148574" y="938641"/>
              <a:ext cx="1018925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5D12E5F-D71B-BD22-67AC-B26E965FD3A5}"/>
                </a:ext>
              </a:extLst>
            </p:cNvPr>
            <p:cNvSpPr/>
            <p:nvPr/>
          </p:nvSpPr>
          <p:spPr>
            <a:xfrm>
              <a:off x="11167503" y="938640"/>
              <a:ext cx="1018925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517F557-3651-8F43-D99C-EB41FB69B4AC}"/>
              </a:ext>
            </a:extLst>
          </p:cNvPr>
          <p:cNvGrpSpPr/>
          <p:nvPr userDrawn="1"/>
        </p:nvGrpSpPr>
        <p:grpSpPr>
          <a:xfrm>
            <a:off x="4266278" y="1098572"/>
            <a:ext cx="3871020" cy="5280111"/>
            <a:chOff x="0" y="938639"/>
            <a:chExt cx="12106988" cy="591936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368F6D9-467C-5969-B000-E2E882702729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C1170DD-E2A7-B5EA-F80A-488F4717C7A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CCE93C2-2817-63A7-AE67-041C4EE30D8E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F0467A-7EC9-DAEE-23E7-8078393A929A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97E2A05-6636-23DE-5E18-9AB3FF5AA02E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21882E2-34A2-E934-1B0E-7DF1D6A947E5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DA5F31-3532-AA4D-BB94-B30234C430C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30545F5-4C55-5E55-A191-04232F441DD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D5C22BD-8D03-E684-F300-A21C1C3BD87A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69A502F-DF19-A78D-4383-954696ECB244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4157D8E-EDED-74C7-AE01-9F2EE3F1F5FA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47A2464-74B0-AFB9-916C-834D45395DF8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960F28E-84A0-5147-FBAE-3E1BC60F7697}"/>
              </a:ext>
            </a:extLst>
          </p:cNvPr>
          <p:cNvGrpSpPr/>
          <p:nvPr userDrawn="1"/>
        </p:nvGrpSpPr>
        <p:grpSpPr>
          <a:xfrm>
            <a:off x="8135854" y="1098572"/>
            <a:ext cx="3871020" cy="5280111"/>
            <a:chOff x="0" y="938639"/>
            <a:chExt cx="12106988" cy="5919361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4BCCACA-1FB4-2403-6144-E3EC423668C5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AA627AE-70BD-1E8F-7D89-986023BA396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9DB50C0-63E2-E9B0-F340-0AD1A0E16A81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4F40122-2AF9-250C-94DB-3BBD7346F823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E5DFC60-1743-AA3B-D366-29E6D997DFEB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D9347CE-8925-795C-4AA3-F89A52E78C93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8A92224-B414-FA85-DA1E-438AC34AFA3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598E2F0-9675-BA0C-4523-7C4E6116818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749AF1B-24C7-A334-2609-1387A4FC7E21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3CBF3D7-D1E4-C033-235A-80F19551C358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30D8D4-80B6-2036-3AD0-29E3248F86CB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7675137-B66D-B19C-AF77-48ED89F24004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FE338-0F15-8B40-4300-C04EABBB4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Timeline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15A8-6135-89B6-BBD1-18FFDE6B89AF}"/>
              </a:ext>
            </a:extLst>
          </p:cNvPr>
          <p:cNvSpPr txBox="1"/>
          <p:nvPr userDrawn="1"/>
        </p:nvSpPr>
        <p:spPr>
          <a:xfrm>
            <a:off x="184245" y="694691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7F2E-0FD0-FC60-23B1-5C1CB6CC9C28}"/>
              </a:ext>
            </a:extLst>
          </p:cNvPr>
          <p:cNvSpPr txBox="1"/>
          <p:nvPr userDrawn="1"/>
        </p:nvSpPr>
        <p:spPr>
          <a:xfrm>
            <a:off x="245152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E071B-9C9E-FD03-283E-051C7728EE38}"/>
              </a:ext>
            </a:extLst>
          </p:cNvPr>
          <p:cNvSpPr txBox="1"/>
          <p:nvPr userDrawn="1"/>
        </p:nvSpPr>
        <p:spPr>
          <a:xfrm>
            <a:off x="4602414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97F51-864E-2D76-2041-CFE59BC15582}"/>
              </a:ext>
            </a:extLst>
          </p:cNvPr>
          <p:cNvSpPr txBox="1"/>
          <p:nvPr userDrawn="1"/>
        </p:nvSpPr>
        <p:spPr>
          <a:xfrm>
            <a:off x="5605190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1F5BF-2D32-5BA8-1674-6E9EB5C70C32}"/>
              </a:ext>
            </a:extLst>
          </p:cNvPr>
          <p:cNvSpPr txBox="1"/>
          <p:nvPr userDrawn="1"/>
        </p:nvSpPr>
        <p:spPr>
          <a:xfrm>
            <a:off x="6637003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3ED1F-0923-C8E8-DBEE-DFAC08A76FB2}"/>
              </a:ext>
            </a:extLst>
          </p:cNvPr>
          <p:cNvSpPr txBox="1"/>
          <p:nvPr userDrawn="1"/>
        </p:nvSpPr>
        <p:spPr>
          <a:xfrm>
            <a:off x="7678657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SPRING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120D00-8EDC-EBD6-F0E9-21CD7438642C}"/>
              </a:ext>
            </a:extLst>
          </p:cNvPr>
          <p:cNvGrpSpPr/>
          <p:nvPr userDrawn="1"/>
        </p:nvGrpSpPr>
        <p:grpSpPr>
          <a:xfrm>
            <a:off x="262644" y="1103319"/>
            <a:ext cx="11851445" cy="215444"/>
            <a:chOff x="262644" y="1103319"/>
            <a:chExt cx="11851445" cy="2154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0B5748D-BE6A-523C-FB62-DE1DC7FE6FEE}"/>
                </a:ext>
              </a:extLst>
            </p:cNvPr>
            <p:cNvGrpSpPr/>
            <p:nvPr userDrawn="1"/>
          </p:nvGrpSpPr>
          <p:grpSpPr>
            <a:xfrm>
              <a:off x="262644" y="1103319"/>
              <a:ext cx="859773" cy="215444"/>
              <a:chOff x="262644" y="1103319"/>
              <a:chExt cx="859773" cy="21544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F78961-77C8-F4D7-9265-9A6676C99940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26264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8144A2-596F-0932-6A93-C2A5E7362792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64396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337B4-6389-D731-CFB2-E5EFD971375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722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0E7228-85CA-2A33-FF1E-EE15842FCA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828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92892F-5073-A24E-0B08-62ACD0B5CA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60224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1FC993-1C86-9276-1AAE-A52D51E8DC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579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E3C690-B746-993A-D331-66A787F0A2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131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4D073D-7AC6-D08E-E697-DD8EE0EF7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809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E6A839-1AE9-75B2-E3FC-A0C5853D771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183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DD275-BA93-9427-2A1A-7A9F8C72BAC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367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507899-6341-5AA6-737B-0E200CD7256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5834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A66B94-A586-3FE8-7116-E783F2FDA2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7565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AD42CF-7958-D5D8-35E2-B134D556542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12416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AA9A09-9355-A8A7-2DBF-B65C1C0BCF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50548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AB88D9-0C60-A4B2-38A1-8509489B4F5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3371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F14DE6-AD83-843D-9888-B2C7644CD9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44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7E18FA-408D-1FD5-4A16-88592252798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46375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BF7AB3-E030-F806-48CE-455B9A2E92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194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818D7AA-36DF-FD66-6D67-576ECA7A220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10283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BF77A7-778F-326A-0DED-50C30DF3088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578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D98CC5F-FCBA-C7DD-7E6D-9DDA14E72FE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79522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03274D-FBCA-1F9D-3CB7-D6FC62582F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1136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D73806-F408-1D11-9ED7-90823FA731A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603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77BBE9-05E7-BFE3-381A-34D321FD0EE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00102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F60483-1D28-4DF3-EAD0-66AB634CD6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34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6200DB4-965C-86DC-E144-4538EB6770F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71058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54DC0E-C3CA-4FAD-8D61-FF08FA282C4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21238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C2B64A6-E1EB-BE59-92A8-3ED6A0CAAD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3406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B8C604-108E-DAC4-FD15-D969839E2D0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6963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A63303-D463-2787-C231-17F9FCCC1B6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97969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84BA91-8702-17D2-B2E3-1F6BAD151C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7641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35F35AF-414D-E16C-EC40-B77850A0BC0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280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92B19A-D1D1-7293-497B-79BBE1CBB7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61778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B8EDED0-7F0A-5F99-848C-C9E06EC139C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361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8DC90C-5038-43B5-D772-4F7FCBA5513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8286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1CC904A-9A73-87E3-BFC4-9A2005F1E7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6356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5892557-A121-BD57-FCC1-5574DAB62E5D}"/>
              </a:ext>
            </a:extLst>
          </p:cNvPr>
          <p:cNvSpPr txBox="1"/>
          <p:nvPr userDrawn="1"/>
        </p:nvSpPr>
        <p:spPr>
          <a:xfrm>
            <a:off x="6323338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CA2873-0C9C-3827-DAD7-CC1D6874AD00}"/>
              </a:ext>
            </a:extLst>
          </p:cNvPr>
          <p:cNvSpPr txBox="1"/>
          <p:nvPr userDrawn="1"/>
        </p:nvSpPr>
        <p:spPr>
          <a:xfrm>
            <a:off x="1019984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E6AB24-6529-EA8B-6A6D-CEE60926F608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F192FD-B2DB-BFFA-08FB-24E8D740D1A1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F393BC-15B3-BC0E-0CEA-A1D9700D32D0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FD91CEB-C6EB-A746-FA55-62699C1D848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B3264B-3E7E-300B-EFCB-8DF50F6D0478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AE200D-584E-0548-EDAA-D8F134012F2F}"/>
              </a:ext>
            </a:extLst>
          </p:cNvPr>
          <p:cNvSpPr/>
          <p:nvPr userDrawn="1"/>
        </p:nvSpPr>
        <p:spPr>
          <a:xfrm>
            <a:off x="387301" y="3898115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0F4F83C4-E96A-EE5E-3A7A-E93E5A15701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A8D646-98FE-9156-D532-A880373BE161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021252D-84B3-202D-F442-E1188D786DF1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7C6049-64D1-644A-A3C2-A65066D88FA9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18AE3B-8AB8-7B19-F405-C821DC95C1B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4FB42D90-E6BE-3D13-8D04-DB76C6290BAB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CF5AE4-B0F1-D80A-62D8-4E18E994F4A8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E8410B-9DA7-8923-15E7-8E872709F24B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6C02303-8585-9D95-8B2F-4542E05A6F96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76A2D22-A364-F31D-6058-FE2E7CDBA37F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2DB46A-1BF2-1772-136D-765D4ED2BAEC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FCCF6-3802-6805-555D-513CD2445937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908F63-3DD6-8362-580D-718F1235782A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742E3-7307-8294-EE90-86582E1AB1AF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BD6EA68F-D83C-9539-E827-2375661589A7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129FE58-BC61-C55B-9B4D-A33726A23F8F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40246E-FDD0-526D-B08F-465C1B172485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1FBF6AC-E48B-40A9-1CEE-9BB5B1FEC5AD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</p:spTree>
    <p:extLst>
      <p:ext uri="{BB962C8B-B14F-4D97-AF65-F5344CB8AC3E}">
        <p14:creationId xmlns:p14="http://schemas.microsoft.com/office/powerpoint/2010/main" val="410065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3FDBEB-E895-B8B3-E897-5DF2BB516C40}"/>
              </a:ext>
            </a:extLst>
          </p:cNvPr>
          <p:cNvCxnSpPr>
            <a:cxnSpLocks/>
          </p:cNvCxnSpPr>
          <p:nvPr userDrawn="1"/>
        </p:nvCxnSpPr>
        <p:spPr>
          <a:xfrm flipH="1">
            <a:off x="2228326" y="743743"/>
            <a:ext cx="3887" cy="5698885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itle 2">
            <a:extLst>
              <a:ext uri="{FF2B5EF4-FFF2-40B4-BE49-F238E27FC236}">
                <a16:creationId xmlns:a16="http://schemas.microsoft.com/office/drawing/2014/main" id="{7066752C-F283-8EC3-B3F2-D46AD51FB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 baseline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>
                <a:latin typeface="Lato"/>
                <a:ea typeface="Lato"/>
                <a:cs typeface="Lato"/>
              </a:rPr>
              <a:t>Timeline</a:t>
            </a:r>
            <a:endParaRPr lang="en-US" b="1">
              <a:latin typeface="Lato"/>
              <a:ea typeface="Lato"/>
              <a:cs typeface="Lat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9925E-4FC5-B299-BDFC-4ED9FD137B77}"/>
              </a:ext>
            </a:extLst>
          </p:cNvPr>
          <p:cNvSpPr txBox="1"/>
          <p:nvPr userDrawn="1"/>
        </p:nvSpPr>
        <p:spPr>
          <a:xfrm flipH="1">
            <a:off x="-167250" y="689211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367F82-68A6-6A68-4CF3-8D75C412372E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902483-95C2-BEA5-ED0B-0BD7BDE6D66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90C242-7948-A61F-7D44-7C9E95F5E0BE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A02750E-4B57-2699-450A-A8F75CD856EA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6367CD-E801-D4AE-F771-513582A322F6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E90F0-B9E5-DA32-4CB9-8F6231C57C42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9D896588-347F-E29D-2FB9-EE48E0FABAA3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392951-B5B5-4E1F-A9DA-03BD00569431}"/>
              </a:ext>
            </a:extLst>
          </p:cNvPr>
          <p:cNvSpPr txBox="1"/>
          <p:nvPr userDrawn="1"/>
        </p:nvSpPr>
        <p:spPr>
          <a:xfrm flipH="1">
            <a:off x="2069480" y="690904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CBE1C9-0FD7-38AB-572E-C59D14020717}"/>
              </a:ext>
            </a:extLst>
          </p:cNvPr>
          <p:cNvSpPr txBox="1"/>
          <p:nvPr userDrawn="1"/>
        </p:nvSpPr>
        <p:spPr>
          <a:xfrm flipH="1">
            <a:off x="8681183" y="687990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5E14A5-6BA9-C448-5AC1-F36BDD49DD1D}"/>
              </a:ext>
            </a:extLst>
          </p:cNvPr>
          <p:cNvCxnSpPr>
            <a:cxnSpLocks/>
          </p:cNvCxnSpPr>
          <p:nvPr userDrawn="1"/>
        </p:nvCxnSpPr>
        <p:spPr>
          <a:xfrm>
            <a:off x="8845197" y="743743"/>
            <a:ext cx="10271" cy="5726821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D27CE45-22DB-4ED2-EF61-8591965B7339}"/>
              </a:ext>
            </a:extLst>
          </p:cNvPr>
          <p:cNvGrpSpPr/>
          <p:nvPr userDrawn="1"/>
        </p:nvGrpSpPr>
        <p:grpSpPr>
          <a:xfrm>
            <a:off x="-102143" y="1080525"/>
            <a:ext cx="12253582" cy="4983725"/>
            <a:chOff x="-102143" y="1080525"/>
            <a:chExt cx="12253582" cy="49837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AA78E-2263-A75C-1A38-7FD4EE380B1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916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ECB004-09CE-0A22-A884-6A88A2D69962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0110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D40748-A509-38D6-15F5-A0A5EE32AED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5305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A10FBC-B194-E356-F4E1-07E288694881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70500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926E39-BCE0-DE36-B1DA-5486CF7C35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25694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4F5E4D-0846-D28F-A41E-18D1B00DDF4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80889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9945B0-DA3E-57F9-8B76-571F5E3F384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36084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0F1FB-5673-3D09-2CD8-FC3EF8B0ED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91279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761FA8-E17F-D83C-C19D-D606C4CB3059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46473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ED0CE1-86CB-8C83-0C81-353A378214C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01668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24B92A-3C4E-AB31-04C8-D2F32A89DDE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56863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8E44CF-D93C-C3BE-BC0B-AFC72A38D66E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12057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D2FD84-1AFD-4C4D-4D30-CAFA70E502A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67252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CD8336-5340-5265-D93B-C5677DD2F06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22447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023FA0-BC87-D62C-A489-A1422624C79C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77641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F6EDAEA-31C3-9DE2-0EFC-41EFCCD455E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32836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F3E2A3-F0D5-4CC2-DA35-F36FDFCBD7A4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88031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6DA295-FB81-4CF4-AFB3-D1F31C2A97F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43226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CDED4BB-6A29-D0E0-F3DD-DAE4F14F76E5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98420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E11B5A-EFDB-4AF6-E2AE-239889458CC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053615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67DE0A-D283-3592-9245-5424F005A78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08810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F22AB1-9D50-4BEA-8CD5-A8F41AC621EB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64004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512B84-2E08-AFD5-1C57-908097848E30}"/>
                </a:ext>
              </a:extLst>
            </p:cNvPr>
            <p:cNvSpPr txBox="1"/>
            <p:nvPr userDrawn="1"/>
          </p:nvSpPr>
          <p:spPr>
            <a:xfrm flipH="1">
              <a:off x="2185224" y="1227782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3495B0-4FE4-8AD4-ED13-95E4C54F3AE5}"/>
                </a:ext>
              </a:extLst>
            </p:cNvPr>
            <p:cNvSpPr txBox="1"/>
            <p:nvPr userDrawn="1"/>
          </p:nvSpPr>
          <p:spPr>
            <a:xfrm flipH="1">
              <a:off x="2681834" y="1095656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E2D55F-23B0-E342-6A5B-8E8B4DE80E2D}"/>
                </a:ext>
              </a:extLst>
            </p:cNvPr>
            <p:cNvSpPr txBox="1"/>
            <p:nvPr userDrawn="1"/>
          </p:nvSpPr>
          <p:spPr>
            <a:xfrm flipH="1">
              <a:off x="-102143" y="1209732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F3CE37-E158-202C-4AC8-06273CDD508C}"/>
                </a:ext>
              </a:extLst>
            </p:cNvPr>
            <p:cNvSpPr txBox="1"/>
            <p:nvPr userDrawn="1"/>
          </p:nvSpPr>
          <p:spPr>
            <a:xfrm flipH="1">
              <a:off x="477078" y="1103419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F924B0-88C7-E950-CDC7-2307BC774645}"/>
                </a:ext>
              </a:extLst>
            </p:cNvPr>
            <p:cNvSpPr txBox="1"/>
            <p:nvPr userDrawn="1"/>
          </p:nvSpPr>
          <p:spPr>
            <a:xfrm flipH="1">
              <a:off x="935659" y="1230243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70ACAC-0D01-35C4-03CA-0D329C3F4AB0}"/>
                </a:ext>
              </a:extLst>
            </p:cNvPr>
            <p:cNvSpPr txBox="1"/>
            <p:nvPr userDrawn="1"/>
          </p:nvSpPr>
          <p:spPr>
            <a:xfrm flipH="1">
              <a:off x="1540131" y="1099137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6F524B6-D642-474A-7E79-EFD9D03ACF4A}"/>
                </a:ext>
              </a:extLst>
            </p:cNvPr>
            <p:cNvSpPr txBox="1"/>
            <p:nvPr userDrawn="1"/>
          </p:nvSpPr>
          <p:spPr>
            <a:xfrm flipH="1">
              <a:off x="3272684" y="1216190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8EFB0EA-B799-BFDA-340D-0E64F1C47DD2}"/>
                </a:ext>
              </a:extLst>
            </p:cNvPr>
            <p:cNvSpPr txBox="1"/>
            <p:nvPr userDrawn="1"/>
          </p:nvSpPr>
          <p:spPr>
            <a:xfrm flipH="1">
              <a:off x="3821872" y="1098852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D535E8-B934-0009-495B-E0D621858392}"/>
                </a:ext>
              </a:extLst>
            </p:cNvPr>
            <p:cNvSpPr txBox="1"/>
            <p:nvPr userDrawn="1"/>
          </p:nvSpPr>
          <p:spPr>
            <a:xfrm flipH="1">
              <a:off x="4399543" y="121211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1D5423E-7453-8C68-3A2E-4FFDF7C62B67}"/>
                </a:ext>
              </a:extLst>
            </p:cNvPr>
            <p:cNvSpPr txBox="1"/>
            <p:nvPr userDrawn="1"/>
          </p:nvSpPr>
          <p:spPr>
            <a:xfrm flipH="1">
              <a:off x="5003268" y="1084726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64C969-9F35-DA53-CCFC-2F36B115BECE}"/>
                </a:ext>
              </a:extLst>
            </p:cNvPr>
            <p:cNvSpPr txBox="1"/>
            <p:nvPr userDrawn="1"/>
          </p:nvSpPr>
          <p:spPr>
            <a:xfrm flipH="1">
              <a:off x="5519470" y="1212116"/>
              <a:ext cx="5818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889324D-058D-F177-BA74-26428DE8050E}"/>
                </a:ext>
              </a:extLst>
            </p:cNvPr>
            <p:cNvSpPr txBox="1"/>
            <p:nvPr userDrawn="1"/>
          </p:nvSpPr>
          <p:spPr>
            <a:xfrm flipH="1">
              <a:off x="6049398" y="109565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10A5A4-7EB8-AF64-E9FC-380CBC6A99C2}"/>
                </a:ext>
              </a:extLst>
            </p:cNvPr>
            <p:cNvSpPr txBox="1"/>
            <p:nvPr userDrawn="1"/>
          </p:nvSpPr>
          <p:spPr>
            <a:xfrm flipH="1">
              <a:off x="8808073" y="1227781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6297CB0-8DE6-EC91-18BE-B840B8D6BAA3}"/>
                </a:ext>
              </a:extLst>
            </p:cNvPr>
            <p:cNvSpPr txBox="1"/>
            <p:nvPr userDrawn="1"/>
          </p:nvSpPr>
          <p:spPr>
            <a:xfrm flipH="1">
              <a:off x="9288834" y="1103419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5772A12-9E0B-8594-6F72-6B5174EC9B00}"/>
                </a:ext>
              </a:extLst>
            </p:cNvPr>
            <p:cNvSpPr txBox="1"/>
            <p:nvPr userDrawn="1"/>
          </p:nvSpPr>
          <p:spPr>
            <a:xfrm flipH="1">
              <a:off x="6533948" y="1225323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545ADE-9FF5-F74D-3C3D-B85B3FA0F2D6}"/>
                </a:ext>
              </a:extLst>
            </p:cNvPr>
            <p:cNvSpPr txBox="1"/>
            <p:nvPr userDrawn="1"/>
          </p:nvSpPr>
          <p:spPr>
            <a:xfrm flipH="1">
              <a:off x="7104830" y="1080525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1A01B3-DFAE-1EB1-C0A0-49DDDC66340E}"/>
                </a:ext>
              </a:extLst>
            </p:cNvPr>
            <p:cNvSpPr txBox="1"/>
            <p:nvPr userDrawn="1"/>
          </p:nvSpPr>
          <p:spPr>
            <a:xfrm flipH="1">
              <a:off x="7568428" y="1229200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B3A381-8BD2-0BC3-EBFA-63BD747AB76E}"/>
                </a:ext>
              </a:extLst>
            </p:cNvPr>
            <p:cNvSpPr txBox="1"/>
            <p:nvPr userDrawn="1"/>
          </p:nvSpPr>
          <p:spPr>
            <a:xfrm flipH="1">
              <a:off x="8157815" y="1104149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93C15A4-8D0A-91AD-57C9-A9514DD0D301}"/>
                </a:ext>
              </a:extLst>
            </p:cNvPr>
            <p:cNvSpPr txBox="1"/>
            <p:nvPr userDrawn="1"/>
          </p:nvSpPr>
          <p:spPr>
            <a:xfrm flipH="1">
              <a:off x="9906773" y="1214122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FCC464-859E-9266-CE7E-9CF378EB453C}"/>
                </a:ext>
              </a:extLst>
            </p:cNvPr>
            <p:cNvSpPr txBox="1"/>
            <p:nvPr userDrawn="1"/>
          </p:nvSpPr>
          <p:spPr>
            <a:xfrm flipH="1">
              <a:off x="10471857" y="1099951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3B90822-B208-3EDB-DBED-68B5D22D5F74}"/>
                </a:ext>
              </a:extLst>
            </p:cNvPr>
            <p:cNvSpPr txBox="1"/>
            <p:nvPr userDrawn="1"/>
          </p:nvSpPr>
          <p:spPr>
            <a:xfrm flipH="1">
              <a:off x="11018633" y="1216189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C472EE-4A1C-652C-573D-D002E568E9A6}"/>
                </a:ext>
              </a:extLst>
            </p:cNvPr>
            <p:cNvSpPr txBox="1"/>
            <p:nvPr userDrawn="1"/>
          </p:nvSpPr>
          <p:spPr>
            <a:xfrm flipH="1">
              <a:off x="11631442" y="1112088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B6D1C89-AA26-BDE2-A4BC-4A187CDDFEEC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35B51E-E6C0-3BCB-205C-A7EE3171F72D}"/>
              </a:ext>
            </a:extLst>
          </p:cNvPr>
          <p:cNvSpPr/>
          <p:nvPr userDrawn="1"/>
        </p:nvSpPr>
        <p:spPr>
          <a:xfrm>
            <a:off x="10940878" y="535626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8" name="Star: 5 Points 104">
            <a:extLst>
              <a:ext uri="{FF2B5EF4-FFF2-40B4-BE49-F238E27FC236}">
                <a16:creationId xmlns:a16="http://schemas.microsoft.com/office/drawing/2014/main" id="{C57DAB4F-6BDF-DB8E-C84B-CB3B7A88A237}"/>
              </a:ext>
            </a:extLst>
          </p:cNvPr>
          <p:cNvSpPr/>
          <p:nvPr userDrawn="1"/>
        </p:nvSpPr>
        <p:spPr>
          <a:xfrm>
            <a:off x="11217946" y="501015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E62A90-A33B-BBF6-9B25-973AF9E14761}"/>
              </a:ext>
            </a:extLst>
          </p:cNvPr>
          <p:cNvSpPr/>
          <p:nvPr userDrawn="1"/>
        </p:nvSpPr>
        <p:spPr>
          <a:xfrm>
            <a:off x="11538926" y="5359839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0" name="Star: 5 Points 104">
            <a:extLst>
              <a:ext uri="{FF2B5EF4-FFF2-40B4-BE49-F238E27FC236}">
                <a16:creationId xmlns:a16="http://schemas.microsoft.com/office/drawing/2014/main" id="{8AA15147-6C31-8054-71FD-BCE5B3125D09}"/>
              </a:ext>
            </a:extLst>
          </p:cNvPr>
          <p:cNvSpPr/>
          <p:nvPr userDrawn="1"/>
        </p:nvSpPr>
        <p:spPr>
          <a:xfrm>
            <a:off x="11815994" y="5013731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5477282-1D9D-7E2F-0203-C21F4785FE6E}"/>
              </a:ext>
            </a:extLst>
          </p:cNvPr>
          <p:cNvSpPr/>
          <p:nvPr userDrawn="1"/>
        </p:nvSpPr>
        <p:spPr>
          <a:xfrm>
            <a:off x="465340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6EFC914-A072-DB5D-6A0C-5D14C8376114}"/>
              </a:ext>
            </a:extLst>
          </p:cNvPr>
          <p:cNvSpPr/>
          <p:nvPr userDrawn="1"/>
        </p:nvSpPr>
        <p:spPr>
          <a:xfrm>
            <a:off x="684242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F475F62-CF6E-D547-2AF0-DD0EF98A0588}"/>
              </a:ext>
            </a:extLst>
          </p:cNvPr>
          <p:cNvSpPr/>
          <p:nvPr userDrawn="1"/>
        </p:nvSpPr>
        <p:spPr>
          <a:xfrm>
            <a:off x="7961181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369386-3F64-CEA3-CEE0-54DAD94BC553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1D462F-7110-3931-A35A-3665004F939B}"/>
              </a:ext>
            </a:extLst>
          </p:cNvPr>
          <p:cNvSpPr/>
          <p:nvPr userDrawn="1"/>
        </p:nvSpPr>
        <p:spPr>
          <a:xfrm>
            <a:off x="560553" y="2234968"/>
            <a:ext cx="2228192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7F5DED-1314-79B5-6A39-2344AE900295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E535A82-9CA1-FC19-7126-1CFDC03585B6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8EF29EF-F855-CDC4-93B3-5F9FB691D3E2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BD3BAA2-F9A6-173C-DA35-907BA033822C}"/>
              </a:ext>
            </a:extLst>
          </p:cNvPr>
          <p:cNvSpPr/>
          <p:nvPr userDrawn="1"/>
        </p:nvSpPr>
        <p:spPr>
          <a:xfrm>
            <a:off x="560552" y="2086235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801CEA-8689-CC41-AB51-D2329AEE4C6C}"/>
              </a:ext>
            </a:extLst>
          </p:cNvPr>
          <p:cNvSpPr/>
          <p:nvPr userDrawn="1"/>
        </p:nvSpPr>
        <p:spPr>
          <a:xfrm>
            <a:off x="560552" y="3964656"/>
            <a:ext cx="8680810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2FC7BD-D099-188C-6D17-A2ADAA79A049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3057B80-C87D-44E2-4C9C-670714F47BF6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7B31B0-B009-BC55-D0EC-E608C5CEB0FE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0A6C4B-53D0-B3DC-A739-D2F14D2618FA}"/>
              </a:ext>
            </a:extLst>
          </p:cNvPr>
          <p:cNvSpPr/>
          <p:nvPr userDrawn="1"/>
        </p:nvSpPr>
        <p:spPr>
          <a:xfrm>
            <a:off x="560553" y="4115629"/>
            <a:ext cx="2914321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AE139D-EB47-6B59-AB0D-2A9E04D18F16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FA5878C-5CDE-6327-DBCF-F06A714695D0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7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Dai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D3BE7C9-AD9A-658A-A1DD-9075D287BB21}"/>
              </a:ext>
            </a:extLst>
          </p:cNvPr>
          <p:cNvGrpSpPr/>
          <p:nvPr userDrawn="1"/>
        </p:nvGrpSpPr>
        <p:grpSpPr>
          <a:xfrm>
            <a:off x="387302" y="1086476"/>
            <a:ext cx="11281826" cy="5292207"/>
            <a:chOff x="387302" y="1086476"/>
            <a:chExt cx="11281826" cy="52922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8798E6-6A4E-2465-DCEA-72BA69AB7E76}"/>
                </a:ext>
              </a:extLst>
            </p:cNvPr>
            <p:cNvGrpSpPr/>
            <p:nvPr/>
          </p:nvGrpSpPr>
          <p:grpSpPr>
            <a:xfrm>
              <a:off x="387302" y="1098572"/>
              <a:ext cx="3896420" cy="5280111"/>
              <a:chOff x="0" y="938639"/>
              <a:chExt cx="12186428" cy="591936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4C9041-3820-F52F-D2EC-973F63F3B9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ECE82C6-A1DF-AD90-987F-5D86F76C32D7}"/>
                  </a:ext>
                </a:extLst>
              </p:cNvPr>
              <p:cNvSpPr/>
              <p:nvPr/>
            </p:nvSpPr>
            <p:spPr>
              <a:xfrm>
                <a:off x="960843" y="938642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A20252A-D34F-8341-DA21-B732E454A363}"/>
                  </a:ext>
                </a:extLst>
              </p:cNvPr>
              <p:cNvSpPr/>
              <p:nvPr/>
            </p:nvSpPr>
            <p:spPr>
              <a:xfrm>
                <a:off x="1992656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7468A9-09F6-081F-1172-7258CE52B091}"/>
                  </a:ext>
                </a:extLst>
              </p:cNvPr>
              <p:cNvSpPr/>
              <p:nvPr/>
            </p:nvSpPr>
            <p:spPr>
              <a:xfrm>
                <a:off x="3011582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23EB557-16F5-E93C-CE3D-6CF8E80A2493}"/>
                  </a:ext>
                </a:extLst>
              </p:cNvPr>
              <p:cNvSpPr/>
              <p:nvPr/>
            </p:nvSpPr>
            <p:spPr>
              <a:xfrm>
                <a:off x="4030508" y="938644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21660EF-10DA-4671-5FE2-C73275E1C268}"/>
                  </a:ext>
                </a:extLst>
              </p:cNvPr>
              <p:cNvSpPr/>
              <p:nvPr/>
            </p:nvSpPr>
            <p:spPr>
              <a:xfrm>
                <a:off x="5049434" y="938643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945FCB-78E7-055B-49B6-8B750433E5C8}"/>
                  </a:ext>
                </a:extLst>
              </p:cNvPr>
              <p:cNvSpPr/>
              <p:nvPr/>
            </p:nvSpPr>
            <p:spPr>
              <a:xfrm>
                <a:off x="6068359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3EDCE5B-6318-5601-1CCD-786C712F4370}"/>
                  </a:ext>
                </a:extLst>
              </p:cNvPr>
              <p:cNvSpPr/>
              <p:nvPr/>
            </p:nvSpPr>
            <p:spPr>
              <a:xfrm>
                <a:off x="7087286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920B62B-CE71-C981-E35F-1BB7C9202D6B}"/>
                  </a:ext>
                </a:extLst>
              </p:cNvPr>
              <p:cNvSpPr/>
              <p:nvPr/>
            </p:nvSpPr>
            <p:spPr>
              <a:xfrm>
                <a:off x="8106211" y="938641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5FC9D16-6E4A-76C3-1E06-0045857C382E}"/>
                  </a:ext>
                </a:extLst>
              </p:cNvPr>
              <p:cNvSpPr/>
              <p:nvPr/>
            </p:nvSpPr>
            <p:spPr>
              <a:xfrm>
                <a:off x="9125138" y="938640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E44918B-6620-842F-51D4-F694782C35EE}"/>
                  </a:ext>
                </a:extLst>
              </p:cNvPr>
              <p:cNvSpPr/>
              <p:nvPr/>
            </p:nvSpPr>
            <p:spPr>
              <a:xfrm>
                <a:off x="10148574" y="938641"/>
                <a:ext cx="1018925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1DCC6F3-2937-67AF-8EBF-7638425D58E1}"/>
                  </a:ext>
                </a:extLst>
              </p:cNvPr>
              <p:cNvSpPr/>
              <p:nvPr/>
            </p:nvSpPr>
            <p:spPr>
              <a:xfrm>
                <a:off x="11167503" y="938640"/>
                <a:ext cx="1018925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A4EB5E-F7B2-7D59-1D8E-45CF69113E8D}"/>
                </a:ext>
              </a:extLst>
            </p:cNvPr>
            <p:cNvGrpSpPr/>
            <p:nvPr/>
          </p:nvGrpSpPr>
          <p:grpSpPr>
            <a:xfrm>
              <a:off x="4266278" y="1098572"/>
              <a:ext cx="3871020" cy="5280111"/>
              <a:chOff x="0" y="938639"/>
              <a:chExt cx="12106988" cy="591936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3E5326-4604-6C6C-A418-BB084AB922A4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354F92-9D0E-F2FC-B479-08981B5F62C0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C84D3A-355B-CE7F-D734-282BE6B767A1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F4596F-1956-010A-4E7C-8212F23465C8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0B3BF1-6E0F-7E66-BC2F-CE842C75D413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A92E34-B367-0D43-B660-1F73F4B14A5E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F22FC78-6EEF-B1C0-7755-CFE10072287D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329D7EB-F84B-23A5-91EB-BA01A8732109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2DE840-5C18-662D-722B-0C4F0B9F9D6D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ECF87E-EB71-2872-1750-14F42D18C7A8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BA4291C-FC85-BA03-D894-908883E3B351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FDAEFB-DEDF-1072-4A7B-9A29D8A7A1F2}"/>
                  </a:ext>
                </a:extLst>
              </p:cNvPr>
              <p:cNvSpPr/>
              <p:nvPr/>
            </p:nvSpPr>
            <p:spPr>
              <a:xfrm>
                <a:off x="11088064" y="938640"/>
                <a:ext cx="1018924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B9530C-D835-B8B5-7F51-87267C7F6044}"/>
                </a:ext>
              </a:extLst>
            </p:cNvPr>
            <p:cNvGrpSpPr/>
            <p:nvPr/>
          </p:nvGrpSpPr>
          <p:grpSpPr>
            <a:xfrm>
              <a:off x="8123895" y="1086476"/>
              <a:ext cx="3545233" cy="5280111"/>
              <a:chOff x="0" y="938639"/>
              <a:chExt cx="11088057" cy="591936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984895-C592-CABA-5B49-8BEBB05832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3BC686-5187-5390-A3B4-728850BB2843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2F3184-D388-E31D-C34E-BF7F2247DD25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7371E1-4EED-5A08-C370-85444808DB27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C0435F4-F34C-40A5-EDE7-A15F7EBC23A7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331A68-E541-86F1-88EB-03E15634AA39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7884DF4-2A9E-9A3E-16E6-1401965BFAE8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E5D540-813A-A709-FA75-5C079229ACFF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5C4F7C-D90D-712F-6996-FD7B8F2ED1DA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6CBF1D-C7EE-AA08-2A14-9C836EDAE699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64129E2-055F-4315-7671-E9391377C055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620DEB8-5294-F946-D8F4-70AA2B14F8DF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78669F-F6FF-141F-1194-23046CFF6EB5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4C236B-E5BE-0A2D-28C6-FCCAFD6F0708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A6E194-C7BD-A4B9-5FD0-F31A548D54A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502C9B-A484-F339-9BCB-B157519D3A92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4866CC-8660-5DA5-10D2-6C9DD16C532C}"/>
              </a:ext>
            </a:extLst>
          </p:cNvPr>
          <p:cNvSpPr/>
          <p:nvPr userDrawn="1"/>
        </p:nvSpPr>
        <p:spPr>
          <a:xfrm>
            <a:off x="382677" y="3904244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B953CABC-A828-B19E-CE49-5BBBAB67760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BC786-9BFE-09F0-AD89-3DE5A16D92B7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D4CA8A-93A6-3FA5-5640-ECF813C5D6C2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0B389E-3E1A-30B8-EA79-DB1983B8F801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1E7824-C1C5-0CF7-47FE-A13D37A38CF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F75A8572-BB12-FF7D-F15D-94838903820A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C931E8-C3DF-8600-9513-5E821959488D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5E3C85-039E-1A45-ED00-B640916CF5E8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A89CCB-83C4-2DBD-3FB3-4193EDBFC749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3A9521-FCD1-9615-F1EB-35845B10D70C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5D032D-0F08-08B3-E0D8-BB88A2EAD8F9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2B0D4F8-2CE7-3140-1E5D-E24740E41466}"/>
              </a:ext>
            </a:extLst>
          </p:cNvPr>
          <p:cNvGrpSpPr/>
          <p:nvPr userDrawn="1"/>
        </p:nvGrpSpPr>
        <p:grpSpPr>
          <a:xfrm>
            <a:off x="298633" y="1066745"/>
            <a:ext cx="11441050" cy="247268"/>
            <a:chOff x="298633" y="1066745"/>
            <a:chExt cx="11441050" cy="24726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4984A4-A08C-81D6-6BF0-7F906B75E77B}"/>
                </a:ext>
              </a:extLst>
            </p:cNvPr>
            <p:cNvSpPr txBox="1"/>
            <p:nvPr/>
          </p:nvSpPr>
          <p:spPr>
            <a:xfrm>
              <a:off x="298633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0AE6CF8-84A3-0610-82EE-08768D5C79B0}"/>
                </a:ext>
              </a:extLst>
            </p:cNvPr>
            <p:cNvSpPr txBox="1"/>
            <p:nvPr/>
          </p:nvSpPr>
          <p:spPr>
            <a:xfrm>
              <a:off x="614501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F3F31A-4F0C-6AF1-1EEA-C3B8C67898B4}"/>
                </a:ext>
              </a:extLst>
            </p:cNvPr>
            <p:cNvSpPr txBox="1"/>
            <p:nvPr/>
          </p:nvSpPr>
          <p:spPr>
            <a:xfrm>
              <a:off x="943099" y="109675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23D76D6-7C89-1D2A-CA83-1A13C1E2477D}"/>
                </a:ext>
              </a:extLst>
            </p:cNvPr>
            <p:cNvSpPr txBox="1"/>
            <p:nvPr/>
          </p:nvSpPr>
          <p:spPr>
            <a:xfrm>
              <a:off x="1272972" y="10936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E3E168A-EC54-5A22-1841-9A00F2AD3D5C}"/>
                </a:ext>
              </a:extLst>
            </p:cNvPr>
            <p:cNvSpPr txBox="1"/>
            <p:nvPr/>
          </p:nvSpPr>
          <p:spPr>
            <a:xfrm>
              <a:off x="1593664" y="108829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765ED8-D162-FD8E-A24B-92067AAA2510}"/>
                </a:ext>
              </a:extLst>
            </p:cNvPr>
            <p:cNvSpPr txBox="1"/>
            <p:nvPr/>
          </p:nvSpPr>
          <p:spPr>
            <a:xfrm>
              <a:off x="1927378" y="10868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9A746E8-F5FE-B85E-CDE3-E5929A88E155}"/>
                </a:ext>
              </a:extLst>
            </p:cNvPr>
            <p:cNvSpPr txBox="1"/>
            <p:nvPr/>
          </p:nvSpPr>
          <p:spPr>
            <a:xfrm>
              <a:off x="2238130" y="108647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85D5B32-F1A8-5138-7BB6-C898CCA30CF3}"/>
                </a:ext>
              </a:extLst>
            </p:cNvPr>
            <p:cNvSpPr txBox="1"/>
            <p:nvPr/>
          </p:nvSpPr>
          <p:spPr>
            <a:xfrm>
              <a:off x="2573079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90E2BD8-E264-2F43-CCF1-5138E0653992}"/>
                </a:ext>
              </a:extLst>
            </p:cNvPr>
            <p:cNvSpPr txBox="1"/>
            <p:nvPr/>
          </p:nvSpPr>
          <p:spPr>
            <a:xfrm>
              <a:off x="2888947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5B04AF-E667-9B19-A549-5235C83DF4CD}"/>
                </a:ext>
              </a:extLst>
            </p:cNvPr>
            <p:cNvSpPr txBox="1"/>
            <p:nvPr/>
          </p:nvSpPr>
          <p:spPr>
            <a:xfrm>
              <a:off x="3217545" y="108729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543DE0E-8017-69E8-5B0F-F7E4D298F913}"/>
                </a:ext>
              </a:extLst>
            </p:cNvPr>
            <p:cNvSpPr txBox="1"/>
            <p:nvPr/>
          </p:nvSpPr>
          <p:spPr>
            <a:xfrm>
              <a:off x="3547418" y="108416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C65526D-E4D4-927E-170A-0C703870B561}"/>
                </a:ext>
              </a:extLst>
            </p:cNvPr>
            <p:cNvSpPr txBox="1"/>
            <p:nvPr/>
          </p:nvSpPr>
          <p:spPr>
            <a:xfrm>
              <a:off x="3868110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8FA31C-C7B3-2CAA-80FC-A7C20833D904}"/>
                </a:ext>
              </a:extLst>
            </p:cNvPr>
            <p:cNvSpPr txBox="1"/>
            <p:nvPr/>
          </p:nvSpPr>
          <p:spPr>
            <a:xfrm>
              <a:off x="4177538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470E564-0E2F-2640-5107-27EDFD46CAAF}"/>
                </a:ext>
              </a:extLst>
            </p:cNvPr>
            <p:cNvSpPr txBox="1"/>
            <p:nvPr/>
          </p:nvSpPr>
          <p:spPr>
            <a:xfrm>
              <a:off x="4481803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A394FF5-1178-AE47-77E6-61C513CE4C67}"/>
                </a:ext>
              </a:extLst>
            </p:cNvPr>
            <p:cNvSpPr txBox="1"/>
            <p:nvPr/>
          </p:nvSpPr>
          <p:spPr>
            <a:xfrm>
              <a:off x="4803289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7C4FA7B-7C61-00E2-F5C8-7A2F6CC93CD4}"/>
                </a:ext>
              </a:extLst>
            </p:cNvPr>
            <p:cNvSpPr txBox="1"/>
            <p:nvPr/>
          </p:nvSpPr>
          <p:spPr>
            <a:xfrm>
              <a:off x="5119157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1ECC5FA-F3E3-AED4-4DBE-0C0514B9A860}"/>
                </a:ext>
              </a:extLst>
            </p:cNvPr>
            <p:cNvSpPr txBox="1"/>
            <p:nvPr/>
          </p:nvSpPr>
          <p:spPr>
            <a:xfrm>
              <a:off x="5451396" y="10799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64F0378-E04C-E3A5-273B-D4297825C436}"/>
                </a:ext>
              </a:extLst>
            </p:cNvPr>
            <p:cNvSpPr txBox="1"/>
            <p:nvPr/>
          </p:nvSpPr>
          <p:spPr>
            <a:xfrm>
              <a:off x="578126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74C1E6-7625-E3AD-EB5E-339FEAA35980}"/>
                </a:ext>
              </a:extLst>
            </p:cNvPr>
            <p:cNvSpPr txBox="1"/>
            <p:nvPr/>
          </p:nvSpPr>
          <p:spPr>
            <a:xfrm>
              <a:off x="6100788" y="107927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3C8E4EC-8135-CA41-FE82-623B04945FAB}"/>
                </a:ext>
              </a:extLst>
            </p:cNvPr>
            <p:cNvSpPr txBox="1"/>
            <p:nvPr/>
          </p:nvSpPr>
          <p:spPr>
            <a:xfrm>
              <a:off x="6434502" y="107779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05DA032-7F0E-58C4-C5A0-12FA6C285F9F}"/>
                </a:ext>
              </a:extLst>
            </p:cNvPr>
            <p:cNvSpPr txBox="1"/>
            <p:nvPr/>
          </p:nvSpPr>
          <p:spPr>
            <a:xfrm>
              <a:off x="6745254" y="107745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0411B70-9502-7860-BDFA-B96BD1FFC0FC}"/>
                </a:ext>
              </a:extLst>
            </p:cNvPr>
            <p:cNvSpPr txBox="1"/>
            <p:nvPr/>
          </p:nvSpPr>
          <p:spPr>
            <a:xfrm>
              <a:off x="7084411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957F41-7160-BDDB-0D98-A32B90DD4296}"/>
                </a:ext>
              </a:extLst>
            </p:cNvPr>
            <p:cNvSpPr txBox="1"/>
            <p:nvPr/>
          </p:nvSpPr>
          <p:spPr>
            <a:xfrm>
              <a:off x="740027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5DB2594-B7E1-D95B-A7C2-8893074CED41}"/>
                </a:ext>
              </a:extLst>
            </p:cNvPr>
            <p:cNvSpPr txBox="1"/>
            <p:nvPr/>
          </p:nvSpPr>
          <p:spPr>
            <a:xfrm>
              <a:off x="7728877" y="10750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B7007C-6A0F-FD05-3E49-0779F1B32454}"/>
                </a:ext>
              </a:extLst>
            </p:cNvPr>
            <p:cNvSpPr txBox="1"/>
            <p:nvPr/>
          </p:nvSpPr>
          <p:spPr>
            <a:xfrm>
              <a:off x="8051244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1EF5EA-B62B-3E21-4FFB-D1C21C6D29A1}"/>
                </a:ext>
              </a:extLst>
            </p:cNvPr>
            <p:cNvSpPr txBox="1"/>
            <p:nvPr/>
          </p:nvSpPr>
          <p:spPr>
            <a:xfrm>
              <a:off x="8349112" y="107267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602392-F2B3-FC86-EDEB-ABF083844978}"/>
                </a:ext>
              </a:extLst>
            </p:cNvPr>
            <p:cNvSpPr txBox="1"/>
            <p:nvPr/>
          </p:nvSpPr>
          <p:spPr>
            <a:xfrm>
              <a:off x="8673957" y="107458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20F54DF-0E33-5D70-B076-C23676691E4A}"/>
                </a:ext>
              </a:extLst>
            </p:cNvPr>
            <p:cNvSpPr txBox="1"/>
            <p:nvPr/>
          </p:nvSpPr>
          <p:spPr>
            <a:xfrm>
              <a:off x="8997935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1D3889E-923E-F988-6651-AE6211785C3F}"/>
                </a:ext>
              </a:extLst>
            </p:cNvPr>
            <p:cNvSpPr txBox="1"/>
            <p:nvPr/>
          </p:nvSpPr>
          <p:spPr>
            <a:xfrm>
              <a:off x="9321733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2E7BA0-CEA2-2891-E425-E1863C141DD0}"/>
                </a:ext>
              </a:extLst>
            </p:cNvPr>
            <p:cNvSpPr txBox="1"/>
            <p:nvPr/>
          </p:nvSpPr>
          <p:spPr>
            <a:xfrm>
              <a:off x="9637601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3B4F19-ED72-1181-8932-BE49774977B6}"/>
                </a:ext>
              </a:extLst>
            </p:cNvPr>
            <p:cNvSpPr txBox="1"/>
            <p:nvPr/>
          </p:nvSpPr>
          <p:spPr>
            <a:xfrm>
              <a:off x="9966199" y="1077020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1D1E0D0-DAEA-5510-EDAE-9754B1C9B0BD}"/>
                </a:ext>
              </a:extLst>
            </p:cNvPr>
            <p:cNvSpPr txBox="1"/>
            <p:nvPr/>
          </p:nvSpPr>
          <p:spPr>
            <a:xfrm>
              <a:off x="10296072" y="107388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9C90142-92EE-FC7C-74A4-72B83D6EF8D2}"/>
                </a:ext>
              </a:extLst>
            </p:cNvPr>
            <p:cNvSpPr txBox="1"/>
            <p:nvPr/>
          </p:nvSpPr>
          <p:spPr>
            <a:xfrm>
              <a:off x="10616764" y="106856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16D59AC-B31B-F24C-2556-6ED08B2F5091}"/>
                </a:ext>
              </a:extLst>
            </p:cNvPr>
            <p:cNvSpPr txBox="1"/>
            <p:nvPr/>
          </p:nvSpPr>
          <p:spPr>
            <a:xfrm>
              <a:off x="10950478" y="106708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AD6789-926C-3777-FB66-AA3992C51B02}"/>
                </a:ext>
              </a:extLst>
            </p:cNvPr>
            <p:cNvSpPr txBox="1"/>
            <p:nvPr/>
          </p:nvSpPr>
          <p:spPr>
            <a:xfrm>
              <a:off x="11261230" y="106674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</p:grpSp>
      <p:sp>
        <p:nvSpPr>
          <p:cNvPr id="96" name="Title 2">
            <a:extLst>
              <a:ext uri="{FF2B5EF4-FFF2-40B4-BE49-F238E27FC236}">
                <a16:creationId xmlns:a16="http://schemas.microsoft.com/office/drawing/2014/main" id="{7D64AF28-1120-5DE6-01B8-12886AFE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272A824F-21FE-F635-C283-495DCA49E59E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3C50482-9E74-15DD-BC96-E7AEF60D197F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January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7430935-062B-85E4-EBB6-FB0CF39B2C04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D57EFA5-6CEF-BC34-5436-A30A5C35958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578C04-2C89-2A45-006D-C11042AAB88C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F485DC5A-9E2A-7E3A-0D01-BD19920F04EE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C205BEB-FAE1-16A2-60FC-53CC1175453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DE1C2C-874C-02DD-6012-AE6CD491E5CA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10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68AE-ACD2-2719-60AD-2495BDEF0742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8E2C21-D187-77E6-BB41-0524A8F8BAED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EFD65-BFA3-20FB-9931-21EA6B1DFAD4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38A4D4D9-8C47-A934-9A90-3CCCF9E1CED1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49AA2-BB06-E3BD-F73B-EF912DA5A7C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09E33-7EDF-2CC9-6B77-40F4368E3D54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DF7251FF-B795-5D39-8ED5-362B23B2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3A50384-27A0-E589-D9D9-E6144D0B4AAC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73BC35-BB00-7F20-0E09-6369EB6FA684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6D65F7-5F67-0849-0517-71F9F6D234D2}"/>
              </a:ext>
            </a:extLst>
          </p:cNvPr>
          <p:cNvSpPr/>
          <p:nvPr userDrawn="1"/>
        </p:nvSpPr>
        <p:spPr>
          <a:xfrm flipH="1">
            <a:off x="2137738" y="4917784"/>
            <a:ext cx="113467" cy="1134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DB94F3-7668-9270-75CD-29CC98D05B6F}"/>
              </a:ext>
            </a:extLst>
          </p:cNvPr>
          <p:cNvGrpSpPr/>
          <p:nvPr userDrawn="1"/>
        </p:nvGrpSpPr>
        <p:grpSpPr>
          <a:xfrm>
            <a:off x="435781" y="932163"/>
            <a:ext cx="11562304" cy="4961934"/>
            <a:chOff x="435781" y="932163"/>
            <a:chExt cx="11562304" cy="49619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0D6BAC-7CEE-72E2-8920-58814FBB71AC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82089" y="932163"/>
              <a:ext cx="11112182" cy="4961934"/>
              <a:chOff x="582089" y="932163"/>
              <a:chExt cx="11112182" cy="496193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80C920-D23A-23E7-721E-B4D83421042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006408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88C05E-BFE2-2161-3E80-FA12DAAE0F9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937255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00AB61-D2AC-FF19-319F-A6882BEA48B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63348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4B7251-73BE-FA04-0A56-51ADC40AB1F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0792443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A415F35-9641-E947-2505-986B0FB5EBB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28598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D47F4D-9989-7C38-5704-574CBE60C1C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215745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8ADD54-8EC8-B8F0-1DC5-962212F437D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14534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AC9F4EB-57B2-60CC-E31D-0DF433C9825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074442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C69398-AB34-CCF7-EEBD-D5440BE333B6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82089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91B3F75-5507-83D7-2BB7-2A8D500CA2C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505164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E54ECB-8DDE-62C3-B812-ADA2216A05E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2431257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036941A-E1F4-A539-4F1A-1EB80E460A9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360352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78E441-CCCD-A9CA-B603-16BF3A1B1E7A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435781" y="993479"/>
              <a:ext cx="12070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75DC98-97F6-FA56-3590-0779F56DF23E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1254358" y="986586"/>
              <a:ext cx="13949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8A4034-E7BE-5A15-F435-8A85A18AA0AA}"/>
                </a:ext>
              </a:extLst>
            </p:cNvPr>
            <p:cNvSpPr txBox="1"/>
            <p:nvPr userDrawn="1"/>
          </p:nvSpPr>
          <p:spPr>
            <a:xfrm flipH="1">
              <a:off x="2299450" y="984090"/>
              <a:ext cx="12070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5E1E2C-E6AD-8232-8E2A-115826B1B15D}"/>
                </a:ext>
              </a:extLst>
            </p:cNvPr>
            <p:cNvSpPr txBox="1"/>
            <p:nvPr userDrawn="1"/>
          </p:nvSpPr>
          <p:spPr>
            <a:xfrm flipH="1">
              <a:off x="3192586" y="984962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9164AF-704E-28DB-0073-503D0C67C7F9}"/>
                </a:ext>
              </a:extLst>
            </p:cNvPr>
            <p:cNvSpPr txBox="1"/>
            <p:nvPr userDrawn="1"/>
          </p:nvSpPr>
          <p:spPr>
            <a:xfrm flipH="1">
              <a:off x="4149947" y="988738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EA18E7-CFBB-C33B-4277-0AAD12ABBFB6}"/>
                </a:ext>
              </a:extLst>
            </p:cNvPr>
            <p:cNvSpPr txBox="1"/>
            <p:nvPr userDrawn="1"/>
          </p:nvSpPr>
          <p:spPr>
            <a:xfrm flipH="1">
              <a:off x="5198214" y="984091"/>
              <a:ext cx="93270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5377CB-AC11-3A15-CF2D-CD81526799FF}"/>
                </a:ext>
              </a:extLst>
            </p:cNvPr>
            <p:cNvSpPr txBox="1"/>
            <p:nvPr userDrawn="1"/>
          </p:nvSpPr>
          <p:spPr>
            <a:xfrm flipH="1">
              <a:off x="6077945" y="993480"/>
              <a:ext cx="104373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A23E3B-F6F5-B71E-59D2-D1D946D5C2F7}"/>
                </a:ext>
              </a:extLst>
            </p:cNvPr>
            <p:cNvSpPr txBox="1"/>
            <p:nvPr userDrawn="1"/>
          </p:nvSpPr>
          <p:spPr>
            <a:xfrm flipH="1">
              <a:off x="6949839" y="988206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19A9A0-DDDC-B794-243C-BD78B17ABA20}"/>
                </a:ext>
              </a:extLst>
            </p:cNvPr>
            <p:cNvSpPr txBox="1"/>
            <p:nvPr userDrawn="1"/>
          </p:nvSpPr>
          <p:spPr>
            <a:xfrm flipH="1">
              <a:off x="7741900" y="996881"/>
              <a:ext cx="14297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211B03-65CD-AB95-85D9-AE82117CF3A8}"/>
                </a:ext>
              </a:extLst>
            </p:cNvPr>
            <p:cNvSpPr txBox="1"/>
            <p:nvPr userDrawn="1"/>
          </p:nvSpPr>
          <p:spPr>
            <a:xfrm flipH="1">
              <a:off x="8722656" y="993480"/>
              <a:ext cx="13310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297EE02-C369-F1E0-0C6C-48ADB9AFFBD1}"/>
                </a:ext>
              </a:extLst>
            </p:cNvPr>
            <p:cNvSpPr txBox="1"/>
            <p:nvPr userDrawn="1"/>
          </p:nvSpPr>
          <p:spPr>
            <a:xfrm flipH="1">
              <a:off x="9483468" y="993481"/>
              <a:ext cx="1654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B7DD92-4416-0D4B-606F-7BB50D7E50FC}"/>
                </a:ext>
              </a:extLst>
            </p:cNvPr>
            <p:cNvSpPr txBox="1"/>
            <p:nvPr userDrawn="1"/>
          </p:nvSpPr>
          <p:spPr>
            <a:xfrm flipH="1">
              <a:off x="10483788" y="989403"/>
              <a:ext cx="15142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</p:grpSp>
      <p:sp>
        <p:nvSpPr>
          <p:cNvPr id="39" name="Star: 5 Points 104">
            <a:extLst>
              <a:ext uri="{FF2B5EF4-FFF2-40B4-BE49-F238E27FC236}">
                <a16:creationId xmlns:a16="http://schemas.microsoft.com/office/drawing/2014/main" id="{705581AE-B0F7-87F7-1950-F3CC9170E252}"/>
              </a:ext>
            </a:extLst>
          </p:cNvPr>
          <p:cNvSpPr/>
          <p:nvPr userDrawn="1"/>
        </p:nvSpPr>
        <p:spPr>
          <a:xfrm>
            <a:off x="4071107" y="305446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3E8CD-AD59-3F87-6226-66E441EC2451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Important Date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9D86636-D771-B9B7-2609-43861665B224}"/>
              </a:ext>
            </a:extLst>
          </p:cNvPr>
          <p:cNvSpPr/>
          <p:nvPr userDrawn="1"/>
        </p:nvSpPr>
        <p:spPr>
          <a:xfrm>
            <a:off x="4659351" y="494369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50B1C7-C783-F76C-353D-E5F77E3AEE14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69BD10-9930-8C16-5B4E-91D7627603C6}"/>
              </a:ext>
            </a:extLst>
          </p:cNvPr>
          <p:cNvSpPr/>
          <p:nvPr userDrawn="1"/>
        </p:nvSpPr>
        <p:spPr>
          <a:xfrm>
            <a:off x="577019" y="2234968"/>
            <a:ext cx="2211726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CD166D-F2A2-3894-D30B-4AC5A2BB05EC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CA501B-28AF-1A6A-382E-62F3619E72B8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BF421B-B007-0247-E1F3-AC3FA310528A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7540E4-0DA7-4F49-E6D4-E9922C98026F}"/>
              </a:ext>
            </a:extLst>
          </p:cNvPr>
          <p:cNvSpPr/>
          <p:nvPr userDrawn="1"/>
        </p:nvSpPr>
        <p:spPr>
          <a:xfrm>
            <a:off x="574054" y="2086235"/>
            <a:ext cx="6107565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54B72C-21C5-BA1F-CF34-7AB0B624D35E}"/>
              </a:ext>
            </a:extLst>
          </p:cNvPr>
          <p:cNvSpPr/>
          <p:nvPr userDrawn="1"/>
        </p:nvSpPr>
        <p:spPr>
          <a:xfrm>
            <a:off x="574054" y="3964656"/>
            <a:ext cx="8667307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183775-6E97-0724-A54E-34EC44635985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D74C6-C4F8-239B-B682-BCD51F58C834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726BEC-28CC-C97D-50D4-3341FA84028B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10D308-1F0A-5035-3E82-4C76EC08B338}"/>
              </a:ext>
            </a:extLst>
          </p:cNvPr>
          <p:cNvSpPr/>
          <p:nvPr userDrawn="1"/>
        </p:nvSpPr>
        <p:spPr>
          <a:xfrm>
            <a:off x="582089" y="4115629"/>
            <a:ext cx="289278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9583BB-55A4-BD78-7694-122D1903A11C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3A73D1-42BE-992B-6C80-D80C609023A5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42854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t Estim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D9DFBA-6956-D413-D11F-2907C813B2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05658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3612E4AD-E7F0-046E-F744-C2EA29B4FB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5658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E878CB2-0C13-7C9A-526B-72C3BDEB9F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4625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47A70794-B396-5620-9F8C-171CAF84DB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4625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9F91C1-A1B9-BFCB-6B12-1BFAC603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4" y="182880"/>
            <a:ext cx="3242619" cy="49812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Cost Estimate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756A5D-4AA5-CB93-5309-7FD1BC3A4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1137842"/>
            <a:ext cx="3242619" cy="5392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C77AE3F-2A2B-E6C6-5C8B-351CAE1CC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690409"/>
            <a:ext cx="3242619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isting Conditions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877DB-7052-FA8A-5E40-C621F347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Room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A1D4B6-F617-B364-E6B0-57AB468E3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ea typeface="Lato Bold"/>
                <a:cs typeface="Lato Bold"/>
              </a:rPr>
              <a:t>Classroom # : #seats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E5881-BDD3-A2CA-A0E6-591BA52FD275}"/>
              </a:ext>
            </a:extLst>
          </p:cNvPr>
          <p:cNvSpPr txBox="1"/>
          <p:nvPr userDrawn="1"/>
        </p:nvSpPr>
        <p:spPr>
          <a:xfrm>
            <a:off x="184244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AA2C9-18D3-3364-5CB3-140A91E0102A}"/>
              </a:ext>
            </a:extLst>
          </p:cNvPr>
          <p:cNvSpPr txBox="1"/>
          <p:nvPr userDrawn="1"/>
        </p:nvSpPr>
        <p:spPr>
          <a:xfrm>
            <a:off x="4220508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F8405-86E5-BF82-B14E-A0AA92D5540B}"/>
              </a:ext>
            </a:extLst>
          </p:cNvPr>
          <p:cNvSpPr txBox="1"/>
          <p:nvPr userDrawn="1"/>
        </p:nvSpPr>
        <p:spPr>
          <a:xfrm>
            <a:off x="8256773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Purpose &amp; Presentation Colors</a:t>
            </a:r>
          </a:p>
        </p:txBody>
      </p:sp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1FDDC-0293-9530-5806-5A2241B40916}"/>
              </a:ext>
            </a:extLst>
          </p:cNvPr>
          <p:cNvGrpSpPr/>
          <p:nvPr userDrawn="1"/>
        </p:nvGrpSpPr>
        <p:grpSpPr>
          <a:xfrm>
            <a:off x="5136663" y="980430"/>
            <a:ext cx="723368" cy="2533631"/>
            <a:chOff x="4735952" y="5605158"/>
            <a:chExt cx="286119" cy="10021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D3B9D3-0759-E220-B870-0677753148BA}"/>
                </a:ext>
              </a:extLst>
            </p:cNvPr>
            <p:cNvSpPr/>
            <p:nvPr/>
          </p:nvSpPr>
          <p:spPr>
            <a:xfrm>
              <a:off x="4735952" y="6494711"/>
              <a:ext cx="286119" cy="112592"/>
            </a:xfrm>
            <a:prstGeom prst="rect">
              <a:avLst/>
            </a:prstGeom>
            <a:solidFill>
              <a:srgbClr val="FECC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B7D3DC-0382-4000-91C8-54B02549CC5C}"/>
                </a:ext>
              </a:extLst>
            </p:cNvPr>
            <p:cNvSpPr/>
            <p:nvPr/>
          </p:nvSpPr>
          <p:spPr>
            <a:xfrm>
              <a:off x="4735952" y="5826437"/>
              <a:ext cx="286119" cy="112592"/>
            </a:xfrm>
            <a:prstGeom prst="rect">
              <a:avLst/>
            </a:prstGeom>
            <a:solidFill>
              <a:srgbClr val="EB4D4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24D266-FC10-6D01-1608-F21024CD30B7}"/>
                </a:ext>
              </a:extLst>
            </p:cNvPr>
            <p:cNvSpPr/>
            <p:nvPr/>
          </p:nvSpPr>
          <p:spPr>
            <a:xfrm>
              <a:off x="4735952" y="6047355"/>
              <a:ext cx="286119" cy="112592"/>
            </a:xfrm>
            <a:prstGeom prst="rect">
              <a:avLst/>
            </a:prstGeom>
            <a:solidFill>
              <a:srgbClr val="1D6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B0AB7F1-3724-CC32-0A4C-37F92B002B62}"/>
                </a:ext>
              </a:extLst>
            </p:cNvPr>
            <p:cNvSpPr/>
            <p:nvPr/>
          </p:nvSpPr>
          <p:spPr>
            <a:xfrm>
              <a:off x="4735952" y="6266109"/>
              <a:ext cx="286119" cy="112592"/>
            </a:xfrm>
            <a:prstGeom prst="rect">
              <a:avLst/>
            </a:prstGeom>
            <a:solidFill>
              <a:srgbClr val="00B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82220-635F-3256-DB55-25CCD595407A}"/>
                </a:ext>
              </a:extLst>
            </p:cNvPr>
            <p:cNvSpPr/>
            <p:nvPr/>
          </p:nvSpPr>
          <p:spPr>
            <a:xfrm>
              <a:off x="4735952" y="5605158"/>
              <a:ext cx="286119" cy="11259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3EEB14-CB34-B167-3E12-E1A476B6E3BE}"/>
              </a:ext>
            </a:extLst>
          </p:cNvPr>
          <p:cNvGrpSpPr/>
          <p:nvPr userDrawn="1"/>
        </p:nvGrpSpPr>
        <p:grpSpPr>
          <a:xfrm>
            <a:off x="6096000" y="1034775"/>
            <a:ext cx="3565905" cy="2479286"/>
            <a:chOff x="2345689" y="2340844"/>
            <a:chExt cx="3565905" cy="2479286"/>
          </a:xfrm>
        </p:grpSpPr>
        <p:sp>
          <p:nvSpPr>
            <p:cNvPr id="9" name="Text Placeholder 27">
              <a:extLst>
                <a:ext uri="{FF2B5EF4-FFF2-40B4-BE49-F238E27FC236}">
                  <a16:creationId xmlns:a16="http://schemas.microsoft.com/office/drawing/2014/main" id="{F017AEBB-82F8-7495-2C72-068132EDCF94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2340844"/>
              <a:ext cx="305943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Renovations</a:t>
              </a:r>
            </a:p>
          </p:txBody>
        </p:sp>
        <p:sp>
          <p:nvSpPr>
            <p:cNvPr id="12" name="Text Placeholder 27">
              <a:extLst>
                <a:ext uri="{FF2B5EF4-FFF2-40B4-BE49-F238E27FC236}">
                  <a16:creationId xmlns:a16="http://schemas.microsoft.com/office/drawing/2014/main" id="{8EDAF55C-582F-FF58-68CD-5B470DA428D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2875389"/>
              <a:ext cx="356590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Campus Life</a:t>
              </a:r>
            </a:p>
          </p:txBody>
        </p:sp>
        <p:sp>
          <p:nvSpPr>
            <p:cNvPr id="13" name="Text Placeholder 27">
              <a:extLst>
                <a:ext uri="{FF2B5EF4-FFF2-40B4-BE49-F238E27FC236}">
                  <a16:creationId xmlns:a16="http://schemas.microsoft.com/office/drawing/2014/main" id="{EA634C20-4E3F-7D79-A399-425901F06491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3409865"/>
              <a:ext cx="271145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Academics</a:t>
              </a:r>
            </a:p>
          </p:txBody>
        </p:sp>
        <p:sp>
          <p:nvSpPr>
            <p:cNvPr id="14" name="Text Placeholder 27">
              <a:extLst>
                <a:ext uri="{FF2B5EF4-FFF2-40B4-BE49-F238E27FC236}">
                  <a16:creationId xmlns:a16="http://schemas.microsoft.com/office/drawing/2014/main" id="{B5D4A8A4-BEC4-DD21-2410-593E828F0E14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3944341"/>
              <a:ext cx="327342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Research</a:t>
              </a:r>
            </a:p>
          </p:txBody>
        </p:sp>
        <p:sp>
          <p:nvSpPr>
            <p:cNvPr id="15" name="Text Placeholder 27">
              <a:extLst>
                <a:ext uri="{FF2B5EF4-FFF2-40B4-BE49-F238E27FC236}">
                  <a16:creationId xmlns:a16="http://schemas.microsoft.com/office/drawing/2014/main" id="{82D9378D-5789-9B7E-5B3E-C6580E51973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4478817"/>
              <a:ext cx="302387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048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281330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82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1371" y="1122363"/>
            <a:ext cx="6096807" cy="2038526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31371" y="3376260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178" y="2667000"/>
            <a:ext cx="5460073" cy="42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4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417F3-7C4D-1CE1-DF75-CE054B3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E81-A817-4E52-B61A-444505009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31413-D872-878F-39F0-243B3A11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60AE0-BD74-5A3B-9253-959FE58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AA32B-84C0-4950-A92C-E7054E87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1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78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EC1C1-BB2B-763E-E050-2E335CACA4F1}"/>
              </a:ext>
            </a:extLst>
          </p:cNvPr>
          <p:cNvSpPr txBox="1"/>
          <p:nvPr userDrawn="1"/>
        </p:nvSpPr>
        <p:spPr>
          <a:xfrm>
            <a:off x="565686" y="1737625"/>
            <a:ext cx="10895309" cy="3546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Features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Needs</a:t>
            </a:r>
          </a:p>
        </p:txBody>
      </p:sp>
    </p:spTree>
    <p:extLst>
      <p:ext uri="{BB962C8B-B14F-4D97-AF65-F5344CB8AC3E}">
        <p14:creationId xmlns:p14="http://schemas.microsoft.com/office/powerpoint/2010/main" val="1750416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13F22-CA28-A2D1-9CCC-59163E609BD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1∙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701FED-C91C-2777-DD32-315DD1409C1F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4EA1B0-6C02-B7B8-38A1-D52F41C0599C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FD402-AF3C-C8BD-49FD-F08E3A669228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9CEFC-4076-3D85-6966-E2A5D9C8E9E5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CA138-F39C-3FF1-8A54-077E0BA44913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CFCFD-2F76-031E-E04A-3C5F0556F1B8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3630190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6F7755-372E-A7BB-E0B4-EE09D6636973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2∙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11EFF4-C2D1-65BB-B339-F9321C9C97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2591EC-DBD5-227C-AAED-4C25BFA9A92A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9A5A01-CFCB-EAD0-4A3E-26C83099B9F2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53577-6A82-0C19-7D92-05EBEB590BBE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CBD308-9877-6168-81A5-52DC22CEA491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15A65-02D1-103E-83C6-6D5928941015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17466-F73E-AA63-6A3E-DFFBEA13B86A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193482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293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307754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m 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61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26F817-B331-E5F3-CFF4-83EBCCE7D84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</p:spTree>
    <p:extLst>
      <p:ext uri="{BB962C8B-B14F-4D97-AF65-F5344CB8AC3E}">
        <p14:creationId xmlns:p14="http://schemas.microsoft.com/office/powerpoint/2010/main" val="1451380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tential Fi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20F617-437A-6F87-BA7B-4F4C053B50A7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Potential Firms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35F34-8D13-BCDE-1AD7-5E53A8B0792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A550A-97E7-1C83-57C0-E2470ED6E3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1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2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3</a:t>
            </a:r>
          </a:p>
        </p:txBody>
      </p:sp>
    </p:spTree>
    <p:extLst>
      <p:ext uri="{BB962C8B-B14F-4D97-AF65-F5344CB8AC3E}">
        <p14:creationId xmlns:p14="http://schemas.microsoft.com/office/powerpoint/2010/main" val="8198706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681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's 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22E260-1FEC-5D55-0D82-E2289F2EE165}"/>
              </a:ext>
            </a:extLst>
          </p:cNvPr>
          <p:cNvSpPr txBox="1"/>
          <p:nvPr userDrawn="1"/>
        </p:nvSpPr>
        <p:spPr>
          <a:xfrm>
            <a:off x="0" y="128967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endParaRPr lang="en-US" b="0" i="0">
              <a:solidFill>
                <a:srgbClr val="30303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6B0FBE-CC49-8562-C7EE-4D8F0966986F}"/>
              </a:ext>
            </a:extLst>
          </p:cNvPr>
          <p:cNvCxnSpPr>
            <a:cxnSpLocks/>
          </p:cNvCxnSpPr>
          <p:nvPr userDrawn="1"/>
        </p:nvCxnSpPr>
        <p:spPr>
          <a:xfrm>
            <a:off x="714374" y="912634"/>
            <a:ext cx="4781551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C94ADA-83D1-761E-520B-FE141D3EFB3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6753"/>
            <a:ext cx="0" cy="6864753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994E497-9D27-9BD2-D4A0-772C40D04100}"/>
              </a:ext>
            </a:extLst>
          </p:cNvPr>
          <p:cNvSpPr txBox="1"/>
          <p:nvPr userDrawn="1"/>
        </p:nvSpPr>
        <p:spPr>
          <a:xfrm>
            <a:off x="6096001" y="5998257"/>
            <a:ext cx="609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4483E-1C47-E093-7E2B-A6137A291905}"/>
              </a:ext>
            </a:extLst>
          </p:cNvPr>
          <p:cNvSpPr txBox="1"/>
          <p:nvPr userDrawn="1"/>
        </p:nvSpPr>
        <p:spPr>
          <a:xfrm>
            <a:off x="0" y="251930"/>
            <a:ext cx="609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9E1A83-43A8-063E-7F4B-8312776A8324}"/>
              </a:ext>
            </a:extLst>
          </p:cNvPr>
          <p:cNvCxnSpPr>
            <a:cxnSpLocks/>
          </p:cNvCxnSpPr>
          <p:nvPr userDrawn="1"/>
        </p:nvCxnSpPr>
        <p:spPr>
          <a:xfrm>
            <a:off x="6498792" y="5998257"/>
            <a:ext cx="5216959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A2159A-4CA9-4AE2-62B1-3ABA53AE6E32}"/>
              </a:ext>
            </a:extLst>
          </p:cNvPr>
          <p:cNvSpPr txBox="1"/>
          <p:nvPr userDrawn="1"/>
        </p:nvSpPr>
        <p:spPr>
          <a:xfrm>
            <a:off x="6132711" y="293514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787E1-EDEE-9EF7-4E8E-6559D2555AA2}"/>
              </a:ext>
            </a:extLst>
          </p:cNvPr>
          <p:cNvSpPr txBox="1"/>
          <p:nvPr userDrawn="1"/>
        </p:nvSpPr>
        <p:spPr>
          <a:xfrm>
            <a:off x="57149" y="1010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(Client Name)</a:t>
            </a:r>
            <a:endParaRPr lang="en-US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F38D5-04B6-52F7-6367-633D3F8079D8}"/>
              </a:ext>
            </a:extLst>
          </p:cNvPr>
          <p:cNvSpPr txBox="1"/>
          <p:nvPr userDrawn="1"/>
        </p:nvSpPr>
        <p:spPr>
          <a:xfrm>
            <a:off x="6059270" y="5600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(Client Name)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410086-EBF7-DD6D-342C-46EF94D6879F}"/>
              </a:ext>
            </a:extLst>
          </p:cNvPr>
          <p:cNvSpPr/>
          <p:nvPr userDrawn="1"/>
        </p:nvSpPr>
        <p:spPr>
          <a:xfrm>
            <a:off x="0" y="4380614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B3473A-598F-862F-7ECF-58B00277122B}"/>
              </a:ext>
            </a:extLst>
          </p:cNvPr>
          <p:cNvSpPr/>
          <p:nvPr userDrawn="1"/>
        </p:nvSpPr>
        <p:spPr>
          <a:xfrm>
            <a:off x="6096997" y="3740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564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1524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23660293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3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123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olvin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28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9877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dition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173434"/>
            <a:ext cx="5270500" cy="5319071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173434"/>
            <a:ext cx="5270500" cy="531907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5E13D-25D4-4B65-2C3A-BB3F8C78B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DB9C1-E7D8-401E-451C-B09E8C5F51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Location/ Features</a:t>
            </a:r>
          </a:p>
        </p:txBody>
      </p:sp>
    </p:spTree>
    <p:extLst>
      <p:ext uri="{BB962C8B-B14F-4D97-AF65-F5344CB8AC3E}">
        <p14:creationId xmlns:p14="http://schemas.microsoft.com/office/powerpoint/2010/main" val="903638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7F42E7-6518-ABD6-D184-FD4570971A0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2760691"/>
              </p:ext>
            </p:extLst>
          </p:nvPr>
        </p:nvGraphicFramePr>
        <p:xfrm>
          <a:off x="2031543" y="974151"/>
          <a:ext cx="8128000" cy="524933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536163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92658654"/>
                    </a:ext>
                  </a:extLst>
                </a:gridCol>
              </a:tblGrid>
              <a:tr h="749905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Pros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Cons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197926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90848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87448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70907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8215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384300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7655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</a:t>
            </a:r>
          </a:p>
        </p:txBody>
      </p:sp>
    </p:spTree>
    <p:extLst>
      <p:ext uri="{BB962C8B-B14F-4D97-AF65-F5344CB8AC3E}">
        <p14:creationId xmlns:p14="http://schemas.microsoft.com/office/powerpoint/2010/main" val="2382614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Problem Brief: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3405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6928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9153103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40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t RF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85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84395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quest for 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2652CEC-9DDD-181F-A2C2-36575FCC1A39}"/>
              </a:ext>
            </a:extLst>
          </p:cNvPr>
          <p:cNvSpPr txBox="1">
            <a:spLocks/>
          </p:cNvSpPr>
          <p:nvPr userDrawn="1"/>
        </p:nvSpPr>
        <p:spPr>
          <a:xfrm>
            <a:off x="6096000" y="1692001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Scope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Analyze existing conditions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design principles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 standards and propose</a:t>
            </a:r>
          </a:p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1"/>
            <a:endParaRPr lang="en-US"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2E762-B088-68CF-FE27-368D9FB7C524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Request for Proposal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D42B8-DB6D-0F74-0A61-6F6A021405D5}"/>
              </a:ext>
            </a:extLst>
          </p:cNvPr>
          <p:cNvSpPr txBox="1"/>
          <p:nvPr userDrawn="1"/>
        </p:nvSpPr>
        <p:spPr>
          <a:xfrm>
            <a:off x="565687" y="1692000"/>
            <a:ext cx="55303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Start Date: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Interview Process: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 Process End Date: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9098747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549400"/>
            <a:ext cx="5270500" cy="494310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638302"/>
            <a:ext cx="5270500" cy="48542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B34ADE-355D-FBD8-5DCB-01B54C812D9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C21A-5F82-36F6-CD86-98745B1CB0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687" y="721586"/>
            <a:ext cx="1089660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/>
              <a:t>Firm 1 </a:t>
            </a:r>
          </a:p>
        </p:txBody>
      </p:sp>
    </p:spTree>
    <p:extLst>
      <p:ext uri="{BB962C8B-B14F-4D97-AF65-F5344CB8AC3E}">
        <p14:creationId xmlns:p14="http://schemas.microsoft.com/office/powerpoint/2010/main" val="36200892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8540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: Gr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Evaluation: Grading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4DADBFF6-387B-CEE8-866A-09DCE67032B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17605815"/>
              </p:ext>
            </p:extLst>
          </p:nvPr>
        </p:nvGraphicFramePr>
        <p:xfrm>
          <a:off x="1264576" y="1907828"/>
          <a:ext cx="9497532" cy="4022484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653722">
                  <a:extLst>
                    <a:ext uri="{9D8B030D-6E8A-4147-A177-3AD203B41FA5}">
                      <a16:colId xmlns:a16="http://schemas.microsoft.com/office/drawing/2014/main" val="3351774647"/>
                    </a:ext>
                  </a:extLst>
                </a:gridCol>
                <a:gridCol w="6843810">
                  <a:extLst>
                    <a:ext uri="{9D8B030D-6E8A-4147-A177-3AD203B41FA5}">
                      <a16:colId xmlns:a16="http://schemas.microsoft.com/office/drawing/2014/main" val="656797734"/>
                    </a:ext>
                  </a:extLst>
                </a:gridCol>
              </a:tblGrid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Points / Value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Description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72831974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5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Fully meets or exceeds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89497853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4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minor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4242064956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3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moderate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963585443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2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Partially meets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9937915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1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Does not meet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64682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0979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EB1BEF15-15DC-386C-FC4B-C3F07990775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839107216"/>
              </p:ext>
            </p:extLst>
          </p:nvPr>
        </p:nvGraphicFramePr>
        <p:xfrm>
          <a:off x="838200" y="1570869"/>
          <a:ext cx="10515600" cy="4333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814161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9355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56405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37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8664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4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Base Bid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80228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Relevant Planning/Design Experience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11746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Project Team Members’ Qualifications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16206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Approach &amp; Methodology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7897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Local, Small, WMBE, etc.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4503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092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and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F47474-AAE3-E922-3AF1-CEDF518F6F6E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Problem Brief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6AB57-C161-689F-DD50-A448AD947C8D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7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63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37271819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143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8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37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4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8C02B-8F5B-C114-D0B9-C873C4FA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384790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How to Use Tables/ Charts: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C813F-0871-A21A-B1CF-5129E808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9" y="14028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Go to View</a:t>
            </a:r>
          </a:p>
          <a:p>
            <a:pPr lvl="0"/>
            <a:r>
              <a:rPr lang="en-US"/>
              <a:t>Select Slide Master</a:t>
            </a:r>
          </a:p>
          <a:p>
            <a:pPr lvl="0"/>
            <a:r>
              <a:rPr lang="en-US"/>
              <a:t>Edit the table of your chose</a:t>
            </a:r>
          </a:p>
          <a:p>
            <a:pPr lvl="0"/>
            <a:r>
              <a:rPr lang="en-US"/>
              <a:t>Select close Slide Master once you’re done</a:t>
            </a:r>
          </a:p>
          <a:p>
            <a:pPr lvl="0"/>
            <a:r>
              <a:rPr lang="en-US"/>
              <a:t>Once you’re back on the home tab, select New Slide and pull the slide from there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A9B0-203D-8B74-904E-74C23D613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FD1F-A349-CA8D-E011-D50F0514B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4BFF6-4E0B-C29A-515C-9ADEC0D1F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681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83" r:id="rId9"/>
    <p:sldLayoutId id="2147483685" r:id="rId10"/>
    <p:sldLayoutId id="2147483684" r:id="rId11"/>
    <p:sldLayoutId id="2147483667" r:id="rId12"/>
    <p:sldLayoutId id="2147483669" r:id="rId13"/>
    <p:sldLayoutId id="2147483682" r:id="rId14"/>
    <p:sldLayoutId id="2147483724" r:id="rId15"/>
    <p:sldLayoutId id="2147483740" r:id="rId16"/>
    <p:sldLayoutId id="2147483749" r:id="rId17"/>
    <p:sldLayoutId id="2147483750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ato Bold" panose="020F0502020204030203" pitchFamily="34" charset="0"/>
          <a:ea typeface="Lato Bold" panose="020F0502020204030203" pitchFamily="34" charset="0"/>
          <a:cs typeface="Lato Bold" panose="020F0502020204030203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43667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3" r:id="rId2"/>
    <p:sldLayoutId id="2147483700" r:id="rId3"/>
    <p:sldLayoutId id="2147483704" r:id="rId4"/>
    <p:sldLayoutId id="2147483701" r:id="rId5"/>
    <p:sldLayoutId id="214748372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alphaModFix amt="3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Firm 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54839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1" r:id="rId4"/>
    <p:sldLayoutId id="2147483712" r:id="rId5"/>
    <p:sldLayoutId id="2147483710" r:id="rId6"/>
    <p:sldLayoutId id="2147483726" r:id="rId7"/>
    <p:sldLayoutId id="2147483744" r:id="rId8"/>
    <p:sldLayoutId id="214748374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60083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0" r:id="rId3"/>
    <p:sldLayoutId id="2147483721" r:id="rId4"/>
    <p:sldLayoutId id="2147483723" r:id="rId5"/>
    <p:sldLayoutId id="2147483719" r:id="rId6"/>
    <p:sldLayoutId id="2147483722" r:id="rId7"/>
    <p:sldLayoutId id="214748374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>
            <a:alphaModFix amt="3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Consultant RFP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10728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6" r:id="rId3"/>
    <p:sldLayoutId id="2147483731" r:id="rId4"/>
    <p:sldLayoutId id="2147483737" r:id="rId5"/>
    <p:sldLayoutId id="2147483732" r:id="rId6"/>
    <p:sldLayoutId id="2147483738" r:id="rId7"/>
    <p:sldLayoutId id="2147483733" r:id="rId8"/>
    <p:sldLayoutId id="2147483734" r:id="rId9"/>
    <p:sldLayoutId id="2147483735" r:id="rId10"/>
    <p:sldLayoutId id="2147483747" r:id="rId11"/>
    <p:sldLayoutId id="214748374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371" y="1390474"/>
            <a:ext cx="6096807" cy="2038526"/>
          </a:xfrm>
        </p:spPr>
        <p:txBody>
          <a:bodyPr>
            <a:normAutofit/>
          </a:bodyPr>
          <a:lstStyle/>
          <a:p>
            <a:r>
              <a:rPr lang="en-US" sz="5400">
                <a:latin typeface="+mj-lt"/>
                <a:ea typeface="Lato"/>
                <a:cs typeface="Arial"/>
              </a:rPr>
              <a:t>Fenway Lease</a:t>
            </a:r>
            <a:br>
              <a:rPr lang="en-US" sz="5400">
                <a:latin typeface="+mj-lt"/>
                <a:ea typeface="Lato"/>
                <a:cs typeface="Arial"/>
              </a:rPr>
            </a:br>
            <a:r>
              <a:rPr lang="en-US" sz="5400">
                <a:latin typeface="Aptos Display"/>
                <a:ea typeface="Lato"/>
                <a:cs typeface="Arial"/>
              </a:rPr>
              <a:t>Opportunities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371" y="3644371"/>
            <a:ext cx="6581087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latin typeface="+mj-lt"/>
              </a:rPr>
              <a:t>September 25, 2026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F74370F-D703-4C89-9C92-61C87C3D6192}"/>
              </a:ext>
            </a:extLst>
          </p:cNvPr>
          <p:cNvSpPr txBox="1">
            <a:spLocks/>
          </p:cNvSpPr>
          <p:nvPr/>
        </p:nvSpPr>
        <p:spPr>
          <a:xfrm>
            <a:off x="631371" y="6043254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latin typeface="Lato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Planning, Real Estate, and Facilities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2818F73-BEFD-4D2D-81AA-209F7D7B800B}" type="slidenum">
              <a:rPr lang="en-US" smtClean="0">
                <a:solidFill>
                  <a:srgbClr val="FFFFFF"/>
                </a:solidFill>
              </a:r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8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oston's lab building has stagnated. Now what?">
            <a:extLst>
              <a:ext uri="{FF2B5EF4-FFF2-40B4-BE49-F238E27FC236}">
                <a16:creationId xmlns:a16="http://schemas.microsoft.com/office/drawing/2014/main" id="{56B2D73A-2328-C25A-DD66-69610611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6" r="12052"/>
          <a:stretch>
            <a:fillRect/>
          </a:stretch>
        </p:blipFill>
        <p:spPr>
          <a:xfrm>
            <a:off x="9464559" y="3468737"/>
            <a:ext cx="2360045" cy="18882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E1DD18-9D96-6F2E-F27E-0199CD0F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12" t="17241" r="15917" b="7499"/>
          <a:stretch>
            <a:fillRect/>
          </a:stretch>
        </p:blipFill>
        <p:spPr>
          <a:xfrm>
            <a:off x="3438987" y="3468739"/>
            <a:ext cx="2382412" cy="1809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1879D-BEB8-B848-1AF7-2E88763A6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" r="8982"/>
          <a:stretch>
            <a:fillRect/>
          </a:stretch>
        </p:blipFill>
        <p:spPr>
          <a:xfrm>
            <a:off x="451214" y="3468739"/>
            <a:ext cx="2380106" cy="180916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F85913-CA69-0DB9-F290-4F399BC121B3}"/>
              </a:ext>
            </a:extLst>
          </p:cNvPr>
          <p:cNvCxnSpPr>
            <a:cxnSpLocks/>
          </p:cNvCxnSpPr>
          <p:nvPr/>
        </p:nvCxnSpPr>
        <p:spPr>
          <a:xfrm>
            <a:off x="3110391" y="2025530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78D3C7-BFDB-B7FB-4BCC-2230D16CCF9D}"/>
              </a:ext>
            </a:extLst>
          </p:cNvPr>
          <p:cNvSpPr txBox="1"/>
          <p:nvPr/>
        </p:nvSpPr>
        <p:spPr>
          <a:xfrm>
            <a:off x="370112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Extend lease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140 The Fenway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22CC1-6863-241F-E9A7-93B881CCCBB7}"/>
              </a:ext>
            </a:extLst>
          </p:cNvPr>
          <p:cNvSpPr txBox="1"/>
          <p:nvPr/>
        </p:nvSpPr>
        <p:spPr>
          <a:xfrm>
            <a:off x="370112" y="5357015"/>
            <a:ext cx="28093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latin typeface="Lato"/>
              </a:rPr>
              <a:t>Maintain current location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Lato"/>
              </a:rPr>
              <a:t>(No growth option)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Lato"/>
              <a:ea typeface="Lato"/>
              <a:cs typeface="Lato"/>
            </a:endParaRPr>
          </a:p>
          <a:p>
            <a:endParaRPr lang="en-US" sz="1600" dirty="0">
              <a:latin typeface="Lato"/>
              <a:ea typeface="Lato"/>
              <a:cs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9B186-DE10-8C42-5731-3B479C8B084D}"/>
              </a:ext>
            </a:extLst>
          </p:cNvPr>
          <p:cNvSpPr txBox="1"/>
          <p:nvPr/>
        </p:nvSpPr>
        <p:spPr>
          <a:xfrm>
            <a:off x="370112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4DF0E-4C67-6BE6-E4A5-74377857AC13}"/>
              </a:ext>
            </a:extLst>
          </p:cNvPr>
          <p:cNvSpPr txBox="1"/>
          <p:nvPr/>
        </p:nvSpPr>
        <p:spPr>
          <a:xfrm>
            <a:off x="3357884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Relocate lab use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to 4 Burlington Woods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F1701-6C56-2B39-4660-852B60299BCF}"/>
              </a:ext>
            </a:extLst>
          </p:cNvPr>
          <p:cNvSpPr txBox="1"/>
          <p:nvPr/>
        </p:nvSpPr>
        <p:spPr>
          <a:xfrm>
            <a:off x="3357884" y="5357015"/>
            <a:ext cx="2809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(4BW infrastructure requires upgrades to support 140 TF research)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CE885-AA9A-4524-6F58-2F82B1C1A314}"/>
              </a:ext>
            </a:extLst>
          </p:cNvPr>
          <p:cNvSpPr txBox="1"/>
          <p:nvPr/>
        </p:nvSpPr>
        <p:spPr>
          <a:xfrm>
            <a:off x="3357884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DCBA4-6525-5502-8CE5-53FD3B484816}"/>
              </a:ext>
            </a:extLst>
          </p:cNvPr>
          <p:cNvSpPr txBox="1"/>
          <p:nvPr/>
        </p:nvSpPr>
        <p:spPr>
          <a:xfrm>
            <a:off x="642061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421 Park Drive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273E2-00E9-69EC-9334-03D5022DA7E2}"/>
              </a:ext>
            </a:extLst>
          </p:cNvPr>
          <p:cNvSpPr txBox="1"/>
          <p:nvPr/>
        </p:nvSpPr>
        <p:spPr>
          <a:xfrm>
            <a:off x="642061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17772-BA9A-BB56-4BFC-8D4275EE502C}"/>
              </a:ext>
            </a:extLst>
          </p:cNvPr>
          <p:cNvSpPr txBox="1"/>
          <p:nvPr/>
        </p:nvSpPr>
        <p:spPr>
          <a:xfrm>
            <a:off x="6420611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03a</a:t>
            </a:r>
          </a:p>
        </p:txBody>
      </p:sp>
      <p:pic>
        <p:nvPicPr>
          <p:cNvPr id="16" name="Picture 15" descr="421 Park Drive | Suffolk Construction %">
            <a:extLst>
              <a:ext uri="{FF2B5EF4-FFF2-40B4-BE49-F238E27FC236}">
                <a16:creationId xmlns:a16="http://schemas.microsoft.com/office/drawing/2014/main" id="{133D4836-B1DE-31FE-69A1-146A7FFD16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20742" r="-1"/>
          <a:stretch>
            <a:fillRect/>
          </a:stretch>
        </p:blipFill>
        <p:spPr>
          <a:xfrm>
            <a:off x="6528610" y="3468738"/>
            <a:ext cx="2382404" cy="1888277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67E92E75-B9AD-6381-C290-45E67CAD6013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Options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A1C469-97CA-F246-5FE4-0C9DE2EEE3E4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481B25-7528-ED9B-E69D-31DA5B96D7CB}"/>
              </a:ext>
            </a:extLst>
          </p:cNvPr>
          <p:cNvCxnSpPr>
            <a:cxnSpLocks/>
          </p:cNvCxnSpPr>
          <p:nvPr/>
        </p:nvCxnSpPr>
        <p:spPr>
          <a:xfrm>
            <a:off x="6173119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BACBEC-0732-0132-D057-B47389005FDB}"/>
              </a:ext>
            </a:extLst>
          </p:cNvPr>
          <p:cNvSpPr txBox="1"/>
          <p:nvPr/>
        </p:nvSpPr>
        <p:spPr>
          <a:xfrm>
            <a:off x="935656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109 Brookline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ED2D9-A7BE-660E-259D-0C428A235505}"/>
              </a:ext>
            </a:extLst>
          </p:cNvPr>
          <p:cNvSpPr txBox="1"/>
          <p:nvPr/>
        </p:nvSpPr>
        <p:spPr>
          <a:xfrm>
            <a:off x="935656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3CEC0-860D-6189-0170-6BD400A4DFC9}"/>
              </a:ext>
            </a:extLst>
          </p:cNvPr>
          <p:cNvSpPr txBox="1"/>
          <p:nvPr/>
        </p:nvSpPr>
        <p:spPr>
          <a:xfrm>
            <a:off x="9356561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03b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292A91-5BF1-DA9D-F450-C99DE2B992D4}"/>
              </a:ext>
            </a:extLst>
          </p:cNvPr>
          <p:cNvCxnSpPr>
            <a:cxnSpLocks/>
          </p:cNvCxnSpPr>
          <p:nvPr/>
        </p:nvCxnSpPr>
        <p:spPr>
          <a:xfrm>
            <a:off x="9142120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29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3D4AA-9DD9-45FD-987B-E5AA81E691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4A6AE7D-54B4-9687-0F9C-3261A33BA1B0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ROM Cost Comparison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2D46D-ADA5-9E9B-6F30-241D2E59D5DE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5E1966-EF34-C545-7DFB-C7B6A8537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42861"/>
              </p:ext>
            </p:extLst>
          </p:nvPr>
        </p:nvGraphicFramePr>
        <p:xfrm>
          <a:off x="351513" y="1280000"/>
          <a:ext cx="11488972" cy="4630281"/>
        </p:xfrm>
        <a:graphic>
          <a:graphicData uri="http://schemas.openxmlformats.org/drawingml/2006/table">
            <a:tbl>
              <a:tblPr/>
              <a:tblGrid>
                <a:gridCol w="1351254">
                  <a:extLst>
                    <a:ext uri="{9D8B030D-6E8A-4147-A177-3AD203B41FA5}">
                      <a16:colId xmlns:a16="http://schemas.microsoft.com/office/drawing/2014/main" val="1775924910"/>
                    </a:ext>
                  </a:extLst>
                </a:gridCol>
                <a:gridCol w="1897944">
                  <a:extLst>
                    <a:ext uri="{9D8B030D-6E8A-4147-A177-3AD203B41FA5}">
                      <a16:colId xmlns:a16="http://schemas.microsoft.com/office/drawing/2014/main" val="4208592942"/>
                    </a:ext>
                  </a:extLst>
                </a:gridCol>
                <a:gridCol w="1845347">
                  <a:extLst>
                    <a:ext uri="{9D8B030D-6E8A-4147-A177-3AD203B41FA5}">
                      <a16:colId xmlns:a16="http://schemas.microsoft.com/office/drawing/2014/main" val="4291500169"/>
                    </a:ext>
                  </a:extLst>
                </a:gridCol>
                <a:gridCol w="2111188">
                  <a:extLst>
                    <a:ext uri="{9D8B030D-6E8A-4147-A177-3AD203B41FA5}">
                      <a16:colId xmlns:a16="http://schemas.microsoft.com/office/drawing/2014/main" val="1773431624"/>
                    </a:ext>
                  </a:extLst>
                </a:gridCol>
                <a:gridCol w="2085811">
                  <a:extLst>
                    <a:ext uri="{9D8B030D-6E8A-4147-A177-3AD203B41FA5}">
                      <a16:colId xmlns:a16="http://schemas.microsoft.com/office/drawing/2014/main" val="3024947518"/>
                    </a:ext>
                  </a:extLst>
                </a:gridCol>
                <a:gridCol w="2197428">
                  <a:extLst>
                    <a:ext uri="{9D8B030D-6E8A-4147-A177-3AD203B41FA5}">
                      <a16:colId xmlns:a16="http://schemas.microsoft.com/office/drawing/2014/main" val="2932155272"/>
                    </a:ext>
                  </a:extLst>
                </a:gridCol>
              </a:tblGrid>
              <a:tr h="740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0" i="0" u="none" strike="noStrike">
                        <a:solidFill>
                          <a:srgbClr val="FFFFFF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1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140 TF Existing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2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 Burlington Woods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3a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3b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02693"/>
                  </a:ext>
                </a:extLst>
              </a:tr>
              <a:tr h="283427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Space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Number of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54038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Total RSF to lease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107,000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111,000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65760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Assignable 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65,000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81,000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68,900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72,150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037104"/>
                  </a:ext>
                </a:extLst>
              </a:tr>
              <a:tr h="114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Capital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Net Capital Cost to NU</a:t>
                      </a:r>
                      <a:endParaRPr lang="en-US"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after $350/SF TI (if any)</a:t>
                      </a:r>
                      <a:endParaRPr lang="en-US" sz="1100" b="0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1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Non-Lab/Office Reno Cost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$439/SF (107,000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 -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$45M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$413/SF (109,000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$32M – $37M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(106,000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$33M – $39M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(111,000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27007"/>
                  </a:ext>
                </a:extLst>
              </a:tr>
              <a:tr h="4800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Operating (10 years)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 year Rent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$103M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15855"/>
                  </a:ext>
                </a:extLst>
              </a:tr>
              <a:tr h="480000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10 year taxes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$21M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51850"/>
                  </a:ext>
                </a:extLst>
              </a:tr>
              <a:tr h="38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10-Year Total Cost of Ownership/Lease (TCOL)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$116M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$61M – $65M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$144M – $154M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$149M – $160M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Annual Cost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$4M – $5M/yr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$39-42/SF/yr (109,000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$130-135/SF/yr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– $15M/yr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$129-135/SF/yr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73409C3-1495-97F4-0888-BCBC04201A1B}"/>
              </a:ext>
            </a:extLst>
          </p:cNvPr>
          <p:cNvSpPr txBox="1"/>
          <p:nvPr/>
        </p:nvSpPr>
        <p:spPr>
          <a:xfrm>
            <a:off x="320230" y="5920281"/>
            <a:ext cx="11551540" cy="772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Options 2/3a/3b: Non-Lab/Office Reno Cost covers relocating non-lab uses (24,700 ASF today → 20,000 SF in more efficient space); location TBD.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3DA5"/>
                </a:solidFill>
                <a:latin typeface="Lato"/>
                <a:ea typeface="Lato"/>
                <a:cs typeface="Lato"/>
              </a:rPr>
              <a:t>Options 3a/3b: Reno funded from 4BW sale proceeds (still a cost). Annual Cost/TCOL net of 5% return on ~$10M – $14M net proceeds ($20M less reno): ~$0.5M – $0.7M/yr; ~$5M – $7M/10 yrs.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 1: 140TF capital = $26M DM projection + $21M lab renewal (= $47M); $22M DM already spent to date is not included.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$/SF (red) on Total RSF. 3a/3b: capital @ $300-350/SF; Assignable SF @ 65%; Annual Cost = Rent + Tax + capital @ 8% cap rate (landlord-financed); TCOL uses 10-yr synthetic rent on that capital, not the outlay. Options 1/2 add 30-yr P&amp;I @ 5% ($47M; $51M – $55M incl. reno); Option 2 adds ~$1M/yr opportunity cost (5% on $20M NU-owned value; ~$10M in TCOL).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FEB1-3031-4AB4-B1BA-DBE04B7A4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8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F0B0CD-1685-B84E-2A6B-9AE9A8CD89EC}"/>
              </a:ext>
            </a:extLst>
          </p:cNvPr>
          <p:cNvSpPr/>
          <p:nvPr/>
        </p:nvSpPr>
        <p:spPr>
          <a:xfrm>
            <a:off x="6749649" y="1415442"/>
            <a:ext cx="4168779" cy="2495245"/>
          </a:xfrm>
          <a:prstGeom prst="rect">
            <a:avLst/>
          </a:prstGeom>
          <a:solidFill>
            <a:srgbClr val="DDE7F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85F6C-E751-76A2-5970-6C98201F17D5}"/>
              </a:ext>
            </a:extLst>
          </p:cNvPr>
          <p:cNvSpPr/>
          <p:nvPr/>
        </p:nvSpPr>
        <p:spPr>
          <a:xfrm>
            <a:off x="1287438" y="1415442"/>
            <a:ext cx="4168779" cy="511866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F921F-21BE-D297-970D-465614466FA3}"/>
              </a:ext>
            </a:extLst>
          </p:cNvPr>
          <p:cNvSpPr/>
          <p:nvPr/>
        </p:nvSpPr>
        <p:spPr>
          <a:xfrm>
            <a:off x="6749650" y="4362806"/>
            <a:ext cx="4168779" cy="2325082"/>
          </a:xfrm>
          <a:prstGeom prst="rect">
            <a:avLst/>
          </a:prstGeom>
          <a:solidFill>
            <a:srgbClr val="EFECE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00ADF-E662-00B2-6D2F-9E1997986E8F}"/>
              </a:ext>
            </a:extLst>
          </p:cNvPr>
          <p:cNvSpPr/>
          <p:nvPr/>
        </p:nvSpPr>
        <p:spPr>
          <a:xfrm>
            <a:off x="6758327" y="1992719"/>
            <a:ext cx="4123686" cy="191796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CE7DD-255A-1A55-09F1-65A199A0D083}"/>
              </a:ext>
            </a:extLst>
          </p:cNvPr>
          <p:cNvSpPr/>
          <p:nvPr/>
        </p:nvSpPr>
        <p:spPr>
          <a:xfrm>
            <a:off x="6758327" y="4846646"/>
            <a:ext cx="4123686" cy="1802466"/>
          </a:xfrm>
          <a:prstGeom prst="rect">
            <a:avLst/>
          </a:prstGeom>
          <a:solidFill>
            <a:srgbClr val="EEECE1"/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63BD48-9474-7ACF-78CA-C114EC109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55116"/>
              </p:ext>
            </p:extLst>
          </p:nvPr>
        </p:nvGraphicFramePr>
        <p:xfrm>
          <a:off x="1514538" y="2173806"/>
          <a:ext cx="3714583" cy="1533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20583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Wet Lab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25,250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 Wet Lab Facility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3,350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51913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Vivarium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15099"/>
                  </a:ext>
                </a:extLst>
              </a:tr>
              <a:tr h="305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31,600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(Wet Lab)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8,100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5879F8-5AAF-3246-59F9-D405AFA2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36762"/>
              </p:ext>
            </p:extLst>
          </p:nvPr>
        </p:nvGraphicFramePr>
        <p:xfrm>
          <a:off x="1514538" y="5015750"/>
          <a:ext cx="3714583" cy="1163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Office Facilities (Non-wet Lab)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15,500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Computational Lab (COE grad)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6,400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Conference Facility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Non-wet Lab Uses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24,700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2117"/>
                  </a:ext>
                </a:extLst>
              </a:tr>
            </a:tbl>
          </a:graphicData>
        </a:graphic>
      </p:graphicFrame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7C3D50F-0EF4-61A7-AC0D-E69D6677CDF3}"/>
              </a:ext>
            </a:extLst>
          </p:cNvPr>
          <p:cNvSpPr txBox="1">
            <a:spLocks/>
          </p:cNvSpPr>
          <p:nvPr/>
        </p:nvSpPr>
        <p:spPr>
          <a:xfrm>
            <a:off x="1514537" y="1326374"/>
            <a:ext cx="3714583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140TF Demand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D21B60C-A960-659D-29F5-B57225820489}"/>
              </a:ext>
            </a:extLst>
          </p:cNvPr>
          <p:cNvSpPr txBox="1">
            <a:spLocks/>
          </p:cNvSpPr>
          <p:nvPr/>
        </p:nvSpPr>
        <p:spPr>
          <a:xfrm>
            <a:off x="7206494" y="1436544"/>
            <a:ext cx="3227354" cy="627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4BW Supply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6A6FAEC-EA63-8E20-F260-1F269F624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5503"/>
              </p:ext>
            </p:extLst>
          </p:nvPr>
        </p:nvGraphicFramePr>
        <p:xfrm>
          <a:off x="6962879" y="2173806"/>
          <a:ext cx="3714583" cy="1521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677865">
                <a:tc gridSpan="2"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floors of Office &amp; Low Intensity Research Lab space; 1 floor Parking &amp; Utility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96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37,400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43,600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4763A9A-9B52-3BCB-9295-AFDB52CC454B}"/>
              </a:ext>
            </a:extLst>
          </p:cNvPr>
          <p:cNvSpPr txBox="1">
            <a:spLocks/>
          </p:cNvSpPr>
          <p:nvPr/>
        </p:nvSpPr>
        <p:spPr>
          <a:xfrm>
            <a:off x="7206494" y="4405308"/>
            <a:ext cx="3227354" cy="605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Boston Campus Supply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208BC6-7B6E-D47D-464B-9D3A9CDAD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09382"/>
              </p:ext>
            </p:extLst>
          </p:nvPr>
        </p:nvGraphicFramePr>
        <p:xfrm>
          <a:off x="6962879" y="5032765"/>
          <a:ext cx="3714583" cy="13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3481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36349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TBD</a:t>
                      </a:r>
                      <a:b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Available supply not yet defined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</a:tbl>
          </a:graphicData>
        </a:graphic>
      </p:graphicFrame>
      <p:sp>
        <p:nvSpPr>
          <p:cNvPr id="15" name="Arrow: Right 16">
            <a:extLst>
              <a:ext uri="{FF2B5EF4-FFF2-40B4-BE49-F238E27FC236}">
                <a16:creationId xmlns:a16="http://schemas.microsoft.com/office/drawing/2014/main" id="{C37FD52F-B785-09FF-8BE8-4DF7496CBAE2}"/>
              </a:ext>
            </a:extLst>
          </p:cNvPr>
          <p:cNvSpPr/>
          <p:nvPr/>
        </p:nvSpPr>
        <p:spPr>
          <a:xfrm>
            <a:off x="5666911" y="2603069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7">
            <a:extLst>
              <a:ext uri="{FF2B5EF4-FFF2-40B4-BE49-F238E27FC236}">
                <a16:creationId xmlns:a16="http://schemas.microsoft.com/office/drawing/2014/main" id="{5E94B398-37ED-DEA3-0983-1D04CAABBA8F}"/>
              </a:ext>
            </a:extLst>
          </p:cNvPr>
          <p:cNvSpPr/>
          <p:nvPr/>
        </p:nvSpPr>
        <p:spPr>
          <a:xfrm>
            <a:off x="5685961" y="5428893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C08C2-BCE3-E54A-95B1-54A8FDF4FC6D}"/>
              </a:ext>
            </a:extLst>
          </p:cNvPr>
          <p:cNvSpPr/>
          <p:nvPr/>
        </p:nvSpPr>
        <p:spPr>
          <a:xfrm>
            <a:off x="1318662" y="1992719"/>
            <a:ext cx="4123686" cy="463937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464BC-C57A-6B92-F0A7-C52377EDC290}"/>
              </a:ext>
            </a:extLst>
          </p:cNvPr>
          <p:cNvSpPr txBox="1"/>
          <p:nvPr/>
        </p:nvSpPr>
        <p:spPr>
          <a:xfrm>
            <a:off x="1454381" y="4515931"/>
            <a:ext cx="39879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bg1">
                    <a:lumMod val="50000"/>
                  </a:schemeClr>
                </a:solidFill>
              </a:rPr>
              <a:t>Assess to remain on Boston campus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D34DC1-D85D-688C-86DA-928C42176FA1}"/>
              </a:ext>
            </a:extLst>
          </p:cNvPr>
          <p:cNvCxnSpPr>
            <a:cxnSpLocks/>
          </p:cNvCxnSpPr>
          <p:nvPr/>
        </p:nvCxnSpPr>
        <p:spPr>
          <a:xfrm>
            <a:off x="1533524" y="4802183"/>
            <a:ext cx="369559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9A0EA8A-D4E4-7CE5-6A04-E6204531026F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Demand &amp; Supply Comparison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9D7580-D853-FF34-E01A-68F057CF234A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F1214-5588-40D8-B3A9-2C7F9091EADA}" type="slidenum">
              <a:rPr lang="en-US" smtClean="0"/>
              <a:t>1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749649" y="3930000"/>
            <a:ext cx="4168779" cy="30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1050" i="1" dirty="0">
                <a:solidFill>
                  <a:srgbClr val="000000"/>
                </a:solidFill>
                <a:latin typeface="+mn-lt"/>
              </a:rPr>
              <a:t>4BW requires $45M upgrade to support wet lab/vivarium (see p. 3).</a:t>
            </a:r>
          </a:p>
        </p:txBody>
      </p:sp>
    </p:spTree>
    <p:extLst>
      <p:ext uri="{BB962C8B-B14F-4D97-AF65-F5344CB8AC3E}">
        <p14:creationId xmlns:p14="http://schemas.microsoft.com/office/powerpoint/2010/main" val="302880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BF67A17-71CF-FC44-17AD-8D68CEFD9B40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Additional Considerations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8B49A-710B-E09A-C768-0134A7DAB69D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2819016-E237-F8E8-721F-6F71BE34F6D8}"/>
              </a:ext>
            </a:extLst>
          </p:cNvPr>
          <p:cNvSpPr>
            <a:spLocks noGrp="1"/>
          </p:cNvSpPr>
          <p:nvPr/>
        </p:nvSpPr>
        <p:spPr>
          <a:xfrm>
            <a:off x="945588" y="1463974"/>
            <a:ext cx="9972128" cy="50749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Lato"/>
              </a:rPr>
              <a:t>Relocate some 140 TF functions to on-campus:</a:t>
            </a:r>
          </a:p>
          <a:p>
            <a:pPr lvl="1"/>
            <a:r>
              <a:rPr lang="en-US" sz="1600" dirty="0">
                <a:latin typeface="Lato"/>
              </a:rPr>
              <a:t>School of Pharmacy non-lab uses.</a:t>
            </a:r>
          </a:p>
          <a:p>
            <a:pPr lvl="1"/>
            <a:r>
              <a:rPr lang="en-US" sz="1600" dirty="0">
                <a:latin typeface="Lato"/>
              </a:rPr>
              <a:t>College of Engineering computational research.</a:t>
            </a:r>
          </a:p>
          <a:p>
            <a:pPr lvl="1"/>
            <a:r>
              <a:rPr lang="en-US" sz="1600" dirty="0">
                <a:latin typeface="Lato"/>
              </a:rPr>
              <a:t>Conference facility.</a:t>
            </a:r>
          </a:p>
          <a:p>
            <a:pPr marL="0" indent="0">
              <a:buNone/>
            </a:pPr>
            <a:endParaRPr lang="en-US" sz="2000" dirty="0">
              <a:latin typeface="Lato"/>
            </a:endParaRPr>
          </a:p>
          <a:p>
            <a:r>
              <a:rPr lang="en-US" sz="2000" dirty="0">
                <a:latin typeface="Lato"/>
              </a:rPr>
              <a:t>Plan for growth opportunities and long-term research plan</a:t>
            </a:r>
          </a:p>
          <a:p>
            <a:pPr lvl="1"/>
            <a:r>
              <a:rPr lang="en-US" sz="1600" dirty="0">
                <a:latin typeface="Lato"/>
              </a:rPr>
              <a:t>Assess multi-year research growth and student enrollment projections.</a:t>
            </a:r>
          </a:p>
          <a:p>
            <a:pPr lvl="1"/>
            <a:r>
              <a:rPr lang="en-US" sz="1600" dirty="0">
                <a:latin typeface="Lato"/>
              </a:rPr>
              <a:t>Align timing of Master Plan projects with the above demand.</a:t>
            </a:r>
          </a:p>
          <a:p>
            <a:pPr lvl="1"/>
            <a:r>
              <a:rPr lang="en-US" sz="1600" dirty="0">
                <a:latin typeface="Lato"/>
              </a:rPr>
              <a:t>Use Fenway lease opportunities now to bridge to those future projects and demand.</a:t>
            </a:r>
          </a:p>
          <a:p>
            <a:endParaRPr lang="en-US" sz="2000" dirty="0">
              <a:latin typeface="Lato" panose="020F0502020204030203" pitchFamily="34" charset="0"/>
            </a:endParaRPr>
          </a:p>
          <a:p>
            <a:endParaRPr lang="en-US" sz="2000" dirty="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 dirty="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70657-BCAD-410F-B549-244DD30E1C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85F1ACF-4CAC-83AD-A133-B1F468F45714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Next Steps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68A1E1-569A-271E-9E0B-30C8A6AD78E1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83E145-65B3-DBDD-3C91-BC97C08F44A8}"/>
              </a:ext>
            </a:extLst>
          </p:cNvPr>
          <p:cNvSpPr>
            <a:spLocks noGrp="1"/>
          </p:cNvSpPr>
          <p:nvPr/>
        </p:nvSpPr>
        <p:spPr>
          <a:xfrm>
            <a:off x="715109" y="1676400"/>
            <a:ext cx="10283072" cy="4196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Lato"/>
              </a:rPr>
              <a:t>Confirm 140 The Fenway strategy</a:t>
            </a:r>
          </a:p>
          <a:p>
            <a:pPr lvl="1"/>
            <a:r>
              <a:rPr lang="en-US" sz="1600">
                <a:latin typeface="Lato"/>
              </a:rPr>
              <a:t>If able to stay, would NU extend lease? </a:t>
            </a:r>
          </a:p>
          <a:p>
            <a:pPr lvl="1"/>
            <a:r>
              <a:rPr lang="en-US" sz="1600">
                <a:latin typeface="Lato"/>
              </a:rPr>
              <a:t>Understand extension period lease terms and physical risks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Confirm space and timing assumptions. </a:t>
            </a:r>
          </a:p>
          <a:p>
            <a:pPr lvl="1"/>
            <a:r>
              <a:rPr lang="en-US" sz="1600">
                <a:latin typeface="Lato"/>
              </a:rPr>
              <a:t>Recommend 2029 occupancy target to leverage current lab lease market</a:t>
            </a:r>
          </a:p>
          <a:p>
            <a:pPr lvl="1"/>
            <a:r>
              <a:rPr lang="en-US" sz="1600">
                <a:latin typeface="Lato"/>
              </a:rPr>
              <a:t>Determine total square feet required to meet overall goals.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Request proposals from landlord including turnkey estimate/SF.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Create test fits of primary lab uses in each building to understand efficiency.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Explore vivarium opportunities - sharing and exhaust pathways.</a:t>
            </a:r>
          </a:p>
          <a:p>
            <a:endParaRPr lang="en-US" sz="2000">
              <a:latin typeface="Lato" panose="020F0502020204030203" pitchFamily="34" charset="0"/>
            </a:endParaRPr>
          </a:p>
          <a:p>
            <a:endParaRPr lang="en-US" sz="200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C3625-26BD-4FFA-9574-3D8F8368DC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8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Firm 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roblem Solving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sultant RFP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3400E2195574194CC176A36109E77" ma:contentTypeVersion="21" ma:contentTypeDescription="Create a new document." ma:contentTypeScope="" ma:versionID="1ccc62cf86a754cf43cdb4273ec29858">
  <xsd:schema xmlns:xsd="http://www.w3.org/2001/XMLSchema" xmlns:xs="http://www.w3.org/2001/XMLSchema" xmlns:p="http://schemas.microsoft.com/office/2006/metadata/properties" xmlns:ns1="http://schemas.microsoft.com/sharepoint/v3" xmlns:ns2="eb7df3ed-3661-4b11-8f4f-07ddd69d4739" xmlns:ns3="6250eaf0-41d4-4bc8-876f-8a3bc404f7b4" xmlns:ns4="e9952153-5aa5-42e8-8300-ccc6398e6c31" targetNamespace="http://schemas.microsoft.com/office/2006/metadata/properties" ma:root="true" ma:fieldsID="9a36d792ea07843597dbaf3e8ace29f5" ns1:_="" ns2:_="" ns3:_="" ns4:_="">
    <xsd:import namespace="http://schemas.microsoft.com/sharepoint/v3"/>
    <xsd:import namespace="eb7df3ed-3661-4b11-8f4f-07ddd69d4739"/>
    <xsd:import namespace="6250eaf0-41d4-4bc8-876f-8a3bc404f7b4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df3ed-3661-4b11-8f4f-07ddd69d47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0eaf0-41d4-4bc8-876f-8a3bc404f7b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48707a1-c1c5-4963-bf0a-56d6c494d4d5}" ma:internalName="TaxCatchAll" ma:showField="CatchAllData" ma:web="6250eaf0-41d4-4bc8-876f-8a3bc404f7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952153-5aa5-42e8-8300-ccc6398e6c31" xsi:nil="true"/>
    <lcf76f155ced4ddcb4097134ff3c332f xmlns="eb7df3ed-3661-4b11-8f4f-07ddd69d4739">
      <Terms xmlns="http://schemas.microsoft.com/office/infopath/2007/PartnerControls"/>
    </lcf76f155ced4ddcb4097134ff3c332f>
    <SharedWithUsers xmlns="6250eaf0-41d4-4bc8-876f-8a3bc404f7b4">
      <UserInfo>
        <DisplayName>Beane, Lionel</DisplayName>
        <AccountId>750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9B0916C-8F2C-45E1-BC18-201B6D6272B0}">
  <ds:schemaRefs>
    <ds:schemaRef ds:uri="6250eaf0-41d4-4bc8-876f-8a3bc404f7b4"/>
    <ds:schemaRef ds:uri="e9952153-5aa5-42e8-8300-ccc6398e6c31"/>
    <ds:schemaRef ds:uri="eb7df3ed-3661-4b11-8f4f-07ddd69d47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266CA9-FF4D-4EE9-B750-4FF2744EE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84119-3772-4AA4-BBE9-21D14E1F5E13}">
  <ds:schemaRefs>
    <ds:schemaRef ds:uri="6250eaf0-41d4-4bc8-876f-8a3bc404f7b4"/>
    <ds:schemaRef ds:uri="e9952153-5aa5-42e8-8300-ccc6398e6c31"/>
    <ds:schemaRef ds:uri="eb7df3ed-3661-4b11-8f4f-07ddd69d47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505</Words>
  <Application>Microsoft Office PowerPoint</Application>
  <PresentationFormat>Widescreen</PresentationFormat>
  <Paragraphs>136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Lato</vt:lpstr>
      <vt:lpstr>Lato Black</vt:lpstr>
      <vt:lpstr>Lato Bold</vt:lpstr>
      <vt:lpstr>Real Head Pro</vt:lpstr>
      <vt:lpstr>Real Text Pro</vt:lpstr>
      <vt:lpstr>Wingdings</vt:lpstr>
      <vt:lpstr>Custom Design</vt:lpstr>
      <vt:lpstr>Precedent Study Template</vt:lpstr>
      <vt:lpstr>Firm Precedent Study Template</vt:lpstr>
      <vt:lpstr>Problem Solving Template</vt:lpstr>
      <vt:lpstr>Consultant RFP Template</vt:lpstr>
      <vt:lpstr>Fenway Lease Opportunities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Patel, Divya</dc:creator>
  <cp:lastModifiedBy>O'Meally, Lissa</cp:lastModifiedBy>
  <cp:revision>57</cp:revision>
  <cp:lastPrinted>2026-01-30T16:52:03Z</cp:lastPrinted>
  <dcterms:created xsi:type="dcterms:W3CDTF">2024-06-06T16:46:03Z</dcterms:created>
  <dcterms:modified xsi:type="dcterms:W3CDTF">2026-09-25T23:12:33Z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0x01010069E3400E2195574194CC176A36109E77</vt:lpwstr>
  </property>
</Properties>
</file>