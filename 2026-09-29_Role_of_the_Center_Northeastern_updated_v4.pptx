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1"/>
  </p:notesMasterIdLst>
  <p:sldIdLst>
    <p:sldId id="2147473665" r:id="rId5"/>
    <p:sldId id="2147473633" r:id="rId6"/>
    <p:sldId id="2147473669" r:id="rId7"/>
    <p:sldId id="2147473670" r:id="rId8"/>
    <p:sldId id="2147473671" r:id="rId9"/>
    <p:sldId id="2147473680" r:id="rId10"/>
    <p:sldId id="2147473612" r:id="rId11"/>
    <p:sldId id="2147473672" r:id="rId12"/>
    <p:sldId id="2147473673" r:id="rId13"/>
    <p:sldId id="2147473674" r:id="rId14"/>
    <p:sldId id="2147473675" r:id="rId15"/>
    <p:sldId id="2147473676" r:id="rId16"/>
    <p:sldId id="2147473613" r:id="rId17"/>
    <p:sldId id="2147473677" r:id="rId18"/>
    <p:sldId id="2147473678" r:id="rId19"/>
    <p:sldId id="2147473679" r:id="rId20"/>
  </p:sldIdLst>
  <p:sldSz cx="12192000" cy="6858000"/>
  <p:notesSz cx="6858000" cy="9144000"/>
  <p:embeddedFontLs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Lato Light" panose="020F0502020204030203" pitchFamily="34" charset="0"/>
      <p:regular r:id="rId26"/>
      <p:italic r:id="rId27"/>
    </p:embeddedFont>
  </p:embeddedFontLst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roved" id="{F4F3A066-D2B3-514D-8973-7B108D546CE6}">
          <p14:sldIdLst>
            <p14:sldId id="2147473665"/>
            <p14:sldId id="2147473633"/>
            <p14:sldId id="2147473669"/>
            <p14:sldId id="2147473670"/>
            <p14:sldId id="2147473671"/>
            <p14:sldId id="2147473680"/>
            <p14:sldId id="2147473612"/>
            <p14:sldId id="2147473672"/>
            <p14:sldId id="2147473673"/>
            <p14:sldId id="2147473674"/>
            <p14:sldId id="2147473675"/>
            <p14:sldId id="2147473676"/>
            <p14:sldId id="2147473613"/>
            <p14:sldId id="2147473677"/>
            <p14:sldId id="2147473678"/>
            <p14:sldId id="21474736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958" userDrawn="1">
          <p15:clr>
            <a:srgbClr val="A4A3A4"/>
          </p15:clr>
        </p15:guide>
        <p15:guide id="3" orient="horz" pos="1661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CDC512-FE29-6066-1945-C0815F6DA5D3}" name="Simone Vieweg" initials="SV" userId="S::simone@lgrpresentations.com::2183864e-6c96-4d6f-ad7c-c2e6bb0eca66" providerId="AD"/>
  <p188:author id="{6B0B672B-7D38-4DB6-AA33-CF29F1527AA0}" name="Nathan Cox" initials="NC" userId="S::nathan@lgrpresentations.com::5b4d55a0-977a-4cf7-9505-6515453f33b4" providerId="AD"/>
  <p188:author id="{F85DA02C-100B-D4ED-0C7A-9A50118CD5CC}" name="Griffin, Renee" initials="GR" userId="S::re.griffin@northeastern.edu::55e1efb9-cf3d-4aff-8a51-807599f22c13" providerId="AD"/>
  <p188:author id="{F3703B4B-B98B-586C-DFC6-B6D638413E07}" name="Horn, Clare" initials="HC" userId="S::cl.horn@northeastern.edu::b2f163e9-9d3b-4450-b6b7-1d04ff003cbf" providerId="AD"/>
  <p188:author id="{E32A64BE-C383-53DC-4436-A711F72FA727}" name="Borchardt, Melody" initials="" userId="S::m.borchardt@northeastern.edu::18879ecb-bda2-41f5-b232-7ca8348d4e0e" providerId="AD"/>
  <p188:author id="{EC550EC7-FD8A-5A2F-5467-E45D0F5D8D91}" name="Taya Lagutenkova" initials="TL" userId="S::taya@lgrpresentations.com::5be10c67-b4dc-471c-8fc9-e1feb1222159" providerId="AD"/>
  <p188:author id="{C128D5DC-EA7F-5605-1C61-839F866A28BF}" name="Sterritt, Sarah" initials="SS" userId="S::s.sterritt@northeastern.edu::565a3016-29ed-43f0-b73b-6e011fcc01dd" providerId="AD"/>
  <p188:author id="{E19075E4-0D2D-4313-64C2-B18882029842}" name="Workman, Michael" initials="MW" userId="S::mworkman@northeastern.edu::36940ac3-2621-4331-af3e-2f30d4b6784d" providerId="AD"/>
  <p188:author id="{EE6FF7FC-FBB0-5B61-3656-8F52DD2F09B3}" name="Lucas, Eliza" initials="EL" userId="S::e.lucas@northeastern.edu::fb4ab920-d7bf-46c6-b917-56bb9fd0de12" providerId="AD"/>
  <p188:author id="{58C2DEFE-DE6E-C55A-3D2F-0A5BE8C90F34}" name="Borchardt, Melody" initials="MPB" userId="Borchardt, Melody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9CCC7"/>
    <a:srgbClr val="C6BAB5"/>
    <a:srgbClr val="827878"/>
    <a:srgbClr val="ECE65D"/>
    <a:srgbClr val="D31B2C"/>
    <a:srgbClr val="ECE6D5"/>
    <a:srgbClr val="E2A855"/>
    <a:srgbClr val="A4804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6"/>
    <p:restoredTop sz="94658"/>
  </p:normalViewPr>
  <p:slideViewPr>
    <p:cSldViewPr snapToGrid="0">
      <p:cViewPr varScale="1">
        <p:scale>
          <a:sx n="147" d="100"/>
          <a:sy n="147" d="100"/>
        </p:scale>
        <p:origin x="2922" y="114"/>
      </p:cViewPr>
      <p:guideLst>
        <p:guide orient="horz" pos="958"/>
        <p:guide orient="horz" pos="166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eet, Brett" userId="1210d3f8-c373-4af9-a6f5-d50ac76921ae" providerId="ADAL" clId="{670EB6CB-CC48-491C-8F0B-812298CE52A7}"/>
    <pc:docChg chg="addSld modSld modSection">
      <pc:chgData name="Sweet, Brett" userId="1210d3f8-c373-4af9-a6f5-d50ac76921ae" providerId="ADAL" clId="{670EB6CB-CC48-491C-8F0B-812298CE52A7}" dt="2026-09-30T11:56:56.953" v="27" actId="680"/>
      <pc:docMkLst>
        <pc:docMk/>
      </pc:docMkLst>
      <pc:sldChg chg="modSp mod">
        <pc:chgData name="Sweet, Brett" userId="1210d3f8-c373-4af9-a6f5-d50ac76921ae" providerId="ADAL" clId="{670EB6CB-CC48-491C-8F0B-812298CE52A7}" dt="2026-09-30T11:56:30.266" v="26" actId="1035"/>
        <pc:sldMkLst>
          <pc:docMk/>
          <pc:sldMk cId="2986663133" sldId="2147473633"/>
        </pc:sldMkLst>
        <pc:spChg chg="mod">
          <ac:chgData name="Sweet, Brett" userId="1210d3f8-c373-4af9-a6f5-d50ac76921ae" providerId="ADAL" clId="{670EB6CB-CC48-491C-8F0B-812298CE52A7}" dt="2026-09-30T11:56:30.266" v="26" actId="1035"/>
          <ac:spMkLst>
            <pc:docMk/>
            <pc:sldMk cId="2986663133" sldId="2147473633"/>
            <ac:spMk id="103" creationId="{00000000-0000-0000-0000-000000000000}"/>
          </ac:spMkLst>
        </pc:spChg>
        <pc:spChg chg="mod">
          <ac:chgData name="Sweet, Brett" userId="1210d3f8-c373-4af9-a6f5-d50ac76921ae" providerId="ADAL" clId="{670EB6CB-CC48-491C-8F0B-812298CE52A7}" dt="2026-09-30T11:56:30.266" v="26" actId="1035"/>
          <ac:spMkLst>
            <pc:docMk/>
            <pc:sldMk cId="2986663133" sldId="2147473633"/>
            <ac:spMk id="104" creationId="{00000000-0000-0000-0000-000000000000}"/>
          </ac:spMkLst>
        </pc:spChg>
        <pc:spChg chg="mod">
          <ac:chgData name="Sweet, Brett" userId="1210d3f8-c373-4af9-a6f5-d50ac76921ae" providerId="ADAL" clId="{670EB6CB-CC48-491C-8F0B-812298CE52A7}" dt="2026-09-30T11:56:30.266" v="26" actId="1035"/>
          <ac:spMkLst>
            <pc:docMk/>
            <pc:sldMk cId="2986663133" sldId="2147473633"/>
            <ac:spMk id="105" creationId="{00000000-0000-0000-0000-000000000000}"/>
          </ac:spMkLst>
        </pc:spChg>
        <pc:spChg chg="mod">
          <ac:chgData name="Sweet, Brett" userId="1210d3f8-c373-4af9-a6f5-d50ac76921ae" providerId="ADAL" clId="{670EB6CB-CC48-491C-8F0B-812298CE52A7}" dt="2026-09-30T11:56:30.266" v="26" actId="1035"/>
          <ac:spMkLst>
            <pc:docMk/>
            <pc:sldMk cId="2986663133" sldId="2147473633"/>
            <ac:spMk id="106" creationId="{00000000-0000-0000-0000-000000000000}"/>
          </ac:spMkLst>
        </pc:spChg>
        <pc:spChg chg="mod">
          <ac:chgData name="Sweet, Brett" userId="1210d3f8-c373-4af9-a6f5-d50ac76921ae" providerId="ADAL" clId="{670EB6CB-CC48-491C-8F0B-812298CE52A7}" dt="2026-09-30T11:56:30.266" v="26" actId="1035"/>
          <ac:spMkLst>
            <pc:docMk/>
            <pc:sldMk cId="2986663133" sldId="2147473633"/>
            <ac:spMk id="107" creationId="{00000000-0000-0000-0000-000000000000}"/>
          </ac:spMkLst>
        </pc:spChg>
        <pc:spChg chg="mod">
          <ac:chgData name="Sweet, Brett" userId="1210d3f8-c373-4af9-a6f5-d50ac76921ae" providerId="ADAL" clId="{670EB6CB-CC48-491C-8F0B-812298CE52A7}" dt="2026-09-30T11:56:30.266" v="26" actId="1035"/>
          <ac:spMkLst>
            <pc:docMk/>
            <pc:sldMk cId="2986663133" sldId="2147473633"/>
            <ac:spMk id="108" creationId="{00000000-0000-0000-0000-000000000000}"/>
          </ac:spMkLst>
        </pc:spChg>
      </pc:sldChg>
      <pc:sldChg chg="new">
        <pc:chgData name="Sweet, Brett" userId="1210d3f8-c373-4af9-a6f5-d50ac76921ae" providerId="ADAL" clId="{670EB6CB-CC48-491C-8F0B-812298CE52A7}" dt="2026-09-30T11:56:56.953" v="27" actId="680"/>
        <pc:sldMkLst>
          <pc:docMk/>
          <pc:sldMk cId="3909202590" sldId="21474736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C2C23C-EAF9-DB4F-8FB3-776AE18F72F0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E4B7FD-A539-704B-8F87-6F5211B8E9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2702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6.png"/><Relationship Id="rId4" Type="http://schemas.openxmlformats.org/officeDocument/2006/relationships/image" Target="../media/image2.jpeg"/><Relationship Id="rId6" Type="http://schemas.openxmlformats.org/officeDocument/2006/relationships/image" Target="../media/image57.svg"/></Relationships>
</file>

<file path=ppt/slideLayouts/_rels/slideLayout2.xml.rels><?xml version="1.0" encoding="UTF-8" standalone="yes"?>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6.png"/><Relationship Id="rId4" Type="http://schemas.openxmlformats.org/officeDocument/2006/relationships/image" Target="../media/image5.jpeg"/><Relationship Id="rId6" Type="http://schemas.openxmlformats.org/officeDocument/2006/relationships/image" Target="../media/image57.svg"/></Relationships>
</file>

<file path=ppt/slideLayouts/_rels/slideLayout3.xml.rels><?xml version="1.0" encoding="UTF-8" standalone="yes"?>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6.png"/><Relationship Id="rId4" Type="http://schemas.openxmlformats.org/officeDocument/2006/relationships/image" Target="../media/image7.jpeg"/><Relationship Id="rId6" Type="http://schemas.openxmlformats.org/officeDocument/2006/relationships/image" Target="../media/image57.svg"/></Relationships>
</file>

<file path=ppt/slideLayouts/_rels/slideLayout4.xml.rels><?xml version="1.0" encoding="UTF-8" standalone="yes"?>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6.png"/><Relationship Id="rId4" Type="http://schemas.openxmlformats.org/officeDocument/2006/relationships/image" Target="../media/image9.jpeg"/><Relationship Id="rId6" Type="http://schemas.openxmlformats.org/officeDocument/2006/relationships/image" Target="../media/image57.svg"/></Relationships>
</file>

<file path=ppt/slideLayouts/_rels/slideLayout5.xml.rels><?xml version="1.0" encoding="UTF-8" standalone="yes"?>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6.png"/><Relationship Id="rId4" Type="http://schemas.openxmlformats.org/officeDocument/2006/relationships/image" Target="../media/image11.jpeg"/><Relationship Id="rId6" Type="http://schemas.openxmlformats.org/officeDocument/2006/relationships/image" Target="../media/image57.svg"/></Relationships>
</file>

<file path=ppt/slideLayouts/_rels/slideLayout6.xml.rels><?xml version="1.0" encoding="UTF-8" standalone="yes"?>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6.png"/><Relationship Id="rId4" Type="http://schemas.openxmlformats.org/officeDocument/2006/relationships/image" Target="../media/image13.jpeg"/><Relationship Id="rId6" Type="http://schemas.openxmlformats.org/officeDocument/2006/relationships/image" Target="../media/image57.svg"/></Relationships>
</file>

<file path=ppt/slideLayouts/_rels/slideLayout7.xml.rels><?xml version="1.0" encoding="UTF-8" standalone="yes"?>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6.png"/><Relationship Id="rId4" Type="http://schemas.openxmlformats.org/officeDocument/2006/relationships/image" Target="../media/image15.jpeg"/><Relationship Id="rId6" Type="http://schemas.openxmlformats.org/officeDocument/2006/relationships/image" Target="../media/image57.svg"/></Relationships>
</file>

<file path=ppt/slideLayouts/_rels/slideLayout8.xml.rels><?xml version="1.0" encoding="UTF-8" standalone="yes"?>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6.png"/><Relationship Id="rId4" Type="http://schemas.openxmlformats.org/officeDocument/2006/relationships/image" Target="../media/image17.jpeg"/><Relationship Id="rId6" Type="http://schemas.openxmlformats.org/officeDocument/2006/relationships/image" Target="../media/image57.svg"/></Relationships>
</file>

<file path=ppt/slideLayouts/_rels/slideLayout9.xml.rels><?xml version="1.0" encoding="UTF-8" standalone="yes"?>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6.png"/><Relationship Id="rId4" Type="http://schemas.openxmlformats.org/officeDocument/2006/relationships/image" Target="../media/image19.jpeg"/><Relationship Id="rId6" Type="http://schemas.openxmlformats.org/officeDocument/2006/relationships/image" Target="../media/image57.svg"/></Relationships>
</file>

<file path=ppt/slideLayouts/_rels/slideLayout10.xml.rels><?xml version="1.0" encoding="UTF-8" standalone="yes"?>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6.png"/><Relationship Id="rId4" Type="http://schemas.openxmlformats.org/officeDocument/2006/relationships/image" Target="../media/image21.jpeg"/><Relationship Id="rId6" Type="http://schemas.openxmlformats.org/officeDocument/2006/relationships/image" Target="../media/image57.svg"/></Relationships>
</file>

<file path=ppt/slideLayouts/_rels/slideLayout11.xml.rels><?xml version="1.0" encoding="UTF-8" standalone="yes"?>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6.png"/><Relationship Id="rId4" Type="http://schemas.openxmlformats.org/officeDocument/2006/relationships/image" Target="../media/image23.jpeg"/><Relationship Id="rId6" Type="http://schemas.openxmlformats.org/officeDocument/2006/relationships/image" Target="../media/image57.svg"/></Relationships>
</file>

<file path=ppt/slideLayouts/_rels/slideLayout12.xml.rels><?xml version="1.0" encoding="UTF-8" standalone="yes"?>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6.png"/><Relationship Id="rId4" Type="http://schemas.openxmlformats.org/officeDocument/2006/relationships/image" Target="../media/image25.jpeg"/><Relationship Id="rId6" Type="http://schemas.openxmlformats.org/officeDocument/2006/relationships/image" Target="../media/image57.svg"/></Relationships>
</file>

<file path=ppt/slideLayouts/_rels/slideLayout13.xml.rels><?xml version="1.0" encoding="UTF-8" standalone="yes"?>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6.png"/><Relationship Id="rId4" Type="http://schemas.openxmlformats.org/officeDocument/2006/relationships/image" Target="../media/image27.jpeg"/><Relationship Id="rId6" Type="http://schemas.openxmlformats.org/officeDocument/2006/relationships/image" Target="../media/image57.svg"/></Relationships>
</file>

<file path=ppt/slideLayouts/_rels/slideLayout14.xml.rels><?xml version="1.0" encoding="UTF-8" standalone="yes"?>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6.png"/><Relationship Id="rId4" Type="http://schemas.openxmlformats.org/officeDocument/2006/relationships/image" Target="../media/image29.jpeg"/><Relationship Id="rId6" Type="http://schemas.openxmlformats.org/officeDocument/2006/relationships/image" Target="../media/image57.svg"/></Relationships>
</file>

<file path=ppt/slideLayouts/_rels/slideLayout15.xml.rels><?xml version="1.0" encoding="UTF-8" standalone="yes"?>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9.png"/><Relationship Id="rId5" Type="http://schemas.openxmlformats.org/officeDocument/2006/relationships/image" Target="../media/image60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8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8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8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8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5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5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7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8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9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50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51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eft panel"/>
          <p:cNvSpPr/>
          <p:nvPr userDrawn="1"/>
        </p:nvSpPr>
        <p:spPr>
          <a:xfrm>
            <a:off x="0" y="0"/>
            <a:ext cx="3282948" cy="6858000"/>
          </a:xfrm>
          <a:prstGeom prst="rect">
            <a:avLst/>
          </a:prstGeom>
          <a:solidFill>
            <a:srgbClr val="F4F4F5"/>
          </a:solidFill>
          <a:ln>
            <a:noFill/>
          </a:ln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5EC26B-A24F-D2C1-1818-0DF529A0A5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68854" y="0"/>
            <a:ext cx="8937628" cy="4253582"/>
          </a:xfrm>
          <a:prstGeom prst="rect">
            <a:avLst/>
          </a:prstGeom>
        </p:spPr>
      </p:pic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2CE63DF1-1D2F-67E4-3455-7FC11BE830B6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306" y="4253585"/>
            <a:ext cx="252359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180717-95E8-4242-7740-4D2547B394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6800" y="4345022"/>
            <a:ext cx="8226425" cy="912122"/>
          </a:xfrm>
          <a:prstGeom prst="rect">
            <a:avLst/>
          </a:prstGeom>
        </p:spPr>
        <p:txBody>
          <a:bodyPr wrap="square" anchor="b">
            <a:norm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3503C8C-1296-D903-64F6-CF80F7D5CB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800" y="5268161"/>
            <a:ext cx="8226425" cy="721839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1E08464-E82D-015D-80F9-208B4220B1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99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5A257C-0BA8-9A27-885E-36CEE489A9C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2039" y="3434353"/>
            <a:ext cx="1761010" cy="55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409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7961A6-1262-5F89-CBFC-125421F9BB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3128" y="1"/>
            <a:ext cx="3307028" cy="6857999"/>
          </a:xfrm>
          <a:custGeom>
            <a:avLst/>
            <a:gdLst>
              <a:gd name="connsiteX0" fmla="*/ 0 w 3307028"/>
              <a:gd name="connsiteY0" fmla="*/ 0 h 6857999"/>
              <a:gd name="connsiteX1" fmla="*/ 3307028 w 3307028"/>
              <a:gd name="connsiteY1" fmla="*/ 0 h 6857999"/>
              <a:gd name="connsiteX2" fmla="*/ 3307028 w 3307028"/>
              <a:gd name="connsiteY2" fmla="*/ 6857999 h 6857999"/>
              <a:gd name="connsiteX3" fmla="*/ 0 w 3307028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07028" h="6857999">
                <a:moveTo>
                  <a:pt x="0" y="0"/>
                </a:moveTo>
                <a:lnTo>
                  <a:pt x="3307028" y="0"/>
                </a:lnTo>
                <a:lnTo>
                  <a:pt x="3307028" y="6857999"/>
                </a:lnTo>
                <a:lnTo>
                  <a:pt x="0" y="6857999"/>
                </a:lnTo>
                <a:close/>
              </a:path>
            </a:pathLst>
          </a:cu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FADC4F-775F-984A-FE19-93A6B0EB05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8"/>
          <a:stretch/>
        </p:blipFill>
        <p:spPr>
          <a:xfrm>
            <a:off x="3263900" y="0"/>
            <a:ext cx="8947442" cy="4253584"/>
          </a:xfrm>
          <a:prstGeom prst="rect">
            <a:avLst/>
          </a:prstGeom>
        </p:spPr>
      </p:pic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2CE63DF1-1D2F-67E4-3455-7FC11BE830B6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306" y="4253585"/>
            <a:ext cx="252359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180717-95E8-4242-7740-4D2547B394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6800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3503C8C-1296-D903-64F6-CF80F7D5CB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800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1E08464-E82D-015D-80F9-208B4220B1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99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2DA5C7-D881-0B7C-D29D-E5003481FDF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2040" y="3434354"/>
            <a:ext cx="1761011" cy="55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605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717601-75DB-D444-AD70-88592F751A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587"/>
          <a:stretch/>
        </p:blipFill>
        <p:spPr>
          <a:xfrm>
            <a:off x="-19048" y="0"/>
            <a:ext cx="32639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0E4C99-7E79-1384-E59D-B617365A97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44852" y="0"/>
            <a:ext cx="8928100" cy="4253584"/>
          </a:xfrm>
          <a:prstGeom prst="rect">
            <a:avLst/>
          </a:prstGeom>
        </p:spPr>
      </p:pic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2CE63DF1-1D2F-67E4-3455-7FC11BE830B6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306" y="4253585"/>
            <a:ext cx="252359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180717-95E8-4242-7740-4D2547B394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6800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3503C8C-1296-D903-64F6-CF80F7D5CB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800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1E08464-E82D-015D-80F9-208B4220B1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99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450072-8832-F326-44A9-97D8EA615E7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2040" y="3434354"/>
            <a:ext cx="1761011" cy="55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21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870811-1768-7E6F-7EBD-F99B32C244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9048" y="-1"/>
            <a:ext cx="3263900" cy="68579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4D76C3-4798-98AA-AA49-EC7A999964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2"/>
          <a:stretch/>
        </p:blipFill>
        <p:spPr>
          <a:xfrm>
            <a:off x="3244852" y="1"/>
            <a:ext cx="8947148" cy="4253584"/>
          </a:xfrm>
          <a:prstGeom prst="rect">
            <a:avLst/>
          </a:prstGeom>
        </p:spPr>
      </p:pic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2CE63DF1-1D2F-67E4-3455-7FC11BE830B6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306" y="4253585"/>
            <a:ext cx="252359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180717-95E8-4242-7740-4D2547B394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6800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3503C8C-1296-D903-64F6-CF80F7D5CB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800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1E08464-E82D-015D-80F9-208B4220B1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99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9636F9-7B45-C1B0-57CA-C341B6E932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2040" y="3434354"/>
            <a:ext cx="1761011" cy="55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313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5C4334-D4F3-6A79-BDF6-95F3E1A206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9048" y="0"/>
            <a:ext cx="3282948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1F9491-C989-A7E6-2C1F-EAB5D6D87D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7"/>
          <a:stretch/>
        </p:blipFill>
        <p:spPr>
          <a:xfrm>
            <a:off x="3263900" y="1"/>
            <a:ext cx="8928100" cy="4253584"/>
          </a:xfrm>
          <a:prstGeom prst="rect">
            <a:avLst/>
          </a:prstGeom>
        </p:spPr>
      </p:pic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2CE63DF1-1D2F-67E4-3455-7FC11BE830B6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306" y="4253585"/>
            <a:ext cx="252359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180717-95E8-4242-7740-4D2547B394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6800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3503C8C-1296-D903-64F6-CF80F7D5CB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800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1E08464-E82D-015D-80F9-208B4220B1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99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A451A5-3AF4-C026-3ED3-053DB8150B0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2040" y="3434354"/>
            <a:ext cx="1761011" cy="55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041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F92125-2B89-2D6B-05ED-2CD46483C4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9048" y="2"/>
            <a:ext cx="3282948" cy="68579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2931ED-241F-A8DA-C81C-E6DD144AE30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63900" y="0"/>
            <a:ext cx="8928100" cy="4253584"/>
          </a:xfrm>
          <a:prstGeom prst="rect">
            <a:avLst/>
          </a:prstGeom>
        </p:spPr>
      </p:pic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2CE63DF1-1D2F-67E4-3455-7FC11BE830B6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306" y="4253585"/>
            <a:ext cx="252359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180717-95E8-4242-7740-4D2547B394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6800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3503C8C-1296-D903-64F6-CF80F7D5CB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800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1E08464-E82D-015D-80F9-208B4220B1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99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5A257C-0BA8-9A27-885E-36CEE489A9C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2040" y="3434354"/>
            <a:ext cx="1761011" cy="55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885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B978B1-61C1-0E7A-BC45-6363BBFDA4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4239087"/>
            <a:ext cx="12191999" cy="2618913"/>
          </a:xfrm>
          <a:prstGeom prst="rect">
            <a:avLst/>
          </a:prstGeom>
        </p:spPr>
      </p:pic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8D5C2402-EE99-0FFD-F478-526E5315F745}"/>
              </a:ext>
            </a:extLst>
          </p:cNvPr>
          <p:cNvCxnSpPr>
            <a:cxnSpLocks/>
          </p:cNvCxnSpPr>
          <p:nvPr userDrawn="1"/>
        </p:nvCxnSpPr>
        <p:spPr>
          <a:xfrm>
            <a:off x="930435" y="4253582"/>
            <a:ext cx="0" cy="20370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D0D2E1B4-1F6F-C6BF-51F8-9AD37C2E8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1999" cy="4239087"/>
          </a:xfrm>
          <a:prstGeom prst="rect">
            <a:avLst/>
          </a:prstGeom>
        </p:spPr>
      </p:pic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158D123-24E2-4EEB-F7D2-A2ADF8276B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7A2E9B-516D-5883-6F1B-22D8D7469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3590577-25DC-90A6-B218-C016F885E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1A1944-51C2-E9E8-A00E-38AB3575AF0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65771" y="5649094"/>
            <a:ext cx="1761011" cy="55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284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FD3708-C3A3-A639-96AE-15468AEBED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-3"/>
          <a:stretch/>
        </p:blipFill>
        <p:spPr>
          <a:xfrm>
            <a:off x="0" y="4253582"/>
            <a:ext cx="12192001" cy="26044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7D7EBCC-E995-C5E6-9A85-43AF07EDFC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446" y="0"/>
            <a:ext cx="12178554" cy="4253582"/>
          </a:xfrm>
          <a:prstGeom prst="rect">
            <a:avLst/>
          </a:prstGeom>
        </p:spPr>
      </p:pic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8D5C2402-EE99-0FFD-F478-526E5315F745}"/>
              </a:ext>
            </a:extLst>
          </p:cNvPr>
          <p:cNvCxnSpPr>
            <a:cxnSpLocks/>
          </p:cNvCxnSpPr>
          <p:nvPr userDrawn="1"/>
        </p:nvCxnSpPr>
        <p:spPr>
          <a:xfrm>
            <a:off x="930435" y="4253582"/>
            <a:ext cx="0" cy="20370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158D123-24E2-4EEB-F7D2-A2ADF8276B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7A2E9B-516D-5883-6F1B-22D8D7469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3590577-25DC-90A6-B218-C016F885E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91D40E-03E8-45D4-D975-63E7B9B19D7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65771" y="5649094"/>
            <a:ext cx="1761011" cy="55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356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8786E5-D2E8-A6FC-3834-253AE88940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4239086"/>
            <a:ext cx="12192001" cy="26189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D51A76-BB53-BCBC-7CA0-4D39A016ED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1" cy="4239087"/>
          </a:xfrm>
          <a:prstGeom prst="rect">
            <a:avLst/>
          </a:prstGeom>
        </p:spPr>
      </p:pic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8D5C2402-EE99-0FFD-F478-526E5315F745}"/>
              </a:ext>
            </a:extLst>
          </p:cNvPr>
          <p:cNvCxnSpPr>
            <a:cxnSpLocks/>
          </p:cNvCxnSpPr>
          <p:nvPr userDrawn="1"/>
        </p:nvCxnSpPr>
        <p:spPr>
          <a:xfrm>
            <a:off x="930435" y="4253582"/>
            <a:ext cx="0" cy="20370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158D123-24E2-4EEB-F7D2-A2ADF8276B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7A2E9B-516D-5883-6F1B-22D8D7469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3590577-25DC-90A6-B218-C016F885E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054D5B-E732-122B-D892-A7B85C4045E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65771" y="5649094"/>
            <a:ext cx="1761011" cy="55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782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629097-DBCD-C30E-191C-A118D159C3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4253582"/>
            <a:ext cx="12192001" cy="26044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5714D1-B447-9F54-710C-700BFEB298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1" cy="4253582"/>
          </a:xfrm>
          <a:prstGeom prst="rect">
            <a:avLst/>
          </a:prstGeom>
        </p:spPr>
      </p:pic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8D5C2402-EE99-0FFD-F478-526E5315F745}"/>
              </a:ext>
            </a:extLst>
          </p:cNvPr>
          <p:cNvCxnSpPr>
            <a:cxnSpLocks/>
          </p:cNvCxnSpPr>
          <p:nvPr userDrawn="1"/>
        </p:nvCxnSpPr>
        <p:spPr>
          <a:xfrm>
            <a:off x="930435" y="4253582"/>
            <a:ext cx="0" cy="20370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158D123-24E2-4EEB-F7D2-A2ADF8276B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7A2E9B-516D-5883-6F1B-22D8D7469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3590577-25DC-90A6-B218-C016F885E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CE826F-FEC5-5A11-D1CE-B84ADFD88CC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65771" y="5649094"/>
            <a:ext cx="1761011" cy="55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872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A47434-8253-5CEA-93AC-73BA346008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62024"/>
          <a:stretch/>
        </p:blipFill>
        <p:spPr>
          <a:xfrm>
            <a:off x="-1" y="4253582"/>
            <a:ext cx="12192001" cy="26044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A98092-0F71-6272-9A71-361714429E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4241224"/>
          </a:xfrm>
          <a:prstGeom prst="rect">
            <a:avLst/>
          </a:prstGeom>
        </p:spPr>
      </p:pic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8D5C2402-EE99-0FFD-F478-526E5315F745}"/>
              </a:ext>
            </a:extLst>
          </p:cNvPr>
          <p:cNvCxnSpPr>
            <a:cxnSpLocks/>
          </p:cNvCxnSpPr>
          <p:nvPr userDrawn="1"/>
        </p:nvCxnSpPr>
        <p:spPr>
          <a:xfrm>
            <a:off x="930435" y="4253582"/>
            <a:ext cx="0" cy="20370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158D123-24E2-4EEB-F7D2-A2ADF8276B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7A2E9B-516D-5883-6F1B-22D8D7469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3590577-25DC-90A6-B218-C016F885E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5B97CD-EFEE-99BF-AAB1-BE4999FEBCA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65771" y="5649094"/>
            <a:ext cx="1761011" cy="55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939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CFD7D0-BD0A-0EDA-FB7C-00E8258ACE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63750" b="4194"/>
          <a:stretch/>
        </p:blipFill>
        <p:spPr>
          <a:xfrm>
            <a:off x="0" y="4253581"/>
            <a:ext cx="12192000" cy="26044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FEB6A3-53AE-1E3B-7C63-2AB3ACDE18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4253582"/>
          </a:xfrm>
          <a:prstGeom prst="rect">
            <a:avLst/>
          </a:prstGeom>
        </p:spPr>
      </p:pic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8D5C2402-EE99-0FFD-F478-526E5315F745}"/>
              </a:ext>
            </a:extLst>
          </p:cNvPr>
          <p:cNvCxnSpPr>
            <a:cxnSpLocks/>
          </p:cNvCxnSpPr>
          <p:nvPr userDrawn="1"/>
        </p:nvCxnSpPr>
        <p:spPr>
          <a:xfrm>
            <a:off x="930435" y="4253582"/>
            <a:ext cx="0" cy="20370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158D123-24E2-4EEB-F7D2-A2ADF8276B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7A2E9B-516D-5883-6F1B-22D8D7469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3590577-25DC-90A6-B218-C016F885E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102578-AE4F-1A5B-5ADF-528D60C9155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65771" y="5649094"/>
            <a:ext cx="1761011" cy="55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236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CC4C3B-A0EE-40B1-826D-A5CCAE2777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62024" r="1805"/>
          <a:stretch/>
        </p:blipFill>
        <p:spPr>
          <a:xfrm>
            <a:off x="0" y="4253580"/>
            <a:ext cx="12191999" cy="26044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E893A2-C7D9-C053-3448-7E1E8F175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1999" cy="4253581"/>
          </a:xfrm>
          <a:prstGeom prst="rect">
            <a:avLst/>
          </a:prstGeom>
        </p:spPr>
      </p:pic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8D5C2402-EE99-0FFD-F478-526E5315F745}"/>
              </a:ext>
            </a:extLst>
          </p:cNvPr>
          <p:cNvCxnSpPr>
            <a:cxnSpLocks/>
          </p:cNvCxnSpPr>
          <p:nvPr userDrawn="1"/>
        </p:nvCxnSpPr>
        <p:spPr>
          <a:xfrm>
            <a:off x="930435" y="4253582"/>
            <a:ext cx="0" cy="20370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158D123-24E2-4EEB-F7D2-A2ADF8276B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7A2E9B-516D-5883-6F1B-22D8D7469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3590577-25DC-90A6-B218-C016F885E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0803CD-12F1-BB6A-1010-13480627AAD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65771" y="5649094"/>
            <a:ext cx="1761011" cy="55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697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4B8D4D-E2E7-7F7D-614C-F450AFA575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0937" y="4253580"/>
            <a:ext cx="12202936" cy="26044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E2702F-F9CE-D6EF-06EC-8606813E68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0937" y="0"/>
            <a:ext cx="12202936" cy="4253581"/>
          </a:xfrm>
          <a:prstGeom prst="rect">
            <a:avLst/>
          </a:prstGeom>
        </p:spPr>
      </p:pic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8D5C2402-EE99-0FFD-F478-526E5315F745}"/>
              </a:ext>
            </a:extLst>
          </p:cNvPr>
          <p:cNvCxnSpPr>
            <a:cxnSpLocks/>
          </p:cNvCxnSpPr>
          <p:nvPr userDrawn="1"/>
        </p:nvCxnSpPr>
        <p:spPr>
          <a:xfrm>
            <a:off x="930435" y="4253582"/>
            <a:ext cx="0" cy="20370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158D123-24E2-4EEB-F7D2-A2ADF8276B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7A2E9B-516D-5883-6F1B-22D8D7469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3590577-25DC-90A6-B218-C016F885E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A021D3-C409-A252-40DF-F76094B2D4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65771" y="5649094"/>
            <a:ext cx="1761011" cy="55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916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4 (Brand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5">
            <a:extLst>
              <a:ext uri="{FF2B5EF4-FFF2-40B4-BE49-F238E27FC236}">
                <a16:creationId xmlns:a16="http://schemas.microsoft.com/office/drawing/2014/main" id="{B61063A1-C477-F9D8-4AAD-322B494B2D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1682" r="-10048"/>
          <a:stretch/>
        </p:blipFill>
        <p:spPr>
          <a:xfrm>
            <a:off x="5794319" y="2017485"/>
            <a:ext cx="7031766" cy="4876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D59360-DFC4-D2A7-80EB-7561184EAE0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0435" y="6141756"/>
            <a:ext cx="2714755" cy="236924"/>
          </a:xfrm>
          <a:prstGeom prst="rect">
            <a:avLst/>
          </a:prstGeom>
        </p:spPr>
      </p:pic>
      <p:cxnSp>
        <p:nvCxnSpPr>
          <p:cNvPr id="5" name="Straight Connector 6">
            <a:extLst>
              <a:ext uri="{FF2B5EF4-FFF2-40B4-BE49-F238E27FC236}">
                <a16:creationId xmlns:a16="http://schemas.microsoft.com/office/drawing/2014/main" id="{D9E078E0-D141-240D-7836-CA244491814D}"/>
              </a:ext>
            </a:extLst>
          </p:cNvPr>
          <p:cNvCxnSpPr>
            <a:cxnSpLocks/>
          </p:cNvCxnSpPr>
          <p:nvPr userDrawn="1"/>
        </p:nvCxnSpPr>
        <p:spPr>
          <a:xfrm>
            <a:off x="930435" y="2403"/>
            <a:ext cx="0" cy="328689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85D10C-BD5A-E3E0-C14D-9E973B8C78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821487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0D597A8B-484E-0739-EBA7-640786CFE1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1506535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78605DE-933B-2C94-093F-666D9C65A0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2283574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28023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10">
            <a:extLst>
              <a:ext uri="{FF2B5EF4-FFF2-40B4-BE49-F238E27FC236}">
                <a16:creationId xmlns:a16="http://schemas.microsoft.com/office/drawing/2014/main" id="{3409B7DB-94EC-2A1B-B1E6-067C9E60E5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cxnSp>
        <p:nvCxnSpPr>
          <p:cNvPr id="5" name="Straight Connector 6">
            <a:extLst>
              <a:ext uri="{FF2B5EF4-FFF2-40B4-BE49-F238E27FC236}">
                <a16:creationId xmlns:a16="http://schemas.microsoft.com/office/drawing/2014/main" id="{AB07703A-BEC6-4E4C-C89D-9A63B5C62C6A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5B9CB6E-33BB-B790-D9CB-DC71D08FE3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390557"/>
            <a:ext cx="11067508" cy="46628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F6F82-9564-0A97-2512-39EF882DE4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25123" y="2485016"/>
            <a:ext cx="10107612" cy="3153600"/>
          </a:xfrm>
          <a:prstGeom prst="rect">
            <a:avLst/>
          </a:prstGeom>
        </p:spPr>
        <p:txBody>
          <a:bodyPr/>
          <a:lstStyle>
            <a:lvl1pPr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text….</a:t>
            </a:r>
          </a:p>
          <a:p>
            <a:pPr lvl="0"/>
            <a:r>
              <a:rPr lang="en-US"/>
              <a:t>Click to add text….</a:t>
            </a:r>
          </a:p>
          <a:p>
            <a:pPr lvl="0"/>
            <a:r>
              <a:rPr lang="en-US"/>
              <a:t>Click to add text….</a:t>
            </a:r>
          </a:p>
          <a:p>
            <a:pPr lvl="0"/>
            <a:r>
              <a:rPr lang="en-US"/>
              <a:t>Click to add text….</a:t>
            </a:r>
          </a:p>
          <a:p>
            <a:pPr lvl="0"/>
            <a:r>
              <a:rPr lang="en-US"/>
              <a:t>Click to add text….</a:t>
            </a:r>
            <a:endParaRPr lang="ru-R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D9153F-BEE1-DBB5-F942-AECF7B816F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2721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10">
            <a:extLst>
              <a:ext uri="{FF2B5EF4-FFF2-40B4-BE49-F238E27FC236}">
                <a16:creationId xmlns:a16="http://schemas.microsoft.com/office/drawing/2014/main" id="{431C3264-B391-826A-59B8-15D6540E8C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" y="0"/>
            <a:ext cx="12192002" cy="3214996"/>
          </a:xfrm>
          <a:prstGeom prst="rect">
            <a:avLst/>
          </a:prstGeom>
          <a:ln>
            <a:noFill/>
          </a:ln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2AE0D507-8DC5-C2B8-86AD-4218CA361156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4488503" y="-4488501"/>
            <a:ext cx="3214998" cy="12192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reflection stA="40000" endPos="54000" dist="50800" dir="5400000" sy="-100000" algn="bl" rotWithShape="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12" name="Straight Connector 6">
            <a:extLst>
              <a:ext uri="{FF2B5EF4-FFF2-40B4-BE49-F238E27FC236}">
                <a16:creationId xmlns:a16="http://schemas.microsoft.com/office/drawing/2014/main" id="{D5407E20-FE1F-AF05-31DB-019C62FC4257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5088972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95C9696D-D987-8F67-0368-009853A6FD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4823261"/>
            <a:ext cx="110675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36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22E60F-E9A3-D5E4-A1D3-69A8E37E67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681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Kép 10">
            <a:extLst>
              <a:ext uri="{FF2B5EF4-FFF2-40B4-BE49-F238E27FC236}">
                <a16:creationId xmlns:a16="http://schemas.microsoft.com/office/drawing/2014/main" id="{1A8185E4-CF1C-A65E-2100-E4621AE2D1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1999" cy="3214996"/>
          </a:xfrm>
          <a:prstGeom prst="rect">
            <a:avLst/>
          </a:prstGeom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8C721D1B-86E0-7C7E-8548-EA6CB03867B4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4488503" y="-4488501"/>
            <a:ext cx="3214998" cy="12192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reflection stA="40000" endPos="54000" dist="50800" dir="5400000" sy="-100000" algn="bl" rotWithShape="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23" name="Straight Connector 6">
            <a:extLst>
              <a:ext uri="{FF2B5EF4-FFF2-40B4-BE49-F238E27FC236}">
                <a16:creationId xmlns:a16="http://schemas.microsoft.com/office/drawing/2014/main" id="{3FA1CDE3-325E-AD5A-34B0-CB5492E887F4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5088972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9109A0CA-5395-E791-233E-A71001E5F4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4823261"/>
            <a:ext cx="110675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36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3AA4E1-E65C-9E19-616E-77B0D7F20A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5267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10">
            <a:extLst>
              <a:ext uri="{FF2B5EF4-FFF2-40B4-BE49-F238E27FC236}">
                <a16:creationId xmlns:a16="http://schemas.microsoft.com/office/drawing/2014/main" id="{78C359A8-2CCD-4121-C645-54328C6A05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3214996"/>
          </a:xfrm>
          <a:prstGeom prst="rect">
            <a:avLst/>
          </a:prstGeom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BD981C00-6BE6-28D3-7E73-ADF1EF4186DD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4488503" y="-4488501"/>
            <a:ext cx="3214998" cy="12192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reflection stA="40000" endPos="54000" dist="50800" dir="5400000" sy="-100000" algn="bl" rotWithShape="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11" name="Straight Connector 6">
            <a:extLst>
              <a:ext uri="{FF2B5EF4-FFF2-40B4-BE49-F238E27FC236}">
                <a16:creationId xmlns:a16="http://schemas.microsoft.com/office/drawing/2014/main" id="{E694B79D-DEDC-9B27-0049-9F87C4E32CBB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5088972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C816425-3FC2-9A7B-2B7C-E18A226352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4823261"/>
            <a:ext cx="110675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36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BAC2F3-1D6E-D9F7-4A78-98523A30029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4572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04 (Brand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557D964C-A5EA-C90E-36EA-363F88B0DA48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5088972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24E85491-6F92-566D-FA30-83D5CCAEBF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4823261"/>
            <a:ext cx="110675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36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07467C-1266-67FE-77FF-613B9BFAEF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6719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Dat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Csoportba foglalás 12">
            <a:extLst>
              <a:ext uri="{FF2B5EF4-FFF2-40B4-BE49-F238E27FC236}">
                <a16:creationId xmlns:a16="http://schemas.microsoft.com/office/drawing/2014/main" id="{7CA7D99E-79D3-8416-A510-918A5A97E41B}"/>
              </a:ext>
            </a:extLst>
          </p:cNvPr>
          <p:cNvGrpSpPr/>
          <p:nvPr userDrawn="1"/>
        </p:nvGrpSpPr>
        <p:grpSpPr>
          <a:xfrm>
            <a:off x="3671888" y="-1"/>
            <a:ext cx="8520113" cy="6857999"/>
            <a:chOff x="3671888" y="-1"/>
            <a:chExt cx="8520113" cy="6857999"/>
          </a:xfrm>
        </p:grpSpPr>
        <p:pic>
          <p:nvPicPr>
            <p:cNvPr id="9" name="Picture 15">
              <a:extLst>
                <a:ext uri="{FF2B5EF4-FFF2-40B4-BE49-F238E27FC236}">
                  <a16:creationId xmlns:a16="http://schemas.microsoft.com/office/drawing/2014/main" id="{A2E37D47-FC8F-4E98-F75D-45C10AFB9E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671889" y="-1"/>
              <a:ext cx="8520112" cy="6857999"/>
            </a:xfrm>
            <a:prstGeom prst="rect">
              <a:avLst/>
            </a:prstGeom>
          </p:spPr>
        </p:pic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4A0520F5-2511-1089-56BA-437FF86E059F}"/>
                </a:ext>
              </a:extLst>
            </p:cNvPr>
            <p:cNvSpPr/>
            <p:nvPr/>
          </p:nvSpPr>
          <p:spPr>
            <a:xfrm flipH="1">
              <a:off x="3671888" y="0"/>
              <a:ext cx="8520112" cy="6857998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75000"/>
                  </a:srgbClr>
                </a:gs>
                <a:gs pos="100000">
                  <a:srgbClr val="FFFFFF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cxnSp>
        <p:nvCxnSpPr>
          <p:cNvPr id="10" name="Straight Connector 6">
            <a:extLst>
              <a:ext uri="{FF2B5EF4-FFF2-40B4-BE49-F238E27FC236}">
                <a16:creationId xmlns:a16="http://schemas.microsoft.com/office/drawing/2014/main" id="{5DB07CEB-3A6F-E7A8-635C-974C1F5C38C7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557CDAD2-D952-76AE-9917-9C5FBE54EC4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69B7CF34-3571-8923-BEED-F69D9AB72D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320386E-9C32-A7DB-020A-6567BACDCA5B}"/>
              </a:ext>
            </a:extLst>
          </p:cNvPr>
          <p:cNvSpPr/>
          <p:nvPr userDrawn="1"/>
        </p:nvSpPr>
        <p:spPr>
          <a:xfrm>
            <a:off x="7010713" y="1386054"/>
            <a:ext cx="4104955" cy="4104955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rgbClr val="D31B2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6C8EB1B-9ED9-F8C9-8A9C-0199C211A120}"/>
              </a:ext>
            </a:extLst>
          </p:cNvPr>
          <p:cNvSpPr/>
          <p:nvPr userDrawn="1"/>
        </p:nvSpPr>
        <p:spPr>
          <a:xfrm>
            <a:off x="5091241" y="936405"/>
            <a:ext cx="2775645" cy="2775645"/>
          </a:xfrm>
          <a:prstGeom prst="ellipse">
            <a:avLst/>
          </a:prstGeom>
          <a:gradFill>
            <a:gsLst>
              <a:gs pos="63000">
                <a:srgbClr val="FFFFFF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 w="12700" cap="flat" cmpd="sng" algn="ctr">
            <a:solidFill>
              <a:srgbClr val="0ECCD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17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2A863A92-DE45-4DF4-3D73-B15B072F3D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41327" y="1768553"/>
            <a:ext cx="1875474" cy="463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1,2,3…</a:t>
            </a:r>
            <a:endParaRPr lang="ru-RU"/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74C13545-7E97-9EB8-6128-BCB97F8D03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4300" y="2445406"/>
            <a:ext cx="1849526" cy="463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ru-RU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  <a:endParaRPr lang="ru-RU"/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83B62779-1F3B-E13F-28D9-DFE2BB427B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5453" y="2884880"/>
            <a:ext cx="1875474" cy="463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1,2,3…</a:t>
            </a:r>
            <a:endParaRPr lang="ru-RU"/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EFAE3CC6-2818-0015-B1A4-41939D2B22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38427" y="3561733"/>
            <a:ext cx="1849526" cy="463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ru-RU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229484-FA55-18A9-C374-399E16950C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3252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nn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Csoportba foglalás 12">
            <a:extLst>
              <a:ext uri="{FF2B5EF4-FFF2-40B4-BE49-F238E27FC236}">
                <a16:creationId xmlns:a16="http://schemas.microsoft.com/office/drawing/2014/main" id="{88A59E48-B51C-9744-8150-707A91BE4B40}"/>
              </a:ext>
            </a:extLst>
          </p:cNvPr>
          <p:cNvGrpSpPr/>
          <p:nvPr userDrawn="1"/>
        </p:nvGrpSpPr>
        <p:grpSpPr>
          <a:xfrm>
            <a:off x="3671888" y="-1"/>
            <a:ext cx="8520113" cy="6857999"/>
            <a:chOff x="3671888" y="-1"/>
            <a:chExt cx="8520113" cy="6857999"/>
          </a:xfrm>
        </p:grpSpPr>
        <p:pic>
          <p:nvPicPr>
            <p:cNvPr id="11" name="Picture 15">
              <a:extLst>
                <a:ext uri="{FF2B5EF4-FFF2-40B4-BE49-F238E27FC236}">
                  <a16:creationId xmlns:a16="http://schemas.microsoft.com/office/drawing/2014/main" id="{8B7AB3FE-4AD0-5BF7-3EE5-10D21516C4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671889" y="-1"/>
              <a:ext cx="8520112" cy="6857999"/>
            </a:xfrm>
            <a:prstGeom prst="rect">
              <a:avLst/>
            </a:prstGeom>
          </p:spPr>
        </p:pic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F833582A-ABF9-5EF2-E217-4095C95B44AD}"/>
                </a:ext>
              </a:extLst>
            </p:cNvPr>
            <p:cNvSpPr/>
            <p:nvPr/>
          </p:nvSpPr>
          <p:spPr>
            <a:xfrm flipH="1">
              <a:off x="3671888" y="0"/>
              <a:ext cx="8520112" cy="6857998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75000"/>
                  </a:srgbClr>
                </a:gs>
                <a:gs pos="100000">
                  <a:srgbClr val="FFFFFF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B5089005-AF30-E3C7-27A4-6705D0A0BB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DF5C4DC1-F29A-7830-D02A-E7FFDF6C93CC}"/>
              </a:ext>
            </a:extLst>
          </p:cNvPr>
          <p:cNvGrpSpPr/>
          <p:nvPr userDrawn="1"/>
        </p:nvGrpSpPr>
        <p:grpSpPr>
          <a:xfrm>
            <a:off x="5449651" y="935973"/>
            <a:ext cx="4964586" cy="4617721"/>
            <a:chOff x="5344482" y="914901"/>
            <a:chExt cx="4964586" cy="4617721"/>
          </a:xfrm>
        </p:grpSpPr>
        <p:sp>
          <p:nvSpPr>
            <p:cNvPr id="23" name="Oval 15">
              <a:extLst>
                <a:ext uri="{FF2B5EF4-FFF2-40B4-BE49-F238E27FC236}">
                  <a16:creationId xmlns:a16="http://schemas.microsoft.com/office/drawing/2014/main" id="{9AAC9F55-2E95-2EA2-473D-A95E542FADF1}"/>
                </a:ext>
              </a:extLst>
            </p:cNvPr>
            <p:cNvSpPr/>
            <p:nvPr/>
          </p:nvSpPr>
          <p:spPr>
            <a:xfrm>
              <a:off x="7540782" y="914901"/>
              <a:ext cx="2768286" cy="2768286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12700" cap="flat" cmpd="sng" algn="ctr">
              <a:solidFill>
                <a:srgbClr val="D31B2C"/>
              </a:solidFill>
              <a:prstDash val="solid"/>
              <a:miter lim="800000"/>
            </a:ln>
            <a:effectLst/>
          </p:spPr>
          <p:txBody>
            <a:bodyPr lIns="324000" rIns="0" bIns="251999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24" name="Oval 18">
              <a:extLst>
                <a:ext uri="{FF2B5EF4-FFF2-40B4-BE49-F238E27FC236}">
                  <a16:creationId xmlns:a16="http://schemas.microsoft.com/office/drawing/2014/main" id="{50EED221-66F4-D375-71BA-03E104C5C9C8}"/>
                </a:ext>
              </a:extLst>
            </p:cNvPr>
            <p:cNvSpPr/>
            <p:nvPr/>
          </p:nvSpPr>
          <p:spPr>
            <a:xfrm>
              <a:off x="6442632" y="2764336"/>
              <a:ext cx="2768286" cy="2768286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12700" cap="flat" cmpd="sng" algn="ctr">
              <a:solidFill>
                <a:srgbClr val="827878"/>
              </a:solidFill>
              <a:prstDash val="solid"/>
              <a:miter lim="800000"/>
            </a:ln>
            <a:effectLst/>
          </p:spPr>
          <p:txBody>
            <a:bodyPr tIns="468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33" name="Oval 19">
              <a:extLst>
                <a:ext uri="{FF2B5EF4-FFF2-40B4-BE49-F238E27FC236}">
                  <a16:creationId xmlns:a16="http://schemas.microsoft.com/office/drawing/2014/main" id="{1907B287-8F57-2F40-ED6C-9E136D43CDBF}"/>
                </a:ext>
              </a:extLst>
            </p:cNvPr>
            <p:cNvSpPr/>
            <p:nvPr/>
          </p:nvSpPr>
          <p:spPr>
            <a:xfrm>
              <a:off x="5344482" y="914901"/>
              <a:ext cx="2768286" cy="2768286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12700" cap="flat" cmpd="sng" algn="ctr">
              <a:solidFill>
                <a:srgbClr val="0ECCDE"/>
              </a:solidFill>
              <a:prstDash val="solid"/>
              <a:miter lim="800000"/>
            </a:ln>
            <a:effectLst/>
          </p:spPr>
          <p:txBody>
            <a:bodyPr lIns="0" rIns="324000" bIns="251999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67EF4BA4-8F80-560F-63D7-462D0F8AF331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3E0CA4AB-CB17-B67A-EB7B-094CCB54B4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92357" y="1556074"/>
            <a:ext cx="1875474" cy="463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1,2,3…</a:t>
            </a:r>
            <a:endParaRPr lang="ru-RU"/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92E84C48-48EF-93B5-C6FA-7252AF6108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05331" y="2255306"/>
            <a:ext cx="1849526" cy="62662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ru-RU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  <a:endParaRPr lang="ru-RU"/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58D89EFE-9346-B40E-8867-D8CC170A3A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94207" y="3610207"/>
            <a:ext cx="1875474" cy="463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1,2,3…</a:t>
            </a:r>
            <a:endParaRPr lang="ru-RU"/>
          </a:p>
        </p:txBody>
      </p:sp>
      <p:sp>
        <p:nvSpPr>
          <p:cNvPr id="32" name="Text Placeholder 20">
            <a:extLst>
              <a:ext uri="{FF2B5EF4-FFF2-40B4-BE49-F238E27FC236}">
                <a16:creationId xmlns:a16="http://schemas.microsoft.com/office/drawing/2014/main" id="{2282450C-389F-1668-74C6-069E6D4DA3B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07181" y="4309439"/>
            <a:ext cx="1849526" cy="62662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ru-RU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  <a:endParaRPr lang="ru-RU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C9E7FC48-A1DE-9EB5-8391-D5F56622214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BC7C4572-2C46-F458-C99D-E325DCED99B5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6E3643BC-4B92-79ED-5F57-1DF1A338B5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96057" y="1556074"/>
            <a:ext cx="1875474" cy="463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1,2,3…</a:t>
            </a:r>
            <a:endParaRPr lang="ru-RU"/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3AA7EBE8-011E-53DB-71AE-974260E4E2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09031" y="2255306"/>
            <a:ext cx="1849526" cy="62662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ru-RU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70894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139E81B4-0368-88B0-8C34-B3D4959B186C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4916348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15F808-085C-2B1C-F17B-891B0A5463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4707372"/>
            <a:ext cx="5254083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9B671D21-E91B-C512-3B51-02FA6A2C5F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5241965"/>
            <a:ext cx="5254083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24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key message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C495ED-EAE7-D083-81F4-C70535B9DF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5445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ey Point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6270DA4D-2DDF-36B0-3C77-2C27983FF5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5999" cy="6858000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C6323931-9FBB-E2D5-6147-B5AC2E7BC2B8}"/>
              </a:ext>
            </a:extLst>
          </p:cNvPr>
          <p:cNvSpPr/>
          <p:nvPr userDrawn="1"/>
        </p:nvSpPr>
        <p:spPr>
          <a:xfrm>
            <a:off x="-6" y="0"/>
            <a:ext cx="6096005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75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27" name="Straight Connector 6">
            <a:extLst>
              <a:ext uri="{FF2B5EF4-FFF2-40B4-BE49-F238E27FC236}">
                <a16:creationId xmlns:a16="http://schemas.microsoft.com/office/drawing/2014/main" id="{7F57E6B9-32E1-2369-4395-2FEF130C682E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E6B3250-3D2B-77C3-3AB7-42C49345B89D}"/>
              </a:ext>
            </a:extLst>
          </p:cNvPr>
          <p:cNvSpPr/>
          <p:nvPr userDrawn="1"/>
        </p:nvSpPr>
        <p:spPr>
          <a:xfrm>
            <a:off x="4193123" y="873310"/>
            <a:ext cx="1787168" cy="4543990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31" name="Straight Connector 6">
            <a:extLst>
              <a:ext uri="{FF2B5EF4-FFF2-40B4-BE49-F238E27FC236}">
                <a16:creationId xmlns:a16="http://schemas.microsoft.com/office/drawing/2014/main" id="{7AAB358B-F853-865C-6497-76396587EFE9}"/>
              </a:ext>
            </a:extLst>
          </p:cNvPr>
          <p:cNvCxnSpPr>
            <a:cxnSpLocks/>
          </p:cNvCxnSpPr>
          <p:nvPr userDrawn="1"/>
        </p:nvCxnSpPr>
        <p:spPr>
          <a:xfrm flipH="1">
            <a:off x="4335506" y="2611410"/>
            <a:ext cx="481257" cy="0"/>
          </a:xfrm>
          <a:prstGeom prst="line">
            <a:avLst/>
          </a:prstGeom>
          <a:noFill/>
          <a:ln w="635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cxnSp>
        <p:nvCxnSpPr>
          <p:cNvPr id="34" name="Straight Connector 6">
            <a:extLst>
              <a:ext uri="{FF2B5EF4-FFF2-40B4-BE49-F238E27FC236}">
                <a16:creationId xmlns:a16="http://schemas.microsoft.com/office/drawing/2014/main" id="{A14689FB-2556-FA5C-0420-29127591FA41}"/>
              </a:ext>
            </a:extLst>
          </p:cNvPr>
          <p:cNvCxnSpPr>
            <a:cxnSpLocks/>
          </p:cNvCxnSpPr>
          <p:nvPr userDrawn="1"/>
        </p:nvCxnSpPr>
        <p:spPr>
          <a:xfrm flipH="1">
            <a:off x="6949975" y="2611410"/>
            <a:ext cx="481257" cy="0"/>
          </a:xfrm>
          <a:prstGeom prst="line">
            <a:avLst/>
          </a:prstGeom>
          <a:noFill/>
          <a:ln w="635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9CC670F5-294D-8F3F-F5B5-E43C986081D9}"/>
              </a:ext>
            </a:extLst>
          </p:cNvPr>
          <p:cNvSpPr/>
          <p:nvPr userDrawn="1"/>
        </p:nvSpPr>
        <p:spPr>
          <a:xfrm>
            <a:off x="9283089" y="873310"/>
            <a:ext cx="1787168" cy="4543990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38" name="Straight Connector 6">
            <a:extLst>
              <a:ext uri="{FF2B5EF4-FFF2-40B4-BE49-F238E27FC236}">
                <a16:creationId xmlns:a16="http://schemas.microsoft.com/office/drawing/2014/main" id="{A048B978-E7E3-E4A5-2DAC-76CB26FF738F}"/>
              </a:ext>
            </a:extLst>
          </p:cNvPr>
          <p:cNvCxnSpPr>
            <a:cxnSpLocks/>
          </p:cNvCxnSpPr>
          <p:nvPr userDrawn="1"/>
        </p:nvCxnSpPr>
        <p:spPr>
          <a:xfrm flipH="1">
            <a:off x="9564443" y="2611410"/>
            <a:ext cx="481257" cy="0"/>
          </a:xfrm>
          <a:prstGeom prst="line">
            <a:avLst/>
          </a:prstGeom>
          <a:noFill/>
          <a:ln w="635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pic>
        <p:nvPicPr>
          <p:cNvPr id="39" name="Picture 38" descr="A black and white logo&#10;&#10;Description automatically generated">
            <a:extLst>
              <a:ext uri="{FF2B5EF4-FFF2-40B4-BE49-F238E27FC236}">
                <a16:creationId xmlns:a16="http://schemas.microsoft.com/office/drawing/2014/main" id="{730DAC15-21A4-0BFF-92BA-3ECD25C379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0860" y="5795963"/>
            <a:ext cx="1125023" cy="867508"/>
          </a:xfrm>
          <a:prstGeom prst="rect">
            <a:avLst/>
          </a:prstGeom>
        </p:spPr>
      </p:pic>
      <p:sp>
        <p:nvSpPr>
          <p:cNvPr id="40" name="Text Placeholder 9">
            <a:extLst>
              <a:ext uri="{FF2B5EF4-FFF2-40B4-BE49-F238E27FC236}">
                <a16:creationId xmlns:a16="http://schemas.microsoft.com/office/drawing/2014/main" id="{7FA46B05-E7C6-A44E-358E-AC7B9B7EEA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F0C0422C-5D59-3482-4581-36C739F5E8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42" name="Text Placeholder 9">
            <a:extLst>
              <a:ext uri="{FF2B5EF4-FFF2-40B4-BE49-F238E27FC236}">
                <a16:creationId xmlns:a16="http://schemas.microsoft.com/office/drawing/2014/main" id="{5B4C8B99-5CB2-E924-F15E-FBBB8239DC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29710" y="2771398"/>
            <a:ext cx="1978040" cy="26459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4" name="Text Placeholder 9">
            <a:extLst>
              <a:ext uri="{FF2B5EF4-FFF2-40B4-BE49-F238E27FC236}">
                <a16:creationId xmlns:a16="http://schemas.microsoft.com/office/drawing/2014/main" id="{414C8DE7-7B8F-61C9-D9D6-445B1934EB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44179" y="2771398"/>
            <a:ext cx="1978040" cy="26459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0189CFC0-B2DC-9CBE-F374-CC6A427668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58647" y="2771398"/>
            <a:ext cx="1978040" cy="26459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6" name="Text Placeholder 9">
            <a:extLst>
              <a:ext uri="{FF2B5EF4-FFF2-40B4-BE49-F238E27FC236}">
                <a16:creationId xmlns:a16="http://schemas.microsoft.com/office/drawing/2014/main" id="{AB87B982-677A-4480-DFD8-9F8E538630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29710" y="1865246"/>
            <a:ext cx="1978040" cy="58617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kumimoji="0" lang="en-US" sz="18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7" name="Text Placeholder 9">
            <a:extLst>
              <a:ext uri="{FF2B5EF4-FFF2-40B4-BE49-F238E27FC236}">
                <a16:creationId xmlns:a16="http://schemas.microsoft.com/office/drawing/2014/main" id="{2FF55CB5-76DE-9252-F1EF-31C56C12C3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44179" y="1865246"/>
            <a:ext cx="1978040" cy="58617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kumimoji="0" lang="en-US" sz="18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8" name="Text Placeholder 9">
            <a:extLst>
              <a:ext uri="{FF2B5EF4-FFF2-40B4-BE49-F238E27FC236}">
                <a16:creationId xmlns:a16="http://schemas.microsoft.com/office/drawing/2014/main" id="{813D1230-F1B4-96E0-1E4E-21E43BF3D8F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58647" y="1865246"/>
            <a:ext cx="1978040" cy="58617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kumimoji="0" lang="en-US" sz="18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CD940F-EA6E-26BB-8842-EE50343CFF2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4359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ey Points (2 lin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2C239EA2-090D-7235-21A6-C3805885E1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5999" cy="6858000"/>
          </a:xfrm>
          <a:prstGeom prst="rect">
            <a:avLst/>
          </a:prstGeom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6A037539-740F-9B6C-8F6B-41DE1596597F}"/>
              </a:ext>
            </a:extLst>
          </p:cNvPr>
          <p:cNvSpPr/>
          <p:nvPr userDrawn="1"/>
        </p:nvSpPr>
        <p:spPr>
          <a:xfrm>
            <a:off x="-6" y="0"/>
            <a:ext cx="6096005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75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26" name="Straight Connector 6">
            <a:extLst>
              <a:ext uri="{FF2B5EF4-FFF2-40B4-BE49-F238E27FC236}">
                <a16:creationId xmlns:a16="http://schemas.microsoft.com/office/drawing/2014/main" id="{2775F081-2771-8151-9B42-ED5642D89AD6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AE31A05-C6B3-CB6A-70FB-8E1523C78C2D}"/>
              </a:ext>
            </a:extLst>
          </p:cNvPr>
          <p:cNvSpPr/>
          <p:nvPr userDrawn="1"/>
        </p:nvSpPr>
        <p:spPr>
          <a:xfrm>
            <a:off x="4193123" y="873310"/>
            <a:ext cx="1787168" cy="4543990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52" name="Straight Connector 6">
            <a:extLst>
              <a:ext uri="{FF2B5EF4-FFF2-40B4-BE49-F238E27FC236}">
                <a16:creationId xmlns:a16="http://schemas.microsoft.com/office/drawing/2014/main" id="{13C24A31-F9FD-4DD0-FDE8-51B1D0EFC577}"/>
              </a:ext>
            </a:extLst>
          </p:cNvPr>
          <p:cNvCxnSpPr>
            <a:cxnSpLocks/>
          </p:cNvCxnSpPr>
          <p:nvPr userDrawn="1"/>
        </p:nvCxnSpPr>
        <p:spPr>
          <a:xfrm>
            <a:off x="4193123" y="2303377"/>
            <a:ext cx="7233702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6">
            <a:extLst>
              <a:ext uri="{FF2B5EF4-FFF2-40B4-BE49-F238E27FC236}">
                <a16:creationId xmlns:a16="http://schemas.microsoft.com/office/drawing/2014/main" id="{3AEB184C-3356-DEA9-D3E1-B5E49437B327}"/>
              </a:ext>
            </a:extLst>
          </p:cNvPr>
          <p:cNvCxnSpPr>
            <a:cxnSpLocks/>
          </p:cNvCxnSpPr>
          <p:nvPr userDrawn="1"/>
        </p:nvCxnSpPr>
        <p:spPr>
          <a:xfrm>
            <a:off x="4193123" y="3962645"/>
            <a:ext cx="7233702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pic>
        <p:nvPicPr>
          <p:cNvPr id="54" name="Picture 53" descr="A black and white logo&#10;&#10;Description automatically generated">
            <a:extLst>
              <a:ext uri="{FF2B5EF4-FFF2-40B4-BE49-F238E27FC236}">
                <a16:creationId xmlns:a16="http://schemas.microsoft.com/office/drawing/2014/main" id="{351347ED-732F-D76A-DCB5-F4EC733CA9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0860" y="5795963"/>
            <a:ext cx="1125023" cy="867508"/>
          </a:xfrm>
          <a:prstGeom prst="rect">
            <a:avLst/>
          </a:prstGeom>
        </p:spPr>
      </p:pic>
      <p:sp>
        <p:nvSpPr>
          <p:cNvPr id="55" name="Text Placeholder 9">
            <a:extLst>
              <a:ext uri="{FF2B5EF4-FFF2-40B4-BE49-F238E27FC236}">
                <a16:creationId xmlns:a16="http://schemas.microsoft.com/office/drawing/2014/main" id="{D63EA2B5-1EA7-CA97-DE4C-5B772A0C90DC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6" name="Text Placeholder 9">
            <a:extLst>
              <a:ext uri="{FF2B5EF4-FFF2-40B4-BE49-F238E27FC236}">
                <a16:creationId xmlns:a16="http://schemas.microsoft.com/office/drawing/2014/main" id="{0DDF2C7C-6294-4911-EB21-0AF8F89CA096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EB008B40-CFC3-B13F-A63F-516CD88BA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48250" y="1194100"/>
            <a:ext cx="6378033" cy="55928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(2 lines)</a:t>
            </a:r>
          </a:p>
        </p:txBody>
      </p:sp>
      <p:sp>
        <p:nvSpPr>
          <p:cNvPr id="59" name="Picture Placeholder 58">
            <a:extLst>
              <a:ext uri="{FF2B5EF4-FFF2-40B4-BE49-F238E27FC236}">
                <a16:creationId xmlns:a16="http://schemas.microsoft.com/office/drawing/2014/main" id="{6F07654C-9432-EBB5-3C2A-05E198C88A0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41185" y="1194100"/>
            <a:ext cx="559286" cy="5592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ru-RU"/>
          </a:p>
        </p:txBody>
      </p:sp>
      <p:sp>
        <p:nvSpPr>
          <p:cNvPr id="62" name="Text Placeholder 9">
            <a:extLst>
              <a:ext uri="{FF2B5EF4-FFF2-40B4-BE49-F238E27FC236}">
                <a16:creationId xmlns:a16="http://schemas.microsoft.com/office/drawing/2014/main" id="{752EFCFE-B99E-92D9-66E4-708E764BD0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48250" y="2853368"/>
            <a:ext cx="6378033" cy="55928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(2 lines)</a:t>
            </a:r>
          </a:p>
        </p:txBody>
      </p:sp>
      <p:sp>
        <p:nvSpPr>
          <p:cNvPr id="63" name="Picture Placeholder 58">
            <a:extLst>
              <a:ext uri="{FF2B5EF4-FFF2-40B4-BE49-F238E27FC236}">
                <a16:creationId xmlns:a16="http://schemas.microsoft.com/office/drawing/2014/main" id="{99FF3143-D5AF-7AC3-BC28-8AECE752ABA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41185" y="2853368"/>
            <a:ext cx="559286" cy="5592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ru-RU"/>
          </a:p>
        </p:txBody>
      </p:sp>
      <p:sp>
        <p:nvSpPr>
          <p:cNvPr id="64" name="Text Placeholder 9">
            <a:extLst>
              <a:ext uri="{FF2B5EF4-FFF2-40B4-BE49-F238E27FC236}">
                <a16:creationId xmlns:a16="http://schemas.microsoft.com/office/drawing/2014/main" id="{46E06608-279C-0BDC-F20D-6D6072A073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48250" y="4512637"/>
            <a:ext cx="6378033" cy="55928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(2 lines)</a:t>
            </a:r>
          </a:p>
        </p:txBody>
      </p:sp>
      <p:sp>
        <p:nvSpPr>
          <p:cNvPr id="65" name="Picture Placeholder 58">
            <a:extLst>
              <a:ext uri="{FF2B5EF4-FFF2-40B4-BE49-F238E27FC236}">
                <a16:creationId xmlns:a16="http://schemas.microsoft.com/office/drawing/2014/main" id="{5F901A2E-9671-AF2E-EFFA-D984789EEA2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41185" y="4512637"/>
            <a:ext cx="559286" cy="5592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ru-R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81FE22-567C-A87A-9295-6FEAF14351E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9444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ey Points (3 lin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2C239EA2-090D-7235-21A6-C3805885E1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5999" cy="6858000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668D81C4-5E36-DD51-FA4E-55ACDF5A7254}"/>
              </a:ext>
            </a:extLst>
          </p:cNvPr>
          <p:cNvSpPr/>
          <p:nvPr userDrawn="1"/>
        </p:nvSpPr>
        <p:spPr>
          <a:xfrm>
            <a:off x="-6" y="0"/>
            <a:ext cx="6096005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75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26" name="Straight Connector 6">
            <a:extLst>
              <a:ext uri="{FF2B5EF4-FFF2-40B4-BE49-F238E27FC236}">
                <a16:creationId xmlns:a16="http://schemas.microsoft.com/office/drawing/2014/main" id="{2775F081-2771-8151-9B42-ED5642D89AD6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AE31A05-C6B3-CB6A-70FB-8E1523C78C2D}"/>
              </a:ext>
            </a:extLst>
          </p:cNvPr>
          <p:cNvSpPr/>
          <p:nvPr userDrawn="1"/>
        </p:nvSpPr>
        <p:spPr>
          <a:xfrm>
            <a:off x="4193123" y="873310"/>
            <a:ext cx="1787168" cy="4543990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52" name="Straight Connector 6">
            <a:extLst>
              <a:ext uri="{FF2B5EF4-FFF2-40B4-BE49-F238E27FC236}">
                <a16:creationId xmlns:a16="http://schemas.microsoft.com/office/drawing/2014/main" id="{13C24A31-F9FD-4DD0-FDE8-51B1D0EFC577}"/>
              </a:ext>
            </a:extLst>
          </p:cNvPr>
          <p:cNvCxnSpPr>
            <a:cxnSpLocks/>
          </p:cNvCxnSpPr>
          <p:nvPr userDrawn="1"/>
        </p:nvCxnSpPr>
        <p:spPr>
          <a:xfrm>
            <a:off x="4193123" y="2426209"/>
            <a:ext cx="7233702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3" name="Straight Connector 6">
            <a:extLst>
              <a:ext uri="{FF2B5EF4-FFF2-40B4-BE49-F238E27FC236}">
                <a16:creationId xmlns:a16="http://schemas.microsoft.com/office/drawing/2014/main" id="{3AEB184C-3356-DEA9-D3E1-B5E49437B327}"/>
              </a:ext>
            </a:extLst>
          </p:cNvPr>
          <p:cNvCxnSpPr>
            <a:cxnSpLocks/>
          </p:cNvCxnSpPr>
          <p:nvPr userDrawn="1"/>
        </p:nvCxnSpPr>
        <p:spPr>
          <a:xfrm>
            <a:off x="4193123" y="4085477"/>
            <a:ext cx="7233702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55" name="Text Placeholder 9">
            <a:extLst>
              <a:ext uri="{FF2B5EF4-FFF2-40B4-BE49-F238E27FC236}">
                <a16:creationId xmlns:a16="http://schemas.microsoft.com/office/drawing/2014/main" id="{D63EA2B5-1EA7-CA97-DE4C-5B772A0C90DC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6" name="Text Placeholder 9">
            <a:extLst>
              <a:ext uri="{FF2B5EF4-FFF2-40B4-BE49-F238E27FC236}">
                <a16:creationId xmlns:a16="http://schemas.microsoft.com/office/drawing/2014/main" id="{0DDF2C7C-6294-4911-EB21-0AF8F89CA096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EB008B40-CFC3-B13F-A63F-516CD88BA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48250" y="1194099"/>
            <a:ext cx="6378033" cy="80495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</a:t>
            </a:r>
            <a:br>
              <a:rPr lang="en-US"/>
            </a:br>
            <a:r>
              <a:rPr lang="en-US"/>
              <a:t>to add text</a:t>
            </a:r>
            <a:br>
              <a:rPr lang="en-US"/>
            </a:br>
            <a:r>
              <a:rPr lang="en-US"/>
              <a:t>(3lines)</a:t>
            </a:r>
          </a:p>
        </p:txBody>
      </p:sp>
      <p:sp>
        <p:nvSpPr>
          <p:cNvPr id="59" name="Picture Placeholder 58">
            <a:extLst>
              <a:ext uri="{FF2B5EF4-FFF2-40B4-BE49-F238E27FC236}">
                <a16:creationId xmlns:a16="http://schemas.microsoft.com/office/drawing/2014/main" id="{6F07654C-9432-EBB5-3C2A-05E198C88A0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41185" y="1194100"/>
            <a:ext cx="559286" cy="5592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ru-RU"/>
          </a:p>
        </p:txBody>
      </p:sp>
      <p:sp>
        <p:nvSpPr>
          <p:cNvPr id="62" name="Text Placeholder 9">
            <a:extLst>
              <a:ext uri="{FF2B5EF4-FFF2-40B4-BE49-F238E27FC236}">
                <a16:creationId xmlns:a16="http://schemas.microsoft.com/office/drawing/2014/main" id="{752EFCFE-B99E-92D9-66E4-708E764BD0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48250" y="2853367"/>
            <a:ext cx="6378033" cy="80495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</a:t>
            </a:r>
            <a:br>
              <a:rPr lang="en-US"/>
            </a:br>
            <a:r>
              <a:rPr lang="en-US"/>
              <a:t>to add text</a:t>
            </a:r>
            <a:br>
              <a:rPr lang="en-US"/>
            </a:br>
            <a:r>
              <a:rPr lang="en-US"/>
              <a:t>(3lines)</a:t>
            </a:r>
          </a:p>
        </p:txBody>
      </p:sp>
      <p:sp>
        <p:nvSpPr>
          <p:cNvPr id="63" name="Picture Placeholder 58">
            <a:extLst>
              <a:ext uri="{FF2B5EF4-FFF2-40B4-BE49-F238E27FC236}">
                <a16:creationId xmlns:a16="http://schemas.microsoft.com/office/drawing/2014/main" id="{99FF3143-D5AF-7AC3-BC28-8AECE752ABA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41185" y="2853368"/>
            <a:ext cx="559286" cy="5592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ru-RU"/>
          </a:p>
        </p:txBody>
      </p:sp>
      <p:sp>
        <p:nvSpPr>
          <p:cNvPr id="64" name="Text Placeholder 9">
            <a:extLst>
              <a:ext uri="{FF2B5EF4-FFF2-40B4-BE49-F238E27FC236}">
                <a16:creationId xmlns:a16="http://schemas.microsoft.com/office/drawing/2014/main" id="{46E06608-279C-0BDC-F20D-6D6072A073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48250" y="4512636"/>
            <a:ext cx="6378033" cy="80495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</a:t>
            </a:r>
            <a:br>
              <a:rPr lang="en-US"/>
            </a:br>
            <a:r>
              <a:rPr lang="en-US"/>
              <a:t>to add text</a:t>
            </a:r>
            <a:br>
              <a:rPr lang="en-US"/>
            </a:br>
            <a:r>
              <a:rPr lang="en-US"/>
              <a:t>(3lines)</a:t>
            </a:r>
          </a:p>
        </p:txBody>
      </p:sp>
      <p:sp>
        <p:nvSpPr>
          <p:cNvPr id="65" name="Picture Placeholder 58">
            <a:extLst>
              <a:ext uri="{FF2B5EF4-FFF2-40B4-BE49-F238E27FC236}">
                <a16:creationId xmlns:a16="http://schemas.microsoft.com/office/drawing/2014/main" id="{5F901A2E-9671-AF2E-EFFA-D984789EEA2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41185" y="4512637"/>
            <a:ext cx="559286" cy="5592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F7E874-5C1F-DD7D-DD54-333A68117D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4921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Kép 10">
            <a:extLst>
              <a:ext uri="{FF2B5EF4-FFF2-40B4-BE49-F238E27FC236}">
                <a16:creationId xmlns:a16="http://schemas.microsoft.com/office/drawing/2014/main" id="{84C3ADAF-6C0C-1C62-0576-EBE9DA6A44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222209" cy="6858000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0B237DAF-5455-E35C-02CB-1C2E73978FD7}"/>
              </a:ext>
            </a:extLst>
          </p:cNvPr>
          <p:cNvSpPr/>
          <p:nvPr userDrawn="1"/>
        </p:nvSpPr>
        <p:spPr>
          <a:xfrm>
            <a:off x="0" y="0"/>
            <a:ext cx="12222208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90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19" name="Straight Connector 6">
            <a:extLst>
              <a:ext uri="{FF2B5EF4-FFF2-40B4-BE49-F238E27FC236}">
                <a16:creationId xmlns:a16="http://schemas.microsoft.com/office/drawing/2014/main" id="{A6AC7960-6A28-F558-6714-30BA4AA215B8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0B647211-27A7-4468-08DF-22C18C2291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BF32276E-1DFE-38B3-513D-0F956126AE1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25" name="Media Placeholder 24">
            <a:extLst>
              <a:ext uri="{FF2B5EF4-FFF2-40B4-BE49-F238E27FC236}">
                <a16:creationId xmlns:a16="http://schemas.microsoft.com/office/drawing/2014/main" id="{D3D19B6A-3CBC-FBAD-1245-E94A1CE9BE33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3568700" y="638175"/>
            <a:ext cx="8623300" cy="47783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960A8E-D9CE-F4C8-BB42-4599BB2FF0B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6603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pward Grow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Csoportba foglalás 12">
            <a:extLst>
              <a:ext uri="{FF2B5EF4-FFF2-40B4-BE49-F238E27FC236}">
                <a16:creationId xmlns:a16="http://schemas.microsoft.com/office/drawing/2014/main" id="{8D40BAF4-9BDC-2B3C-4C1C-7C474C9BB183}"/>
              </a:ext>
            </a:extLst>
          </p:cNvPr>
          <p:cNvGrpSpPr/>
          <p:nvPr userDrawn="1"/>
        </p:nvGrpSpPr>
        <p:grpSpPr>
          <a:xfrm>
            <a:off x="3671887" y="0"/>
            <a:ext cx="8520113" cy="6858000"/>
            <a:chOff x="3671888" y="0"/>
            <a:chExt cx="8520113" cy="6858000"/>
          </a:xfrm>
        </p:grpSpPr>
        <p:pic>
          <p:nvPicPr>
            <p:cNvPr id="17" name="Picture 15">
              <a:extLst>
                <a:ext uri="{FF2B5EF4-FFF2-40B4-BE49-F238E27FC236}">
                  <a16:creationId xmlns:a16="http://schemas.microsoft.com/office/drawing/2014/main" id="{8BB2A13D-271D-1C57-3EB0-3E65C06647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671889" y="0"/>
              <a:ext cx="8520112" cy="6858000"/>
            </a:xfrm>
            <a:prstGeom prst="rect">
              <a:avLst/>
            </a:prstGeom>
          </p:spPr>
        </p:pic>
        <p:sp>
          <p:nvSpPr>
            <p:cNvPr id="18" name="Rectangle 5">
              <a:extLst>
                <a:ext uri="{FF2B5EF4-FFF2-40B4-BE49-F238E27FC236}">
                  <a16:creationId xmlns:a16="http://schemas.microsoft.com/office/drawing/2014/main" id="{2452B415-3CCE-D2DB-FB7A-5C65F9CB5983}"/>
                </a:ext>
              </a:extLst>
            </p:cNvPr>
            <p:cNvSpPr/>
            <p:nvPr/>
          </p:nvSpPr>
          <p:spPr>
            <a:xfrm flipH="1">
              <a:off x="3671888" y="0"/>
              <a:ext cx="8520112" cy="6858000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75000"/>
                  </a:srgbClr>
                </a:gs>
                <a:gs pos="100000">
                  <a:srgbClr val="FFFFFF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cxnSp>
        <p:nvCxnSpPr>
          <p:cNvPr id="36" name="Straight Connector 6">
            <a:extLst>
              <a:ext uri="{FF2B5EF4-FFF2-40B4-BE49-F238E27FC236}">
                <a16:creationId xmlns:a16="http://schemas.microsoft.com/office/drawing/2014/main" id="{3CC75229-93A9-8E29-B265-1089295364A8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cxnSp>
        <p:nvCxnSpPr>
          <p:cNvPr id="38" name="Straight Connector 6">
            <a:extLst>
              <a:ext uri="{FF2B5EF4-FFF2-40B4-BE49-F238E27FC236}">
                <a16:creationId xmlns:a16="http://schemas.microsoft.com/office/drawing/2014/main" id="{B68A5179-59BC-95C5-1232-C0EF31D1C64D}"/>
              </a:ext>
            </a:extLst>
          </p:cNvPr>
          <p:cNvCxnSpPr>
            <a:cxnSpLocks/>
          </p:cNvCxnSpPr>
          <p:nvPr userDrawn="1"/>
        </p:nvCxnSpPr>
        <p:spPr>
          <a:xfrm flipH="1">
            <a:off x="4030789" y="5648325"/>
            <a:ext cx="1728000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1" name="Straight Connector 6">
            <a:extLst>
              <a:ext uri="{FF2B5EF4-FFF2-40B4-BE49-F238E27FC236}">
                <a16:creationId xmlns:a16="http://schemas.microsoft.com/office/drawing/2014/main" id="{C9535F38-E787-9DAD-E673-EFBB6394FC2D}"/>
              </a:ext>
            </a:extLst>
          </p:cNvPr>
          <p:cNvCxnSpPr>
            <a:cxnSpLocks/>
          </p:cNvCxnSpPr>
          <p:nvPr userDrawn="1"/>
        </p:nvCxnSpPr>
        <p:spPr>
          <a:xfrm flipH="1">
            <a:off x="5170318" y="4735012"/>
            <a:ext cx="1728000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4" name="Straight Connector 6">
            <a:extLst>
              <a:ext uri="{FF2B5EF4-FFF2-40B4-BE49-F238E27FC236}">
                <a16:creationId xmlns:a16="http://schemas.microsoft.com/office/drawing/2014/main" id="{5AD0859E-BF28-8885-656B-C23C05D76C84}"/>
              </a:ext>
            </a:extLst>
          </p:cNvPr>
          <p:cNvCxnSpPr>
            <a:cxnSpLocks/>
          </p:cNvCxnSpPr>
          <p:nvPr userDrawn="1"/>
        </p:nvCxnSpPr>
        <p:spPr>
          <a:xfrm flipH="1">
            <a:off x="6309847" y="3821697"/>
            <a:ext cx="1728000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7" name="Straight Connector 6">
            <a:extLst>
              <a:ext uri="{FF2B5EF4-FFF2-40B4-BE49-F238E27FC236}">
                <a16:creationId xmlns:a16="http://schemas.microsoft.com/office/drawing/2014/main" id="{8867D8EC-FFE9-A476-0C69-07C929B85979}"/>
              </a:ext>
            </a:extLst>
          </p:cNvPr>
          <p:cNvCxnSpPr>
            <a:cxnSpLocks/>
          </p:cNvCxnSpPr>
          <p:nvPr userDrawn="1"/>
        </p:nvCxnSpPr>
        <p:spPr>
          <a:xfrm flipH="1">
            <a:off x="7449376" y="2908382"/>
            <a:ext cx="1728000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1" name="Straight Connector 6">
            <a:extLst>
              <a:ext uri="{FF2B5EF4-FFF2-40B4-BE49-F238E27FC236}">
                <a16:creationId xmlns:a16="http://schemas.microsoft.com/office/drawing/2014/main" id="{7A2F4EE3-2443-836B-F06E-DCCD55C82F13}"/>
              </a:ext>
            </a:extLst>
          </p:cNvPr>
          <p:cNvCxnSpPr>
            <a:cxnSpLocks/>
          </p:cNvCxnSpPr>
          <p:nvPr userDrawn="1"/>
        </p:nvCxnSpPr>
        <p:spPr>
          <a:xfrm flipH="1">
            <a:off x="8588906" y="1995067"/>
            <a:ext cx="1728000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53" name="Text Placeholder 9">
            <a:extLst>
              <a:ext uri="{FF2B5EF4-FFF2-40B4-BE49-F238E27FC236}">
                <a16:creationId xmlns:a16="http://schemas.microsoft.com/office/drawing/2014/main" id="{410B011C-A24D-E6D4-C2F1-49248AB5D3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4" name="Text Placeholder 9">
            <a:extLst>
              <a:ext uri="{FF2B5EF4-FFF2-40B4-BE49-F238E27FC236}">
                <a16:creationId xmlns:a16="http://schemas.microsoft.com/office/drawing/2014/main" id="{477A45BD-756C-C819-64A7-EBC4E4D398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55" name="Text Placeholder 20">
            <a:extLst>
              <a:ext uri="{FF2B5EF4-FFF2-40B4-BE49-F238E27FC236}">
                <a16:creationId xmlns:a16="http://schemas.microsoft.com/office/drawing/2014/main" id="{18D3C8D3-C83A-E705-CC7D-A7382F033F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7108" y="4503237"/>
            <a:ext cx="1452043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56" name="Text Placeholder 20">
            <a:extLst>
              <a:ext uri="{FF2B5EF4-FFF2-40B4-BE49-F238E27FC236}">
                <a16:creationId xmlns:a16="http://schemas.microsoft.com/office/drawing/2014/main" id="{22959BE4-5D3D-C245-5A2C-82A8077AC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05133" y="3589922"/>
            <a:ext cx="1452043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57" name="Text Placeholder 20">
            <a:extLst>
              <a:ext uri="{FF2B5EF4-FFF2-40B4-BE49-F238E27FC236}">
                <a16:creationId xmlns:a16="http://schemas.microsoft.com/office/drawing/2014/main" id="{F65DEF95-2D18-7907-D4E8-D731BEEA59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43158" y="2676607"/>
            <a:ext cx="1452043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58" name="Text Placeholder 20">
            <a:extLst>
              <a:ext uri="{FF2B5EF4-FFF2-40B4-BE49-F238E27FC236}">
                <a16:creationId xmlns:a16="http://schemas.microsoft.com/office/drawing/2014/main" id="{29B1716D-462F-EF16-F511-BDEE8988CF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29083" y="5416550"/>
            <a:ext cx="1452043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59" name="Text Placeholder 20">
            <a:extLst>
              <a:ext uri="{FF2B5EF4-FFF2-40B4-BE49-F238E27FC236}">
                <a16:creationId xmlns:a16="http://schemas.microsoft.com/office/drawing/2014/main" id="{6996E84A-C1FE-088E-E227-6903785AC2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81182" y="1763292"/>
            <a:ext cx="1452043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289D44D4-D27D-98A7-CD6C-FDD75357B8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88906" y="1392451"/>
            <a:ext cx="1549152" cy="261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</a:defRPr>
            </a:lvl1pPr>
          </a:lstStyle>
          <a:p>
            <a:pPr marL="228600" marR="0" lvl="0" indent="-2286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Click to add text</a:t>
            </a:r>
            <a:endParaRPr kumimoji="0" lang="en-GB" sz="1400" b="1" i="0" u="none" strike="noStrike" kern="0" cap="none" spc="0" normalizeH="0" baseline="0" noProof="0">
              <a:ln>
                <a:noFill/>
              </a:ln>
              <a:solidFill>
                <a:srgbClr val="D31B2C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BF161ACE-A7D2-4879-A421-9560404387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49376" y="2307060"/>
            <a:ext cx="1549152" cy="261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</a:defRPr>
            </a:lvl1pPr>
          </a:lstStyle>
          <a:p>
            <a:pPr marL="228600" marR="0" lvl="0" indent="-2286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Click to add text</a:t>
            </a:r>
            <a:endParaRPr kumimoji="0" lang="en-GB" sz="1400" b="1" i="0" u="none" strike="noStrike" kern="0" cap="none" spc="0" normalizeH="0" baseline="0" noProof="0">
              <a:ln>
                <a:noFill/>
              </a:ln>
              <a:solidFill>
                <a:srgbClr val="D31B2C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87019DFC-8643-C17C-2839-4749F301553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09847" y="3220695"/>
            <a:ext cx="1549152" cy="261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</a:defRPr>
            </a:lvl1pPr>
          </a:lstStyle>
          <a:p>
            <a:pPr marL="228600" marR="0" lvl="0" indent="-2286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Click to add text</a:t>
            </a:r>
            <a:endParaRPr kumimoji="0" lang="en-GB" sz="1400" b="1" i="0" u="none" strike="noStrike" kern="0" cap="none" spc="0" normalizeH="0" baseline="0" noProof="0">
              <a:ln>
                <a:noFill/>
              </a:ln>
              <a:solidFill>
                <a:srgbClr val="D31B2C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AB73A8AD-C6DC-DF49-CE52-FE6570F7079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70318" y="4135582"/>
            <a:ext cx="1549152" cy="261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</a:defRPr>
            </a:lvl1pPr>
          </a:lstStyle>
          <a:p>
            <a:pPr marL="228600" marR="0" lvl="0" indent="-2286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Click to add text</a:t>
            </a:r>
            <a:endParaRPr kumimoji="0" lang="en-GB" sz="1400" b="1" i="0" u="none" strike="noStrike" kern="0" cap="none" spc="0" normalizeH="0" baseline="0" noProof="0">
              <a:ln>
                <a:noFill/>
              </a:ln>
              <a:solidFill>
                <a:srgbClr val="D31B2C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04099957-5E93-9435-5CB7-1E5ECF9058A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030789" y="5048894"/>
            <a:ext cx="1549152" cy="261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</a:defRPr>
            </a:lvl1pPr>
          </a:lstStyle>
          <a:p>
            <a:pPr marL="228600" marR="0" lvl="0" indent="-2286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Click to add text</a:t>
            </a:r>
            <a:endParaRPr kumimoji="0" lang="en-GB" sz="1400" b="1" i="0" u="none" strike="noStrike" kern="0" cap="none" spc="0" normalizeH="0" baseline="0" noProof="0">
              <a:ln>
                <a:noFill/>
              </a:ln>
              <a:solidFill>
                <a:srgbClr val="D31B2C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ADE510-B5C2-D73B-9DAB-82613C1454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52732433-B800-5DBD-83C3-BB04EDB47AB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30790" y="5350201"/>
            <a:ext cx="1549152" cy="26169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kumimoji="0" lang="en-US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data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2659A209-38AA-8E0D-D0B9-9CE456DA22A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70318" y="4436889"/>
            <a:ext cx="1549152" cy="26169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kumimoji="0" lang="en-US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data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00A2BE5A-EC44-FAD8-9533-252A93EA7D0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09847" y="3522002"/>
            <a:ext cx="1549152" cy="26169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kumimoji="0" lang="en-US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data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56B05D8B-26A7-7BB2-0D70-D7C5323649D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49376" y="2608367"/>
            <a:ext cx="1549152" cy="26169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kumimoji="0" lang="en-US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data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DA50CE73-0202-903B-56A5-5B6F392100F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588906" y="1693758"/>
            <a:ext cx="1549152" cy="26169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kumimoji="0" lang="en-US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data</a:t>
            </a:r>
          </a:p>
        </p:txBody>
      </p:sp>
    </p:spTree>
    <p:extLst>
      <p:ext uri="{BB962C8B-B14F-4D97-AF65-F5344CB8AC3E}">
        <p14:creationId xmlns:p14="http://schemas.microsoft.com/office/powerpoint/2010/main" val="42047918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C8C482-F4F5-509E-A011-67903966AD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4560" y="-1"/>
            <a:ext cx="12261120" cy="6858001"/>
          </a:xfrm>
          <a:prstGeom prst="rect">
            <a:avLst/>
          </a:prstGeom>
        </p:spPr>
      </p:pic>
      <p:cxnSp>
        <p:nvCxnSpPr>
          <p:cNvPr id="29" name="Straight Connector 6">
            <a:extLst>
              <a:ext uri="{FF2B5EF4-FFF2-40B4-BE49-F238E27FC236}">
                <a16:creationId xmlns:a16="http://schemas.microsoft.com/office/drawing/2014/main" id="{8C8588E8-7B6E-11AC-5B2E-56FF611054EA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cxnSp>
        <p:nvCxnSpPr>
          <p:cNvPr id="37" name="Straight Connector 6">
            <a:extLst>
              <a:ext uri="{FF2B5EF4-FFF2-40B4-BE49-F238E27FC236}">
                <a16:creationId xmlns:a16="http://schemas.microsoft.com/office/drawing/2014/main" id="{B1195CEB-B743-65BA-6A61-DAC96B21AFB3}"/>
              </a:ext>
            </a:extLst>
          </p:cNvPr>
          <p:cNvCxnSpPr>
            <a:cxnSpLocks/>
          </p:cNvCxnSpPr>
          <p:nvPr userDrawn="1"/>
        </p:nvCxnSpPr>
        <p:spPr>
          <a:xfrm>
            <a:off x="1403351" y="3241717"/>
            <a:ext cx="0" cy="158400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9" name="Straight Connector 6">
            <a:extLst>
              <a:ext uri="{FF2B5EF4-FFF2-40B4-BE49-F238E27FC236}">
                <a16:creationId xmlns:a16="http://schemas.microsoft.com/office/drawing/2014/main" id="{F12E89CE-E39B-B436-93EE-5FC42A636C45}"/>
              </a:ext>
            </a:extLst>
          </p:cNvPr>
          <p:cNvCxnSpPr>
            <a:cxnSpLocks/>
          </p:cNvCxnSpPr>
          <p:nvPr userDrawn="1"/>
        </p:nvCxnSpPr>
        <p:spPr>
          <a:xfrm>
            <a:off x="3340101" y="2116839"/>
            <a:ext cx="0" cy="158400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3" name="Straight Connector 6">
            <a:extLst>
              <a:ext uri="{FF2B5EF4-FFF2-40B4-BE49-F238E27FC236}">
                <a16:creationId xmlns:a16="http://schemas.microsoft.com/office/drawing/2014/main" id="{B79360FC-4B9C-9A45-6C0D-781C5AD2E0A0}"/>
              </a:ext>
            </a:extLst>
          </p:cNvPr>
          <p:cNvCxnSpPr>
            <a:cxnSpLocks/>
          </p:cNvCxnSpPr>
          <p:nvPr userDrawn="1"/>
        </p:nvCxnSpPr>
        <p:spPr>
          <a:xfrm>
            <a:off x="7220649" y="2116839"/>
            <a:ext cx="0" cy="158400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0" name="Straight Connector 6">
            <a:extLst>
              <a:ext uri="{FF2B5EF4-FFF2-40B4-BE49-F238E27FC236}">
                <a16:creationId xmlns:a16="http://schemas.microsoft.com/office/drawing/2014/main" id="{6749B2FF-FEA1-75DE-6DE8-52DD34D7CB23}"/>
              </a:ext>
            </a:extLst>
          </p:cNvPr>
          <p:cNvCxnSpPr>
            <a:cxnSpLocks/>
          </p:cNvCxnSpPr>
          <p:nvPr userDrawn="1"/>
        </p:nvCxnSpPr>
        <p:spPr>
          <a:xfrm>
            <a:off x="5275629" y="3241717"/>
            <a:ext cx="0" cy="158400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pic>
        <p:nvPicPr>
          <p:cNvPr id="52" name="Graphic 51">
            <a:extLst>
              <a:ext uri="{FF2B5EF4-FFF2-40B4-BE49-F238E27FC236}">
                <a16:creationId xmlns:a16="http://schemas.microsoft.com/office/drawing/2014/main" id="{DDF9F73A-2BB1-11AC-D7DC-8E682A999F7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0042" y="3228151"/>
            <a:ext cx="443132" cy="443132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7DF45286-4033-ECBD-8305-6532033C97B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7943" y="3228151"/>
            <a:ext cx="443132" cy="443132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D869D634-1B9B-198D-22B0-DE3F27B6B34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0590" y="3228151"/>
            <a:ext cx="443132" cy="443132"/>
          </a:xfrm>
          <a:prstGeom prst="rect">
            <a:avLst/>
          </a:prstGeom>
        </p:spPr>
      </p:pic>
      <p:cxnSp>
        <p:nvCxnSpPr>
          <p:cNvPr id="69" name="Straight Connector 6">
            <a:extLst>
              <a:ext uri="{FF2B5EF4-FFF2-40B4-BE49-F238E27FC236}">
                <a16:creationId xmlns:a16="http://schemas.microsoft.com/office/drawing/2014/main" id="{56FC5507-FF2D-5DDA-4DAD-6EF721AF7665}"/>
              </a:ext>
            </a:extLst>
          </p:cNvPr>
          <p:cNvCxnSpPr>
            <a:cxnSpLocks/>
          </p:cNvCxnSpPr>
          <p:nvPr userDrawn="1"/>
        </p:nvCxnSpPr>
        <p:spPr>
          <a:xfrm>
            <a:off x="9147907" y="3241717"/>
            <a:ext cx="0" cy="158400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pic>
        <p:nvPicPr>
          <p:cNvPr id="70" name="Graphic 69">
            <a:extLst>
              <a:ext uri="{FF2B5EF4-FFF2-40B4-BE49-F238E27FC236}">
                <a16:creationId xmlns:a16="http://schemas.microsoft.com/office/drawing/2014/main" id="{191A530B-2838-7877-F23A-D307CD63FCB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34356" y="3228151"/>
            <a:ext cx="443132" cy="443132"/>
          </a:xfrm>
          <a:prstGeom prst="rect">
            <a:avLst/>
          </a:prstGeom>
        </p:spPr>
      </p:pic>
      <p:sp>
        <p:nvSpPr>
          <p:cNvPr id="74" name="Text Placeholder 20">
            <a:extLst>
              <a:ext uri="{FF2B5EF4-FFF2-40B4-BE49-F238E27FC236}">
                <a16:creationId xmlns:a16="http://schemas.microsoft.com/office/drawing/2014/main" id="{B454D3A7-BBA4-2D6C-631F-BF0D5E6FF3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51665" y="3237027"/>
            <a:ext cx="1314600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75" name="Text Placeholder 20">
            <a:extLst>
              <a:ext uri="{FF2B5EF4-FFF2-40B4-BE49-F238E27FC236}">
                <a16:creationId xmlns:a16="http://schemas.microsoft.com/office/drawing/2014/main" id="{6DBC1C57-5AA5-A9D1-AEAE-0BA514646C9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11391" y="3237027"/>
            <a:ext cx="1314600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76" name="Text Placeholder 20">
            <a:extLst>
              <a:ext uri="{FF2B5EF4-FFF2-40B4-BE49-F238E27FC236}">
                <a16:creationId xmlns:a16="http://schemas.microsoft.com/office/drawing/2014/main" id="{B1A1ED69-6E85-2C8D-DF6E-BC2976FB3C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71117" y="3237027"/>
            <a:ext cx="1314600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77" name="Text Placeholder 20">
            <a:extLst>
              <a:ext uri="{FF2B5EF4-FFF2-40B4-BE49-F238E27FC236}">
                <a16:creationId xmlns:a16="http://schemas.microsoft.com/office/drawing/2014/main" id="{F57DDB91-1EED-486C-B642-3191207A69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91938" y="3237027"/>
            <a:ext cx="1314600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78" name="Text Placeholder 20">
            <a:extLst>
              <a:ext uri="{FF2B5EF4-FFF2-40B4-BE49-F238E27FC236}">
                <a16:creationId xmlns:a16="http://schemas.microsoft.com/office/drawing/2014/main" id="{B61D4CD1-CB0D-81AA-7125-655E67B9DB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323943" y="3237027"/>
            <a:ext cx="1314600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XXXX</a:t>
            </a:r>
            <a:endParaRPr lang="ru-RU"/>
          </a:p>
        </p:txBody>
      </p:sp>
      <p:sp>
        <p:nvSpPr>
          <p:cNvPr id="84" name="Text Placeholder 9">
            <a:extLst>
              <a:ext uri="{FF2B5EF4-FFF2-40B4-BE49-F238E27FC236}">
                <a16:creationId xmlns:a16="http://schemas.microsoft.com/office/drawing/2014/main" id="{1FF4B8E0-0A9C-9EF4-CFB3-5D3BE0E4DF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390557"/>
            <a:ext cx="11067508" cy="46628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352254-F992-2F6E-3AD4-983F921436D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4ECB36-CDF7-EF46-8EFF-53B70A45ECC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71625" y="3943350"/>
            <a:ext cx="1549400" cy="83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4689618-7B8C-8000-6711-409AB85C789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3394" y="3943350"/>
            <a:ext cx="1549400" cy="83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C793FE6-1D0E-F677-EB71-B4FBEB21775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15672" y="3943350"/>
            <a:ext cx="1549400" cy="83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03F83DA-1805-9C92-042F-87F27DE0B1C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391938" y="2138231"/>
            <a:ext cx="1549400" cy="8397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4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C0F6B73-E1B8-ABC8-B6EA-AC76220F752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11390" y="2138231"/>
            <a:ext cx="1549400" cy="8397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4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934705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Artic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0">
            <a:extLst>
              <a:ext uri="{FF2B5EF4-FFF2-40B4-BE49-F238E27FC236}">
                <a16:creationId xmlns:a16="http://schemas.microsoft.com/office/drawing/2014/main" id="{78225C66-E24B-8066-1E58-259499CA7A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cxnSp>
        <p:nvCxnSpPr>
          <p:cNvPr id="19" name="Straight Connector 6">
            <a:extLst>
              <a:ext uri="{FF2B5EF4-FFF2-40B4-BE49-F238E27FC236}">
                <a16:creationId xmlns:a16="http://schemas.microsoft.com/office/drawing/2014/main" id="{226F56A5-1694-58BD-C88E-7267B7943F8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49F2F9EE-EDD0-4080-ACB4-C748B4B3053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390557"/>
            <a:ext cx="11067508" cy="46628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28FA3FD8-2EC8-A85D-EC58-CA4693E79B3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62000" y="2279650"/>
            <a:ext cx="3317875" cy="33686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screenshot</a:t>
            </a:r>
            <a:endParaRPr lang="ru-RU"/>
          </a:p>
        </p:txBody>
      </p:sp>
      <p:sp>
        <p:nvSpPr>
          <p:cNvPr id="28" name="Picture Placeholder 26">
            <a:extLst>
              <a:ext uri="{FF2B5EF4-FFF2-40B4-BE49-F238E27FC236}">
                <a16:creationId xmlns:a16="http://schemas.microsoft.com/office/drawing/2014/main" id="{08FF9FAA-034B-C0DE-ECA3-BD1D29013A5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32275" y="2279650"/>
            <a:ext cx="3317875" cy="33686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screenshot</a:t>
            </a:r>
            <a:endParaRPr lang="ru-RU"/>
          </a:p>
        </p:txBody>
      </p:sp>
      <p:sp>
        <p:nvSpPr>
          <p:cNvPr id="29" name="Picture Placeholder 26">
            <a:extLst>
              <a:ext uri="{FF2B5EF4-FFF2-40B4-BE49-F238E27FC236}">
                <a16:creationId xmlns:a16="http://schemas.microsoft.com/office/drawing/2014/main" id="{4FA34BCA-F6CD-AB9B-E05D-D3697615BBA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02550" y="2279650"/>
            <a:ext cx="3317875" cy="33686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screenshot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B1A329-42D1-4EEC-358A-4F74E6F841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1791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Kép 10">
            <a:extLst>
              <a:ext uri="{FF2B5EF4-FFF2-40B4-BE49-F238E27FC236}">
                <a16:creationId xmlns:a16="http://schemas.microsoft.com/office/drawing/2014/main" id="{671BEAAE-B57C-84B0-FBA1-23C72F876A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1997" cy="6857998"/>
          </a:xfrm>
          <a:prstGeom prst="rect">
            <a:avLst/>
          </a:prstGeom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24B9111F-B51B-0432-F798-D87298509910}"/>
              </a:ext>
            </a:extLst>
          </p:cNvPr>
          <p:cNvSpPr/>
          <p:nvPr userDrawn="1"/>
        </p:nvSpPr>
        <p:spPr>
          <a:xfrm>
            <a:off x="0" y="0"/>
            <a:ext cx="12222208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90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24" name="Straight Connector 6">
            <a:extLst>
              <a:ext uri="{FF2B5EF4-FFF2-40B4-BE49-F238E27FC236}">
                <a16:creationId xmlns:a16="http://schemas.microsoft.com/office/drawing/2014/main" id="{C9DC2785-C2A3-AFFE-F772-82F55211BC2C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pic>
        <p:nvPicPr>
          <p:cNvPr id="29" name="Picture 28" descr="A black and white logo&#10;&#10;Description automatically generated">
            <a:extLst>
              <a:ext uri="{FF2B5EF4-FFF2-40B4-BE49-F238E27FC236}">
                <a16:creationId xmlns:a16="http://schemas.microsoft.com/office/drawing/2014/main" id="{3C143C44-1C5C-7CB4-970C-B5C565D3E60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0860" y="5795963"/>
            <a:ext cx="1125023" cy="867508"/>
          </a:xfrm>
          <a:prstGeom prst="rect">
            <a:avLst/>
          </a:prstGeom>
        </p:spPr>
      </p:pic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D5B5BD2B-6C85-378A-4965-5EAAFB939E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4B713851-CD74-5687-85A4-D181C6C258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568713" y="2783136"/>
            <a:ext cx="4269600" cy="28336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37" name="Picture Placeholder 35">
            <a:extLst>
              <a:ext uri="{FF2B5EF4-FFF2-40B4-BE49-F238E27FC236}">
                <a16:creationId xmlns:a16="http://schemas.microsoft.com/office/drawing/2014/main" id="{F307ADAF-2C8A-8CD5-4AD4-EC05A37B58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06213" y="-2"/>
            <a:ext cx="2833200" cy="26892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E94AB0D2-030D-CCA7-18E7-2D5CE8A7FB3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36494" y="541192"/>
            <a:ext cx="2833200" cy="3538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39" name="Picture Placeholder 35">
            <a:extLst>
              <a:ext uri="{FF2B5EF4-FFF2-40B4-BE49-F238E27FC236}">
                <a16:creationId xmlns:a16="http://schemas.microsoft.com/office/drawing/2014/main" id="{F0FAB336-7487-B694-0668-24C908FA390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36493" y="4167949"/>
            <a:ext cx="2833200" cy="26892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44BFE883-979C-2E8D-79D1-94C28D5619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00565" y="2063080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ru-RU" dirty="0"/>
            </a:lvl5pPr>
          </a:lstStyle>
          <a:p>
            <a: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Click to add name</a:t>
            </a:r>
          </a:p>
        </p:txBody>
      </p:sp>
      <p:sp>
        <p:nvSpPr>
          <p:cNvPr id="42" name="Text Placeholder 40">
            <a:extLst>
              <a:ext uri="{FF2B5EF4-FFF2-40B4-BE49-F238E27FC236}">
                <a16:creationId xmlns:a16="http://schemas.microsoft.com/office/drawing/2014/main" id="{77C748F4-093B-DDA0-6540-7073993BEA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00565" y="2379321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kumimoji="0" lang="en-US" sz="1400" b="0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ru-RU" dirty="0"/>
            </a:lvl5pPr>
          </a:lstStyle>
          <a:p>
            <a: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Click to add title</a:t>
            </a:r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983EF415-FCA1-8755-F7AB-BEC4E53812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5310" y="4992805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ru-RU" dirty="0"/>
            </a:lvl5pPr>
          </a:lstStyle>
          <a:p>
            <a: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Click to add name</a:t>
            </a:r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68F2D69F-A53F-BA07-94DB-BADE88ADA8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5310" y="5309046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kumimoji="0" lang="en-US" sz="1400" b="0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ru-RU" dirty="0"/>
            </a:lvl5pPr>
          </a:lstStyle>
          <a:p>
            <a: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Click to add title</a:t>
            </a:r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4CD8C29E-5D53-10DA-0E3D-185476D27F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773282" y="3455942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ru-RU" dirty="0"/>
            </a:lvl5pPr>
          </a:lstStyle>
          <a:p>
            <a: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Click to add name</a:t>
            </a:r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C48E698A-6EB3-E429-E83E-9D1BDE6C250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73282" y="3772183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>
              <a:defRPr kumimoji="0" lang="en-US" sz="1400" b="0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ru-RU" dirty="0"/>
            </a:lvl5pPr>
          </a:lstStyle>
          <a:p>
            <a: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Click to add title</a:t>
            </a:r>
          </a:p>
        </p:txBody>
      </p:sp>
      <p:sp>
        <p:nvSpPr>
          <p:cNvPr id="50" name="Text Placeholder 40">
            <a:extLst>
              <a:ext uri="{FF2B5EF4-FFF2-40B4-BE49-F238E27FC236}">
                <a16:creationId xmlns:a16="http://schemas.microsoft.com/office/drawing/2014/main" id="{4EA65AA8-0960-853B-DB4D-A45CD9AC54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773282" y="4167917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ru-RU" dirty="0"/>
            </a:lvl5pPr>
          </a:lstStyle>
          <a:p>
            <a: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Click to add name</a:t>
            </a:r>
          </a:p>
        </p:txBody>
      </p:sp>
      <p:sp>
        <p:nvSpPr>
          <p:cNvPr id="51" name="Text Placeholder 40">
            <a:extLst>
              <a:ext uri="{FF2B5EF4-FFF2-40B4-BE49-F238E27FC236}">
                <a16:creationId xmlns:a16="http://schemas.microsoft.com/office/drawing/2014/main" id="{6ECF0C0F-442C-F1CE-EC17-6BE8C8CAFAB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73282" y="4484158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>
              <a:defRPr kumimoji="0" lang="en-US" sz="1400" b="0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ru-RU" dirty="0"/>
            </a:lvl5pPr>
          </a:lstStyle>
          <a:p>
            <a: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1A438C-D4F2-CEF7-4317-A748A305D6A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41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Kép 10">
            <a:extLst>
              <a:ext uri="{FF2B5EF4-FFF2-40B4-BE49-F238E27FC236}">
                <a16:creationId xmlns:a16="http://schemas.microsoft.com/office/drawing/2014/main" id="{2C78654A-11B2-4311-0F6C-15C51C0596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1997" cy="6857998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B5A5225F-8206-C319-2871-548A3E52AD74}"/>
              </a:ext>
            </a:extLst>
          </p:cNvPr>
          <p:cNvSpPr/>
          <p:nvPr userDrawn="1"/>
        </p:nvSpPr>
        <p:spPr>
          <a:xfrm>
            <a:off x="0" y="0"/>
            <a:ext cx="12222208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90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6100D2-E897-8CAC-268C-43A13F721F6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  <p:cxnSp>
        <p:nvCxnSpPr>
          <p:cNvPr id="17" name="Straight Connector 6">
            <a:extLst>
              <a:ext uri="{FF2B5EF4-FFF2-40B4-BE49-F238E27FC236}">
                <a16:creationId xmlns:a16="http://schemas.microsoft.com/office/drawing/2014/main" id="{B448AE36-6F8A-4854-1A52-08926C975272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261A3653-6986-8EFF-33AF-D8690E1FC0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65717" y="1016608"/>
            <a:ext cx="2038598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1" name="Picture Placeholder 35">
            <a:extLst>
              <a:ext uri="{FF2B5EF4-FFF2-40B4-BE49-F238E27FC236}">
                <a16:creationId xmlns:a16="http://schemas.microsoft.com/office/drawing/2014/main" id="{5659E202-C345-6E82-4C60-27437688B83B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3120336" y="341888"/>
            <a:ext cx="2448000" cy="244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32" name="Picture Placeholder 35">
            <a:extLst>
              <a:ext uri="{FF2B5EF4-FFF2-40B4-BE49-F238E27FC236}">
                <a16:creationId xmlns:a16="http://schemas.microsoft.com/office/drawing/2014/main" id="{47444E3B-BDAA-08C2-B296-2ACEE3E16E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00433" y="341888"/>
            <a:ext cx="2448000" cy="244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33" name="Picture Placeholder 35">
            <a:extLst>
              <a:ext uri="{FF2B5EF4-FFF2-40B4-BE49-F238E27FC236}">
                <a16:creationId xmlns:a16="http://schemas.microsoft.com/office/drawing/2014/main" id="{58494B3E-66E1-D0CC-925A-607815755EB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00433" y="2871082"/>
            <a:ext cx="2448000" cy="306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35" name="Picture Placeholder 35">
            <a:extLst>
              <a:ext uri="{FF2B5EF4-FFF2-40B4-BE49-F238E27FC236}">
                <a16:creationId xmlns:a16="http://schemas.microsoft.com/office/drawing/2014/main" id="{90CF83ED-945B-4DF1-AE5E-9093FB7F35E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653515" y="932538"/>
            <a:ext cx="2448000" cy="306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0" name="Picture Placeholder 35">
            <a:extLst>
              <a:ext uri="{FF2B5EF4-FFF2-40B4-BE49-F238E27FC236}">
                <a16:creationId xmlns:a16="http://schemas.microsoft.com/office/drawing/2014/main" id="{5B2AE6DE-63FE-B356-0DE7-941CE2DCDD8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653514" y="4067809"/>
            <a:ext cx="2448000" cy="244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3" name="Picture Placeholder 35">
            <a:extLst>
              <a:ext uri="{FF2B5EF4-FFF2-40B4-BE49-F238E27FC236}">
                <a16:creationId xmlns:a16="http://schemas.microsoft.com/office/drawing/2014/main" id="{54B82493-041F-0034-4BBA-89B952E67B3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878283" y="2871082"/>
            <a:ext cx="3690000" cy="244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45292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Kép 10">
            <a:extLst>
              <a:ext uri="{FF2B5EF4-FFF2-40B4-BE49-F238E27FC236}">
                <a16:creationId xmlns:a16="http://schemas.microsoft.com/office/drawing/2014/main" id="{2812BE46-8470-B5F3-E2D4-1FAC792725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1997" cy="6857998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0CD124B2-BFEC-435B-03E1-949D89FD0E9A}"/>
              </a:ext>
            </a:extLst>
          </p:cNvPr>
          <p:cNvSpPr/>
          <p:nvPr userDrawn="1"/>
        </p:nvSpPr>
        <p:spPr>
          <a:xfrm>
            <a:off x="0" y="0"/>
            <a:ext cx="12222208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90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B5FE17-5EAA-D735-AF61-433BB4766C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  <p:cxnSp>
        <p:nvCxnSpPr>
          <p:cNvPr id="22" name="Straight Connector 6">
            <a:extLst>
              <a:ext uri="{FF2B5EF4-FFF2-40B4-BE49-F238E27FC236}">
                <a16:creationId xmlns:a16="http://schemas.microsoft.com/office/drawing/2014/main" id="{ABF77D2D-A0F4-DD60-56BA-A6E1C84912B5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39" name="Text Placeholder 9">
            <a:extLst>
              <a:ext uri="{FF2B5EF4-FFF2-40B4-BE49-F238E27FC236}">
                <a16:creationId xmlns:a16="http://schemas.microsoft.com/office/drawing/2014/main" id="{046336DE-2393-6D6E-C28F-087406A66C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1" name="Picture Placeholder 35">
            <a:extLst>
              <a:ext uri="{FF2B5EF4-FFF2-40B4-BE49-F238E27FC236}">
                <a16:creationId xmlns:a16="http://schemas.microsoft.com/office/drawing/2014/main" id="{91621271-BD60-7B37-8FDE-4C0E15E798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7865" y="343886"/>
            <a:ext cx="2192400" cy="2192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2" name="Picture Placeholder 35">
            <a:extLst>
              <a:ext uri="{FF2B5EF4-FFF2-40B4-BE49-F238E27FC236}">
                <a16:creationId xmlns:a16="http://schemas.microsoft.com/office/drawing/2014/main" id="{19139D78-9C3B-5EA7-E2A9-6BBADC889A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98600" y="343886"/>
            <a:ext cx="2192400" cy="2192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4" name="Picture Placeholder 35">
            <a:extLst>
              <a:ext uri="{FF2B5EF4-FFF2-40B4-BE49-F238E27FC236}">
                <a16:creationId xmlns:a16="http://schemas.microsoft.com/office/drawing/2014/main" id="{8B3AEE91-376D-FC79-3AF3-70C8CC9F387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17079" y="0"/>
            <a:ext cx="2192400" cy="253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5" name="Picture Placeholder 35">
            <a:extLst>
              <a:ext uri="{FF2B5EF4-FFF2-40B4-BE49-F238E27FC236}">
                <a16:creationId xmlns:a16="http://schemas.microsoft.com/office/drawing/2014/main" id="{17523340-FD37-B019-42D4-7068AB68020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51596" y="2610381"/>
            <a:ext cx="2192400" cy="27396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6" name="Picture Placeholder 35">
            <a:extLst>
              <a:ext uri="{FF2B5EF4-FFF2-40B4-BE49-F238E27FC236}">
                <a16:creationId xmlns:a16="http://schemas.microsoft.com/office/drawing/2014/main" id="{8F33EC31-BDA1-42E2-836E-F9AAF86F9FF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68314" y="2610381"/>
            <a:ext cx="2192400" cy="2192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7" name="Picture Placeholder 35">
            <a:extLst>
              <a:ext uri="{FF2B5EF4-FFF2-40B4-BE49-F238E27FC236}">
                <a16:creationId xmlns:a16="http://schemas.microsoft.com/office/drawing/2014/main" id="{B2F3D44B-BD37-30A1-1C1A-A6B58997025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886474" y="2607815"/>
            <a:ext cx="3304800" cy="2192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8" name="Picture Placeholder 35">
            <a:extLst>
              <a:ext uri="{FF2B5EF4-FFF2-40B4-BE49-F238E27FC236}">
                <a16:creationId xmlns:a16="http://schemas.microsoft.com/office/drawing/2014/main" id="{966BBDDF-E313-01BD-4001-83C2DC590BC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05356" y="3980350"/>
            <a:ext cx="2192400" cy="2192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9" name="Picture Placeholder 35">
            <a:extLst>
              <a:ext uri="{FF2B5EF4-FFF2-40B4-BE49-F238E27FC236}">
                <a16:creationId xmlns:a16="http://schemas.microsoft.com/office/drawing/2014/main" id="{DEBBD689-9460-BDC4-4B82-6E8D3BFA068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887256" y="4885930"/>
            <a:ext cx="2192400" cy="1972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50" name="Picture Placeholder 35">
            <a:extLst>
              <a:ext uri="{FF2B5EF4-FFF2-40B4-BE49-F238E27FC236}">
                <a16:creationId xmlns:a16="http://schemas.microsoft.com/office/drawing/2014/main" id="{610396A7-536B-75D4-FBCC-7E7A2083F94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158156" y="4885930"/>
            <a:ext cx="3304800" cy="1972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68350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8813232-B9EE-F62B-D44D-747B8C0804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5999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BA8EA50-AB40-5166-AB83-AA011D67C853}"/>
              </a:ext>
            </a:extLst>
          </p:cNvPr>
          <p:cNvSpPr/>
          <p:nvPr userDrawn="1"/>
        </p:nvSpPr>
        <p:spPr>
          <a:xfrm>
            <a:off x="1" y="0"/>
            <a:ext cx="6095999" cy="6858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FFFFFF">
                  <a:alpha val="95000"/>
                </a:srgb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15" name="Straight Connector 6">
            <a:extLst>
              <a:ext uri="{FF2B5EF4-FFF2-40B4-BE49-F238E27FC236}">
                <a16:creationId xmlns:a16="http://schemas.microsoft.com/office/drawing/2014/main" id="{8EE7BFCA-B322-1FBD-09B9-43EBD9271F17}"/>
              </a:ext>
            </a:extLst>
          </p:cNvPr>
          <p:cNvCxnSpPr>
            <a:cxnSpLocks/>
          </p:cNvCxnSpPr>
          <p:nvPr userDrawn="1"/>
        </p:nvCxnSpPr>
        <p:spPr>
          <a:xfrm>
            <a:off x="6562861" y="1522275"/>
            <a:ext cx="0" cy="3293952"/>
          </a:xfrm>
          <a:prstGeom prst="line">
            <a:avLst/>
          </a:prstGeom>
          <a:noFill/>
          <a:ln w="635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cxnSp>
        <p:nvCxnSpPr>
          <p:cNvPr id="20" name="Straight Connector 6">
            <a:extLst>
              <a:ext uri="{FF2B5EF4-FFF2-40B4-BE49-F238E27FC236}">
                <a16:creationId xmlns:a16="http://schemas.microsoft.com/office/drawing/2014/main" id="{6C5A0DCA-AB93-9933-3A3C-78A49286243E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8AC19302-E70B-AD30-3CF9-D52B6D13D5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C715383F-8E28-D836-8661-E94C9A90B5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133FD85A-AB89-12BD-A086-3648C6D7EE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40575" y="1522275"/>
            <a:ext cx="3856063" cy="3293952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kumimoji="0" lang="en-US" sz="18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description 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D749BFD-B791-57FC-2039-B523E5730F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7121" y="1522413"/>
            <a:ext cx="1978025" cy="2263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750CD8B0-EAFD-E32F-81E7-1A2F164F5C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2709" y="4112132"/>
            <a:ext cx="2846848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kumimoji="0" lang="en-US" sz="18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0B1EE2FC-3206-1BE0-E09F-428465FF91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72709" y="4474595"/>
            <a:ext cx="2846848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kumimoji="0" lang="en-US" sz="18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96110-05ED-3AFA-A34A-2762CFE96B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3666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15">
            <a:extLst>
              <a:ext uri="{FF2B5EF4-FFF2-40B4-BE49-F238E27FC236}">
                <a16:creationId xmlns:a16="http://schemas.microsoft.com/office/drawing/2014/main" id="{5D81988E-48F2-F94B-4886-1F3512FF80A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71888" y="1"/>
            <a:ext cx="8520112" cy="6857998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550FF4C4-FE59-0C80-09FF-2D011D077120}"/>
              </a:ext>
            </a:extLst>
          </p:cNvPr>
          <p:cNvSpPr/>
          <p:nvPr userDrawn="1"/>
        </p:nvSpPr>
        <p:spPr>
          <a:xfrm flipH="1">
            <a:off x="3671887" y="1"/>
            <a:ext cx="8520112" cy="6857998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75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41" name="Straight Connector 6">
            <a:extLst>
              <a:ext uri="{FF2B5EF4-FFF2-40B4-BE49-F238E27FC236}">
                <a16:creationId xmlns:a16="http://schemas.microsoft.com/office/drawing/2014/main" id="{F68FEFB2-748C-47CC-17F8-1D9E0FD6C0E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61CA2C1-DF61-ABBB-2FFB-04C12E2D8574}"/>
              </a:ext>
            </a:extLst>
          </p:cNvPr>
          <p:cNvSpPr/>
          <p:nvPr userDrawn="1"/>
        </p:nvSpPr>
        <p:spPr>
          <a:xfrm>
            <a:off x="4657797" y="1522275"/>
            <a:ext cx="3160021" cy="3407944"/>
          </a:xfrm>
          <a:prstGeom prst="roundRect">
            <a:avLst>
              <a:gd name="adj" fmla="val 9178"/>
            </a:avLst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96747F6A-EB51-4021-3223-4CDE687CB4A2}"/>
              </a:ext>
            </a:extLst>
          </p:cNvPr>
          <p:cNvSpPr/>
          <p:nvPr userDrawn="1"/>
        </p:nvSpPr>
        <p:spPr>
          <a:xfrm>
            <a:off x="8357465" y="1522275"/>
            <a:ext cx="3160021" cy="3407944"/>
          </a:xfrm>
          <a:prstGeom prst="roundRect">
            <a:avLst>
              <a:gd name="adj" fmla="val 9178"/>
            </a:avLst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noFill/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57" name="Straight Connector 6">
            <a:extLst>
              <a:ext uri="{FF2B5EF4-FFF2-40B4-BE49-F238E27FC236}">
                <a16:creationId xmlns:a16="http://schemas.microsoft.com/office/drawing/2014/main" id="{BA37A82F-94CE-31BF-3B1A-233E2EC832D3}"/>
              </a:ext>
            </a:extLst>
          </p:cNvPr>
          <p:cNvCxnSpPr>
            <a:cxnSpLocks/>
          </p:cNvCxnSpPr>
          <p:nvPr userDrawn="1"/>
        </p:nvCxnSpPr>
        <p:spPr>
          <a:xfrm>
            <a:off x="4657797" y="1522275"/>
            <a:ext cx="0" cy="1915340"/>
          </a:xfrm>
          <a:prstGeom prst="line">
            <a:avLst/>
          </a:prstGeom>
          <a:noFill/>
          <a:ln w="635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cxnSp>
        <p:nvCxnSpPr>
          <p:cNvPr id="58" name="Straight Connector 6">
            <a:extLst>
              <a:ext uri="{FF2B5EF4-FFF2-40B4-BE49-F238E27FC236}">
                <a16:creationId xmlns:a16="http://schemas.microsoft.com/office/drawing/2014/main" id="{CA3FAC85-905E-8ADC-A12E-6671BEAF39F8}"/>
              </a:ext>
            </a:extLst>
          </p:cNvPr>
          <p:cNvCxnSpPr>
            <a:cxnSpLocks/>
          </p:cNvCxnSpPr>
          <p:nvPr userDrawn="1"/>
        </p:nvCxnSpPr>
        <p:spPr>
          <a:xfrm>
            <a:off x="8357466" y="1522275"/>
            <a:ext cx="0" cy="1915340"/>
          </a:xfrm>
          <a:prstGeom prst="line">
            <a:avLst/>
          </a:prstGeom>
          <a:noFill/>
          <a:ln w="635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59" name="Text Placeholder 9">
            <a:extLst>
              <a:ext uri="{FF2B5EF4-FFF2-40B4-BE49-F238E27FC236}">
                <a16:creationId xmlns:a16="http://schemas.microsoft.com/office/drawing/2014/main" id="{44D6C526-F726-EAF8-011C-CBD99876D1C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0" name="Text Placeholder 9">
            <a:extLst>
              <a:ext uri="{FF2B5EF4-FFF2-40B4-BE49-F238E27FC236}">
                <a16:creationId xmlns:a16="http://schemas.microsoft.com/office/drawing/2014/main" id="{19281312-0881-CA13-BABE-BD621D9DCA21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61" name="Picture Placeholder 26">
            <a:extLst>
              <a:ext uri="{FF2B5EF4-FFF2-40B4-BE49-F238E27FC236}">
                <a16:creationId xmlns:a16="http://schemas.microsoft.com/office/drawing/2014/main" id="{2C890884-8F90-1B8C-0583-701DAF17CD13}"/>
              </a:ext>
            </a:extLst>
          </p:cNvPr>
          <p:cNvSpPr>
            <a:spLocks noGrp="1"/>
          </p:cNvSpPr>
          <p:nvPr userDrawn="1">
            <p:ph type="pic" sz="quarter" idx="14"/>
          </p:nvPr>
        </p:nvSpPr>
        <p:spPr>
          <a:xfrm>
            <a:off x="4274610" y="3437616"/>
            <a:ext cx="1232782" cy="14098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5" name="Picture Placeholder 26">
            <a:extLst>
              <a:ext uri="{FF2B5EF4-FFF2-40B4-BE49-F238E27FC236}">
                <a16:creationId xmlns:a16="http://schemas.microsoft.com/office/drawing/2014/main" id="{9B4E7A95-1F7C-F4B4-24DF-04B561DB0F00}"/>
              </a:ext>
            </a:extLst>
          </p:cNvPr>
          <p:cNvSpPr>
            <a:spLocks noGrp="1"/>
          </p:cNvSpPr>
          <p:nvPr userDrawn="1">
            <p:ph type="pic" sz="quarter" idx="15"/>
          </p:nvPr>
        </p:nvSpPr>
        <p:spPr>
          <a:xfrm>
            <a:off x="7975703" y="3437616"/>
            <a:ext cx="1232782" cy="14098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1A2B5E6C-A7FA-A7BB-BAA4-F3E1FA00884C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892425" y="2184873"/>
            <a:ext cx="2690763" cy="1031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kern="1200" dirty="0" smtClean="0">
                <a:solidFill>
                  <a:schemeClr val="bg1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457200" indent="0">
              <a:buNone/>
              <a:defRPr lang="en-US" sz="1800" kern="1200" dirty="0" smtClean="0">
                <a:solidFill>
                  <a:srgbClr val="FFFFFF"/>
                </a:solidFill>
                <a:latin typeface="Lato" panose="020F0502020204030203" pitchFamily="34" charset="77"/>
                <a:ea typeface="+mn-ea"/>
                <a:cs typeface="+mn-cs"/>
              </a:defRPr>
            </a:lvl2pPr>
            <a:lvl3pPr marL="914400" indent="0">
              <a:buNone/>
              <a:defRPr lang="en-US" sz="1800" kern="1200" dirty="0" smtClean="0">
                <a:solidFill>
                  <a:srgbClr val="FFFFFF"/>
                </a:solidFill>
                <a:latin typeface="Lato" panose="020F0502020204030203" pitchFamily="34" charset="77"/>
                <a:ea typeface="+mn-ea"/>
                <a:cs typeface="+mn-cs"/>
              </a:defRPr>
            </a:lvl3pPr>
            <a:lvl4pPr marL="1371600" indent="0">
              <a:buNone/>
              <a:defRPr lang="en-US" sz="1800" kern="1200" dirty="0" smtClean="0">
                <a:solidFill>
                  <a:srgbClr val="FFFFFF"/>
                </a:solidFill>
                <a:latin typeface="Lato" panose="020F0502020204030203" pitchFamily="34" charset="77"/>
                <a:ea typeface="+mn-ea"/>
                <a:cs typeface="+mn-cs"/>
              </a:defRPr>
            </a:lvl4pPr>
            <a:lvl5pPr marL="1828800" indent="0">
              <a:buNone/>
              <a:defRPr lang="ru-RU" sz="1800" kern="1200" dirty="0">
                <a:solidFill>
                  <a:srgbClr val="FFFFFF"/>
                </a:solidFill>
                <a:latin typeface="Lato" panose="020F050202020403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  <a:endParaRPr lang="ru-RU"/>
          </a:p>
        </p:txBody>
      </p:sp>
      <p:sp>
        <p:nvSpPr>
          <p:cNvPr id="72" name="Picture Placeholder 71">
            <a:extLst>
              <a:ext uri="{FF2B5EF4-FFF2-40B4-BE49-F238E27FC236}">
                <a16:creationId xmlns:a16="http://schemas.microsoft.com/office/drawing/2014/main" id="{814A83D3-EF82-48FC-A203-17E6EE311AAA}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4892425" y="1739901"/>
            <a:ext cx="307976" cy="30840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ru-RU"/>
          </a:p>
        </p:txBody>
      </p:sp>
      <p:sp>
        <p:nvSpPr>
          <p:cNvPr id="74" name="Text Placeholder 69">
            <a:extLst>
              <a:ext uri="{FF2B5EF4-FFF2-40B4-BE49-F238E27FC236}">
                <a16:creationId xmlns:a16="http://schemas.microsoft.com/office/drawing/2014/main" id="{2F090A45-5BD6-483E-1AE9-E1541BCFA8F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92094" y="2184873"/>
            <a:ext cx="2690763" cy="1031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kern="1200" dirty="0" smtClean="0">
                <a:solidFill>
                  <a:schemeClr val="bg1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457200" indent="0">
              <a:buNone/>
              <a:defRPr lang="en-US" sz="1800" kern="1200" dirty="0" smtClean="0">
                <a:solidFill>
                  <a:srgbClr val="FFFFFF"/>
                </a:solidFill>
                <a:latin typeface="Lato" panose="020F0502020204030203" pitchFamily="34" charset="77"/>
                <a:ea typeface="+mn-ea"/>
                <a:cs typeface="+mn-cs"/>
              </a:defRPr>
            </a:lvl2pPr>
            <a:lvl3pPr marL="914400" indent="0">
              <a:buNone/>
              <a:defRPr lang="en-US" sz="1800" kern="1200" dirty="0" smtClean="0">
                <a:solidFill>
                  <a:srgbClr val="FFFFFF"/>
                </a:solidFill>
                <a:latin typeface="Lato" panose="020F0502020204030203" pitchFamily="34" charset="77"/>
                <a:ea typeface="+mn-ea"/>
                <a:cs typeface="+mn-cs"/>
              </a:defRPr>
            </a:lvl3pPr>
            <a:lvl4pPr marL="1371600" indent="0">
              <a:buNone/>
              <a:defRPr lang="en-US" sz="1800" kern="1200" dirty="0" smtClean="0">
                <a:solidFill>
                  <a:srgbClr val="FFFFFF"/>
                </a:solidFill>
                <a:latin typeface="Lato" panose="020F0502020204030203" pitchFamily="34" charset="77"/>
                <a:ea typeface="+mn-ea"/>
                <a:cs typeface="+mn-cs"/>
              </a:defRPr>
            </a:lvl4pPr>
            <a:lvl5pPr marL="1828800" indent="0">
              <a:buNone/>
              <a:defRPr lang="ru-RU" sz="1800" kern="1200" dirty="0">
                <a:solidFill>
                  <a:srgbClr val="FFFFFF"/>
                </a:solidFill>
                <a:latin typeface="Lato" panose="020F050202020403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  <a:endParaRPr lang="ru-RU"/>
          </a:p>
        </p:txBody>
      </p:sp>
      <p:sp>
        <p:nvSpPr>
          <p:cNvPr id="75" name="Picture Placeholder 71">
            <a:extLst>
              <a:ext uri="{FF2B5EF4-FFF2-40B4-BE49-F238E27FC236}">
                <a16:creationId xmlns:a16="http://schemas.microsoft.com/office/drawing/2014/main" id="{C39F4A37-DB4D-4E2D-4262-F7C721F1FD2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92094" y="1739469"/>
            <a:ext cx="307976" cy="30840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ru-RU"/>
          </a:p>
        </p:txBody>
      </p:sp>
      <p:sp>
        <p:nvSpPr>
          <p:cNvPr id="78" name="Text Placeholder 9">
            <a:extLst>
              <a:ext uri="{FF2B5EF4-FFF2-40B4-BE49-F238E27FC236}">
                <a16:creationId xmlns:a16="http://schemas.microsoft.com/office/drawing/2014/main" id="{00AD8CC7-5075-7200-240E-D0DD99BBB07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688273" y="3914882"/>
            <a:ext cx="1894914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kumimoji="0" lang="en-US" sz="18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79" name="Text Placeholder 9">
            <a:extLst>
              <a:ext uri="{FF2B5EF4-FFF2-40B4-BE49-F238E27FC236}">
                <a16:creationId xmlns:a16="http://schemas.microsoft.com/office/drawing/2014/main" id="{8F87BBBC-D799-A35D-F511-EDB58A99A1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688273" y="4505813"/>
            <a:ext cx="1894914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kumimoji="0" lang="en-US" sz="18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0" name="Text Placeholder 9">
            <a:extLst>
              <a:ext uri="{FF2B5EF4-FFF2-40B4-BE49-F238E27FC236}">
                <a16:creationId xmlns:a16="http://schemas.microsoft.com/office/drawing/2014/main" id="{F7C3EAA6-9485-6A4F-ED0B-275FA57FB97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87942" y="3914882"/>
            <a:ext cx="1894914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kumimoji="0" lang="en-US" sz="18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81" name="Text Placeholder 9">
            <a:extLst>
              <a:ext uri="{FF2B5EF4-FFF2-40B4-BE49-F238E27FC236}">
                <a16:creationId xmlns:a16="http://schemas.microsoft.com/office/drawing/2014/main" id="{442F3514-AA4B-EC70-A18E-39374CD3105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87942" y="4505813"/>
            <a:ext cx="1894914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kumimoji="0" lang="en-US" sz="18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FAE1CF-7431-8427-8822-2EB005C6A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FE10B196-ADE0-F194-6100-2E7AEB78D15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61443" y="1742671"/>
            <a:ext cx="2321739" cy="30286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kumimoji="0" lang="en-US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Date, time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8FAF0FE2-26D6-D574-BBD7-48369D8079C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61113" y="1742671"/>
            <a:ext cx="2321739" cy="30286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kumimoji="0" lang="en-US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Date, time</a:t>
            </a:r>
          </a:p>
        </p:txBody>
      </p:sp>
    </p:spTree>
    <p:extLst>
      <p:ext uri="{BB962C8B-B14F-4D97-AF65-F5344CB8AC3E}">
        <p14:creationId xmlns:p14="http://schemas.microsoft.com/office/powerpoint/2010/main" val="37728469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EB7595C-4E38-4C58-72E6-FADDA612EA30}"/>
              </a:ext>
            </a:extLst>
          </p:cNvPr>
          <p:cNvSpPr/>
          <p:nvPr userDrawn="1"/>
        </p:nvSpPr>
        <p:spPr>
          <a:xfrm>
            <a:off x="0" y="0"/>
            <a:ext cx="2763386" cy="6868544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13" name="Straight Connector 6">
            <a:extLst>
              <a:ext uri="{FF2B5EF4-FFF2-40B4-BE49-F238E27FC236}">
                <a16:creationId xmlns:a16="http://schemas.microsoft.com/office/drawing/2014/main" id="{7D083C62-BF55-1753-E664-30218DD0018C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135086"/>
            <a:ext cx="603849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3A0E11B-6C1E-7890-914E-A62D3E2552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2936557"/>
            <a:ext cx="4282533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 and text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9738AD-6674-7F01-9548-A34D7B0FEC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6787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D5CC00E-D8D3-8F3B-1CC1-9A9043951E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5999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6612CCD-9326-864C-CDF7-A1C7D50B1F03}"/>
              </a:ext>
            </a:extLst>
          </p:cNvPr>
          <p:cNvSpPr/>
          <p:nvPr userDrawn="1"/>
        </p:nvSpPr>
        <p:spPr>
          <a:xfrm>
            <a:off x="1" y="0"/>
            <a:ext cx="6095999" cy="6858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FFFFFF">
                  <a:alpha val="95000"/>
                </a:srgb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66246435-D090-821A-9623-6F570204B69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7EEBAFF-AF7E-A792-62CF-8C5BA20F3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6294167-A6B3-C93D-F827-E5FDB26C63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D5534E-9641-2ECA-8056-94AE594BA8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074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5">
            <a:extLst>
              <a:ext uri="{FF2B5EF4-FFF2-40B4-BE49-F238E27FC236}">
                <a16:creationId xmlns:a16="http://schemas.microsoft.com/office/drawing/2014/main" id="{FFD0D3E0-90C7-0BD1-6CFE-17824F6C63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3671887" y="0"/>
            <a:ext cx="8520111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776FE36-E958-CBE7-81CB-C9344F413F3F}"/>
              </a:ext>
            </a:extLst>
          </p:cNvPr>
          <p:cNvSpPr/>
          <p:nvPr userDrawn="1"/>
        </p:nvSpPr>
        <p:spPr>
          <a:xfrm flipH="1">
            <a:off x="3671888" y="0"/>
            <a:ext cx="8520112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75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6EFE17-A0AE-2121-2923-A3C0AD7D51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66246435-D090-821A-9623-6F570204B69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7EEBAFF-AF7E-A792-62CF-8C5BA20F3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6294167-A6B3-C93D-F827-E5FDB26C63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</p:spTree>
    <p:extLst>
      <p:ext uri="{BB962C8B-B14F-4D97-AF65-F5344CB8AC3E}">
        <p14:creationId xmlns:p14="http://schemas.microsoft.com/office/powerpoint/2010/main" val="7473020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A789998-B7ED-9F9D-C1DF-3F86D7729A2E}"/>
              </a:ext>
            </a:extLst>
          </p:cNvPr>
          <p:cNvGrpSpPr/>
          <p:nvPr userDrawn="1"/>
        </p:nvGrpSpPr>
        <p:grpSpPr>
          <a:xfrm>
            <a:off x="3671888" y="0"/>
            <a:ext cx="8520112" cy="6858000"/>
            <a:chOff x="3671888" y="0"/>
            <a:chExt cx="8520112" cy="6858000"/>
          </a:xfrm>
        </p:grpSpPr>
        <p:pic>
          <p:nvPicPr>
            <p:cNvPr id="10" name="Picture 15">
              <a:extLst>
                <a:ext uri="{FF2B5EF4-FFF2-40B4-BE49-F238E27FC236}">
                  <a16:creationId xmlns:a16="http://schemas.microsoft.com/office/drawing/2014/main" id="{358DE005-F025-468F-831F-42B65FCC3E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"/>
            <a:stretch/>
          </p:blipFill>
          <p:spPr>
            <a:xfrm>
              <a:off x="3671888" y="0"/>
              <a:ext cx="8520111" cy="6858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B58E6AE-9E56-E2D2-9FFC-5BCFF4FC979C}"/>
                </a:ext>
              </a:extLst>
            </p:cNvPr>
            <p:cNvSpPr/>
            <p:nvPr/>
          </p:nvSpPr>
          <p:spPr>
            <a:xfrm flipH="1">
              <a:off x="3671888" y="0"/>
              <a:ext cx="8520112" cy="6858000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75000"/>
                  </a:srgbClr>
                </a:gs>
                <a:gs pos="100000">
                  <a:srgbClr val="FFFFFF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66246435-D090-821A-9623-6F570204B69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7EEBAFF-AF7E-A792-62CF-8C5BA20F3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6294167-A6B3-C93D-F827-E5FDB26C63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159074-1CA3-A88E-5E02-52530BFFB3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49513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_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83D51B-1EA6-7484-5956-316BF02BBF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71889" y="0"/>
            <a:ext cx="8520111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3D67AC2-FAF4-E67E-220E-42F246674122}"/>
              </a:ext>
            </a:extLst>
          </p:cNvPr>
          <p:cNvSpPr/>
          <p:nvPr userDrawn="1"/>
        </p:nvSpPr>
        <p:spPr>
          <a:xfrm flipH="1">
            <a:off x="3671888" y="0"/>
            <a:ext cx="8520112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75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66246435-D090-821A-9623-6F570204B69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7EEBAFF-AF7E-A792-62CF-8C5BA20F3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6294167-A6B3-C93D-F827-E5FDB26C63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BD9B8A-4A0B-B1B1-CCDE-7540C91091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78485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10">
            <a:extLst>
              <a:ext uri="{FF2B5EF4-FFF2-40B4-BE49-F238E27FC236}">
                <a16:creationId xmlns:a16="http://schemas.microsoft.com/office/drawing/2014/main" id="{DB8472C1-9CE3-2406-054B-6DB979E05E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66246435-D090-821A-9623-6F570204B69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7EEBAFF-AF7E-A792-62CF-8C5BA20F3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6294167-A6B3-C93D-F827-E5FDB26C63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8535FA-7ED8-A326-1F49-1F75A281BA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1244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_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66246435-D090-821A-9623-6F570204B69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7EEBAFF-AF7E-A792-62CF-8C5BA20F3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6294167-A6B3-C93D-F827-E5FDB26C63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EAE0B1-316D-2A49-FD5E-A5BAF76D7C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3263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_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6802119-2F46-E796-2BE0-CD991FC65E7B}"/>
              </a:ext>
            </a:extLst>
          </p:cNvPr>
          <p:cNvGrpSpPr/>
          <p:nvPr userDrawn="1"/>
        </p:nvGrpSpPr>
        <p:grpSpPr>
          <a:xfrm>
            <a:off x="3671888" y="0"/>
            <a:ext cx="8520112" cy="6858000"/>
            <a:chOff x="3671888" y="0"/>
            <a:chExt cx="8520112" cy="6858000"/>
          </a:xfrm>
        </p:grpSpPr>
        <p:pic>
          <p:nvPicPr>
            <p:cNvPr id="10" name="Picture 15">
              <a:extLst>
                <a:ext uri="{FF2B5EF4-FFF2-40B4-BE49-F238E27FC236}">
                  <a16:creationId xmlns:a16="http://schemas.microsoft.com/office/drawing/2014/main" id="{F3E3ECAC-F1B4-576E-EABA-F322A4B900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671888" y="0"/>
              <a:ext cx="8520111" cy="6858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18144F0-0DE3-2F47-1231-1D99F980ADE5}"/>
                </a:ext>
              </a:extLst>
            </p:cNvPr>
            <p:cNvSpPr/>
            <p:nvPr/>
          </p:nvSpPr>
          <p:spPr>
            <a:xfrm flipH="1">
              <a:off x="3671888" y="0"/>
              <a:ext cx="8520112" cy="6858000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75000"/>
                  </a:srgbClr>
                </a:gs>
                <a:gs pos="100000">
                  <a:srgbClr val="FFFFFF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66246435-D090-821A-9623-6F570204B69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7EEBAFF-AF7E-A792-62CF-8C5BA20F3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6294167-A6B3-C93D-F827-E5FDB26C63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1D7095D-9CB4-F883-02AB-51C1A6F4B9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8805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od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6">
            <a:extLst>
              <a:ext uri="{FF2B5EF4-FFF2-40B4-BE49-F238E27FC236}">
                <a16:creationId xmlns:a16="http://schemas.microsoft.com/office/drawing/2014/main" id="{B8C47CFD-D2C1-817F-7DDD-D2CFDB59F29F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7CBFE2A6-F567-3365-409F-A5DEB59234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EAAB9462-BE99-35F6-8617-B32BD0CCCE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90792" y="1523829"/>
            <a:ext cx="2964247" cy="196745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0A41168B-4582-CDA6-5C19-D10F268B90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41276" y="1523829"/>
            <a:ext cx="2826269" cy="19051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91173338-27C6-A359-B5DA-28F0699EB7C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12302" y="3573194"/>
            <a:ext cx="2076918" cy="207111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CEDB32AD-F432-164D-E6CE-F383629A1E0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48894" y="2541482"/>
            <a:ext cx="2345783" cy="234578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E499668-53FB-BBC0-0C3C-60024C7B3AF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51600" y="3071813"/>
            <a:ext cx="2057400" cy="28432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1C013185-5E98-F5C2-8860-9F4262CFA6E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07416" y="3535256"/>
            <a:ext cx="3152061" cy="21090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9B5FF081-5A4C-3094-1504-7E616CF655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5717" y="2041706"/>
            <a:ext cx="2345784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C8076B-64C9-2AE6-313F-D2A7166452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16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912090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theastern University’s global sys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FD74DF6-BBD9-1E56-4139-A94AA469332A}"/>
              </a:ext>
            </a:extLst>
          </p:cNvPr>
          <p:cNvSpPr txBox="1"/>
          <p:nvPr userDrawn="1"/>
        </p:nvSpPr>
        <p:spPr>
          <a:xfrm>
            <a:off x="765716" y="1432107"/>
            <a:ext cx="6873949" cy="41549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7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Lato"/>
                <a:cs typeface="Lato"/>
              </a:rPr>
              <a:t>Northeastern University’s global system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cxnSp>
        <p:nvCxnSpPr>
          <p:cNvPr id="13" name="Straight Connector 6">
            <a:extLst>
              <a:ext uri="{FF2B5EF4-FFF2-40B4-BE49-F238E27FC236}">
                <a16:creationId xmlns:a16="http://schemas.microsoft.com/office/drawing/2014/main" id="{4129F515-A1BB-6F61-848F-69DCCAC5BCDB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cxnSp>
        <p:nvCxnSpPr>
          <p:cNvPr id="14" name="Straight Connector 6">
            <a:extLst>
              <a:ext uri="{FF2B5EF4-FFF2-40B4-BE49-F238E27FC236}">
                <a16:creationId xmlns:a16="http://schemas.microsoft.com/office/drawing/2014/main" id="{C473F9A4-3024-BEB4-C876-83D5A6B692B4}"/>
              </a:ext>
            </a:extLst>
          </p:cNvPr>
          <p:cNvCxnSpPr>
            <a:cxnSpLocks/>
          </p:cNvCxnSpPr>
          <p:nvPr userDrawn="1"/>
        </p:nvCxnSpPr>
        <p:spPr>
          <a:xfrm>
            <a:off x="762125" y="3926511"/>
            <a:ext cx="0" cy="1836000"/>
          </a:xfrm>
          <a:prstGeom prst="line">
            <a:avLst/>
          </a:prstGeom>
          <a:noFill/>
          <a:ln w="635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4C6B2C8-4D7D-E57B-05FA-47C2E8B7D9E3}"/>
              </a:ext>
            </a:extLst>
          </p:cNvPr>
          <p:cNvSpPr txBox="1"/>
          <p:nvPr userDrawn="1"/>
        </p:nvSpPr>
        <p:spPr>
          <a:xfrm>
            <a:off x="765716" y="2194561"/>
            <a:ext cx="7576426" cy="15081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1200"/>
              </a:spcAft>
            </a:pP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13 campuses</a:t>
            </a:r>
            <a:r>
              <a:rPr lang="en-US">
                <a:solidFill>
                  <a:schemeClr val="bg1"/>
                </a:solidFill>
                <a:latin typeface="Lato Light"/>
                <a:ea typeface="+mn-lt"/>
                <a:cs typeface="+mn-lt"/>
              </a:rPr>
              <a:t> in the U.S., U.K., and Canada that provide a range of opportunities to learn and do research in new contexts</a:t>
            </a:r>
            <a:endParaRPr lang="en-US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  <a:p>
            <a:pPr>
              <a:spcAft>
                <a:spcPts val="1200"/>
              </a:spcAft>
            </a:pP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3,500+ employer partners</a:t>
            </a:r>
            <a:r>
              <a:rPr lang="en-US">
                <a:solidFill>
                  <a:schemeClr val="bg1"/>
                </a:solidFill>
                <a:latin typeface="Lato Light"/>
                <a:ea typeface="+mn-lt"/>
                <a:cs typeface="+mn-lt"/>
              </a:rPr>
              <a:t> across the U.S. and the world</a:t>
            </a:r>
            <a:endParaRPr lang="en-US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  <a:p>
            <a:pPr>
              <a:spcAft>
                <a:spcPts val="1200"/>
              </a:spcAft>
            </a:pP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300,000+ alumni</a:t>
            </a:r>
            <a:r>
              <a:rPr lang="en-US">
                <a:solidFill>
                  <a:schemeClr val="bg1"/>
                </a:solidFill>
                <a:latin typeface="Lato Light"/>
                <a:ea typeface="+mn-lt"/>
                <a:cs typeface="+mn-lt"/>
              </a:rPr>
              <a:t> living and working in 186 countries</a:t>
            </a:r>
            <a:endParaRPr lang="en-US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36FA23-A15E-62F6-6D21-AC01522D9D40}"/>
              </a:ext>
            </a:extLst>
          </p:cNvPr>
          <p:cNvSpPr txBox="1"/>
          <p:nvPr userDrawn="1"/>
        </p:nvSpPr>
        <p:spPr>
          <a:xfrm>
            <a:off x="778272" y="3926512"/>
            <a:ext cx="144000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ea typeface="Lato"/>
                <a:cs typeface="Calibri"/>
              </a:rPr>
              <a:t>Boston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"/>
                <a:cs typeface="Calibri"/>
              </a:rPr>
              <a:t>Massachusetts</a:t>
            </a:r>
          </a:p>
          <a:p>
            <a:endParaRPr lang="en-US" sz="1400">
              <a:solidFill>
                <a:schemeClr val="bg1"/>
              </a:solidFill>
              <a:latin typeface="Lato Light"/>
              <a:ea typeface="Lato"/>
              <a:cs typeface="Calibri"/>
            </a:endParaRPr>
          </a:p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Arlington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Virginia</a:t>
            </a:r>
          </a:p>
          <a:p>
            <a:endParaRPr lang="en-US" sz="1400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Burlington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Massachusetts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AF80B3-ED81-E6BA-E99D-FE1A65D355C4}"/>
              </a:ext>
            </a:extLst>
          </p:cNvPr>
          <p:cNvSpPr txBox="1"/>
          <p:nvPr userDrawn="1"/>
        </p:nvSpPr>
        <p:spPr>
          <a:xfrm>
            <a:off x="2246905" y="3926512"/>
            <a:ext cx="144000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Charlotte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North Carolina</a:t>
            </a:r>
          </a:p>
          <a:p>
            <a:endParaRPr lang="en-US" sz="1400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London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England</a:t>
            </a:r>
            <a:endParaRPr lang="en-US" sz="1400">
              <a:solidFill>
                <a:schemeClr val="bg1"/>
              </a:solidFill>
              <a:ea typeface="Lato"/>
              <a:cs typeface="Calibri"/>
            </a:endParaRPr>
          </a:p>
          <a:p>
            <a:endParaRPr lang="en-US" sz="1400">
              <a:solidFill>
                <a:schemeClr val="bg1"/>
              </a:solidFill>
              <a:ea typeface="Lato"/>
              <a:cs typeface="Calibri"/>
            </a:endParaRPr>
          </a:p>
          <a:p>
            <a:r>
              <a:rPr lang="en-US" sz="1400" b="1">
                <a:solidFill>
                  <a:schemeClr val="bg1"/>
                </a:solidFill>
                <a:ea typeface="Lato"/>
                <a:cs typeface="Calibri"/>
              </a:rPr>
              <a:t>Miami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"/>
                <a:cs typeface="Calibri"/>
              </a:rPr>
              <a:t>Florida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6ACD1B-D03A-AADD-027E-E43D6878F888}"/>
              </a:ext>
            </a:extLst>
          </p:cNvPr>
          <p:cNvSpPr txBox="1"/>
          <p:nvPr userDrawn="1"/>
        </p:nvSpPr>
        <p:spPr>
          <a:xfrm>
            <a:off x="3715538" y="3926512"/>
            <a:ext cx="144000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Nahant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Massachusetts</a:t>
            </a:r>
          </a:p>
          <a:p>
            <a:endParaRPr lang="en-US" sz="1400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Oakland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California</a:t>
            </a:r>
          </a:p>
          <a:p>
            <a:endParaRPr lang="en-US" sz="1400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Portland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Maine</a:t>
            </a:r>
          </a:p>
        </p:txBody>
      </p:sp>
      <p:pic>
        <p:nvPicPr>
          <p:cNvPr id="19" name="Picture 18" descr="A glass globe with red dots&#10;&#10;Description automatically generated">
            <a:extLst>
              <a:ext uri="{FF2B5EF4-FFF2-40B4-BE49-F238E27FC236}">
                <a16:creationId xmlns:a16="http://schemas.microsoft.com/office/drawing/2014/main" id="{E58BECEC-3516-46D0-AF39-0F345A7CB1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34993" y="1921770"/>
            <a:ext cx="3865936" cy="386593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0F51D9E-825C-62C1-3E8D-F9C2E336303C}"/>
              </a:ext>
            </a:extLst>
          </p:cNvPr>
          <p:cNvSpPr txBox="1"/>
          <p:nvPr userDrawn="1"/>
        </p:nvSpPr>
        <p:spPr>
          <a:xfrm>
            <a:off x="5184171" y="3926512"/>
            <a:ext cx="1440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ea typeface="Lato"/>
                <a:cs typeface="Calibri"/>
              </a:rPr>
              <a:t>Seattle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"/>
                <a:cs typeface="Calibri"/>
              </a:rPr>
              <a:t>Washington</a:t>
            </a:r>
          </a:p>
          <a:p>
            <a:endParaRPr lang="en-US" sz="1400">
              <a:solidFill>
                <a:schemeClr val="bg1"/>
              </a:solidFill>
              <a:latin typeface="Lato Light"/>
              <a:ea typeface="Lato"/>
              <a:cs typeface="Calibri"/>
            </a:endParaRPr>
          </a:p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Silicon Valley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California</a:t>
            </a:r>
          </a:p>
          <a:p>
            <a:endParaRPr lang="en-US" sz="1400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Toronto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Ontario</a:t>
            </a:r>
          </a:p>
          <a:p>
            <a:endParaRPr lang="en-US" sz="1400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98C8B3-56AC-68DD-4B32-737FB233B043}"/>
              </a:ext>
            </a:extLst>
          </p:cNvPr>
          <p:cNvSpPr txBox="1"/>
          <p:nvPr userDrawn="1"/>
        </p:nvSpPr>
        <p:spPr>
          <a:xfrm>
            <a:off x="6652803" y="3926512"/>
            <a:ext cx="1440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Vancouver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British Columbia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1C7BFD-98E1-BAA8-8E4D-0A49996EA3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467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4847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65" r:id="rId21"/>
    <p:sldLayoutId id="2147483666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4" r:id="rId30"/>
    <p:sldLayoutId id="2147483685" r:id="rId31"/>
    <p:sldLayoutId id="2147483686" r:id="rId32"/>
    <p:sldLayoutId id="2147483687" r:id="rId33"/>
    <p:sldLayoutId id="2147483689" r:id="rId34"/>
    <p:sldLayoutId id="2147483690" r:id="rId35"/>
    <p:sldLayoutId id="2147483688" r:id="rId36"/>
    <p:sldLayoutId id="2147483664" r:id="rId37"/>
    <p:sldLayoutId id="2147483681" r:id="rId38"/>
    <p:sldLayoutId id="2147483682" r:id="rId39"/>
    <p:sldLayoutId id="2147483683" r:id="rId40"/>
    <p:sldLayoutId id="2147483692" r:id="rId41"/>
    <p:sldLayoutId id="2147483693" r:id="rId42"/>
    <p:sldLayoutId id="2147483694" r:id="rId43"/>
    <p:sldLayoutId id="2147483691" r:id="rId44"/>
    <p:sldLayoutId id="2147483649" r:id="rId45"/>
    <p:sldLayoutId id="2147483680" r:id="rId4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24" userDrawn="1">
          <p15:clr>
            <a:srgbClr val="F26B43"/>
          </p15:clr>
        </p15:guide>
        <p15:guide id="2" pos="738" userDrawn="1">
          <p15:clr>
            <a:srgbClr val="F26B43"/>
          </p15:clr>
        </p15:guide>
        <p15:guide id="3" pos="834" userDrawn="1">
          <p15:clr>
            <a:srgbClr val="F26B43"/>
          </p15:clr>
        </p15:guide>
        <p15:guide id="4" pos="1350" userDrawn="1">
          <p15:clr>
            <a:srgbClr val="F26B43"/>
          </p15:clr>
        </p15:guide>
        <p15:guide id="5" pos="1446" userDrawn="1">
          <p15:clr>
            <a:srgbClr val="F26B43"/>
          </p15:clr>
        </p15:guide>
        <p15:guide id="6" pos="1960" userDrawn="1">
          <p15:clr>
            <a:srgbClr val="F26B43"/>
          </p15:clr>
        </p15:guide>
        <p15:guide id="7" pos="2056" userDrawn="1">
          <p15:clr>
            <a:srgbClr val="F26B43"/>
          </p15:clr>
        </p15:guide>
        <p15:guide id="8" pos="2570" userDrawn="1">
          <p15:clr>
            <a:srgbClr val="F26B43"/>
          </p15:clr>
        </p15:guide>
        <p15:guide id="9" pos="2666" userDrawn="1">
          <p15:clr>
            <a:srgbClr val="F26B43"/>
          </p15:clr>
        </p15:guide>
        <p15:guide id="10" pos="3180" userDrawn="1">
          <p15:clr>
            <a:srgbClr val="F26B43"/>
          </p15:clr>
        </p15:guide>
        <p15:guide id="11" pos="3276" userDrawn="1">
          <p15:clr>
            <a:srgbClr val="F26B43"/>
          </p15:clr>
        </p15:guide>
        <p15:guide id="12" pos="3792" userDrawn="1">
          <p15:clr>
            <a:srgbClr val="F26B43"/>
          </p15:clr>
        </p15:guide>
        <p15:guide id="13" pos="3886" userDrawn="1">
          <p15:clr>
            <a:srgbClr val="F26B43"/>
          </p15:clr>
        </p15:guide>
        <p15:guide id="14" pos="4402" userDrawn="1">
          <p15:clr>
            <a:srgbClr val="F26B43"/>
          </p15:clr>
        </p15:guide>
        <p15:guide id="15" pos="4498" userDrawn="1">
          <p15:clr>
            <a:srgbClr val="F26B43"/>
          </p15:clr>
        </p15:guide>
        <p15:guide id="16" pos="5012" userDrawn="1">
          <p15:clr>
            <a:srgbClr val="F26B43"/>
          </p15:clr>
        </p15:guide>
        <p15:guide id="17" pos="5108" userDrawn="1">
          <p15:clr>
            <a:srgbClr val="F26B43"/>
          </p15:clr>
        </p15:guide>
        <p15:guide id="18" pos="5622" userDrawn="1">
          <p15:clr>
            <a:srgbClr val="F26B43"/>
          </p15:clr>
        </p15:guide>
        <p15:guide id="19" pos="5718" userDrawn="1">
          <p15:clr>
            <a:srgbClr val="F26B43"/>
          </p15:clr>
        </p15:guide>
        <p15:guide id="20" pos="6232" userDrawn="1">
          <p15:clr>
            <a:srgbClr val="F26B43"/>
          </p15:clr>
        </p15:guide>
        <p15:guide id="21" pos="6328" userDrawn="1">
          <p15:clr>
            <a:srgbClr val="F26B43"/>
          </p15:clr>
        </p15:guide>
        <p15:guide id="22" pos="6844" userDrawn="1">
          <p15:clr>
            <a:srgbClr val="F26B43"/>
          </p15:clr>
        </p15:guide>
        <p15:guide id="23" pos="6940" userDrawn="1">
          <p15:clr>
            <a:srgbClr val="F26B43"/>
          </p15:clr>
        </p15:guide>
        <p15:guide id="24" pos="7454" userDrawn="1">
          <p15:clr>
            <a:srgbClr val="F26B43"/>
          </p15:clr>
        </p15:guide>
        <p15:guide id="25" orient="horz" pos="402" userDrawn="1">
          <p15:clr>
            <a:srgbClr val="F26B43"/>
          </p15:clr>
        </p15:guide>
        <p15:guide id="26" orient="horz" pos="3558" userDrawn="1">
          <p15:clr>
            <a:srgbClr val="F26B43"/>
          </p15:clr>
        </p15:guide>
        <p15:guide id="27" pos="480" userDrawn="1">
          <p15:clr>
            <a:srgbClr val="F26B43"/>
          </p15:clr>
        </p15:guide>
        <p15:guide id="28" pos="719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ver photo" descr="Students walk past a student sitting on a ledge with a laptop in front of a granite memorial wal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854" y="0"/>
            <a:ext cx="8923146" cy="4253582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80EE6349-6717-E15D-EE4E-CD8216BE6E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Role of the Center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144699A0-BD45-8CC3-64B2-2E12CC6CAD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Three models and nine roles</a:t>
            </a:r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E1B8AEE5-0F4C-81C6-5152-ED7113161B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September 29, 2026</a:t>
            </a:r>
          </a:p>
        </p:txBody>
      </p:sp>
    </p:spTree>
    <p:extLst>
      <p:ext uri="{BB962C8B-B14F-4D97-AF65-F5344CB8AC3E}">
        <p14:creationId xmlns:p14="http://schemas.microsoft.com/office/powerpoint/2010/main" val="133340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3000" b="1" i="0" dirty="0">
                <a:solidFill>
                  <a:srgbClr val="000000"/>
                </a:solidFill>
                <a:latin typeface="Lato"/>
                <a:cs typeface="Lato"/>
              </a:rPr>
              <a:t>Three Models for “Role of the Center”</a:t>
            </a:r>
          </a:p>
        </p:txBody>
      </p:sp>
      <p:sp>
        <p:nvSpPr>
          <p:cNvPr id="101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ROLE OF THE CENTER</a:t>
            </a:r>
          </a:p>
        </p:txBody>
      </p:sp>
      <p:sp>
        <p:nvSpPr>
          <p:cNvPr id="102" name="Subtitle"/>
          <p:cNvSpPr txBox="1"/>
          <p:nvPr/>
        </p:nvSpPr>
        <p:spPr>
          <a:xfrm>
            <a:off x="731520" y="118872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C8102E"/>
                </a:solidFill>
                <a:latin typeface="Lato"/>
                <a:cs typeface="Lato"/>
              </a:rPr>
              <a:t>The most successful is least prevalent</a:t>
            </a:r>
          </a:p>
        </p:txBody>
      </p:sp>
      <p:sp>
        <p:nvSpPr>
          <p:cNvPr id="103" name="Header 1"/>
          <p:cNvSpPr/>
          <p:nvPr/>
        </p:nvSpPr>
        <p:spPr>
          <a:xfrm>
            <a:off x="569395" y="1711745"/>
            <a:ext cx="3465576" cy="566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Lato"/>
                <a:cs typeface="Lato"/>
              </a:rPr>
              <a:t>Minimalist</a:t>
            </a:r>
          </a:p>
        </p:txBody>
      </p:sp>
      <p:sp>
        <p:nvSpPr>
          <p:cNvPr id="104" name="Body 1"/>
          <p:cNvSpPr txBox="1"/>
          <p:nvPr/>
        </p:nvSpPr>
        <p:spPr>
          <a:xfrm>
            <a:off x="587683" y="2443265"/>
            <a:ext cx="3429000" cy="3794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latin typeface="Lato"/>
                <a:cs typeface="Lato"/>
              </a:rPr>
              <a:t>Academic institution examples: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Most!</a:t>
            </a:r>
          </a:p>
          <a:p>
            <a:pPr marL="0" indent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latin typeface="Lato"/>
                <a:cs typeface="Lato"/>
              </a:rPr>
              <a:t>Basic “governance” functions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Financial reporting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Legal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Budgeting</a:t>
            </a:r>
          </a:p>
          <a:p>
            <a:pPr marL="0" indent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Little coordination and sharing of best-practice</a:t>
            </a:r>
          </a:p>
          <a:p>
            <a:pPr marL="0" indent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Almost no systemic process improvement</a:t>
            </a:r>
          </a:p>
        </p:txBody>
      </p:sp>
      <p:sp>
        <p:nvSpPr>
          <p:cNvPr id="105" name="Header 2"/>
          <p:cNvSpPr/>
          <p:nvPr/>
        </p:nvSpPr>
        <p:spPr>
          <a:xfrm>
            <a:off x="4291003" y="1711745"/>
            <a:ext cx="3465576" cy="566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Lato"/>
                <a:cs typeface="Lato"/>
              </a:rPr>
              <a:t>Imperialist</a:t>
            </a:r>
          </a:p>
        </p:txBody>
      </p:sp>
      <p:sp>
        <p:nvSpPr>
          <p:cNvPr id="106" name="Body 2"/>
          <p:cNvSpPr txBox="1"/>
          <p:nvPr/>
        </p:nvSpPr>
        <p:spPr>
          <a:xfrm>
            <a:off x="4309291" y="2443265"/>
            <a:ext cx="3429000" cy="3794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latin typeface="Lato"/>
                <a:cs typeface="Lato"/>
              </a:rPr>
              <a:t>Academic institution examples: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None that shall be named</a:t>
            </a:r>
          </a:p>
          <a:p>
            <a:pPr marL="0" indent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Significant resources “owned” by the center or checking-up (to reduce risk)</a:t>
            </a:r>
          </a:p>
          <a:p>
            <a:pPr marL="0" indent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Believe the center can substitute for deficiencies in business units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Controls and processes</a:t>
            </a:r>
          </a:p>
          <a:p>
            <a:pPr marL="0" indent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Large staffs</a:t>
            </a:r>
          </a:p>
        </p:txBody>
      </p:sp>
      <p:sp>
        <p:nvSpPr>
          <p:cNvPr id="107" name="Header 3"/>
          <p:cNvSpPr/>
          <p:nvPr/>
        </p:nvSpPr>
        <p:spPr>
          <a:xfrm>
            <a:off x="8012611" y="1711745"/>
            <a:ext cx="3803254" cy="5669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Lato"/>
                <a:cs typeface="Lato"/>
              </a:rPr>
              <a:t>Activist</a:t>
            </a:r>
          </a:p>
        </p:txBody>
      </p:sp>
      <p:sp>
        <p:nvSpPr>
          <p:cNvPr id="108" name="Body 3"/>
          <p:cNvSpPr txBox="1"/>
          <p:nvPr/>
        </p:nvSpPr>
        <p:spPr>
          <a:xfrm>
            <a:off x="8030898" y="2443265"/>
            <a:ext cx="3784967" cy="3794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latin typeface="Lato"/>
                <a:cs typeface="Lato"/>
              </a:rPr>
              <a:t>Academic institution examples: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TBD … few if any</a:t>
            </a:r>
          </a:p>
          <a:p>
            <a:pPr marL="0" indent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latin typeface="Lato"/>
                <a:cs typeface="Lato"/>
              </a:rPr>
              <a:t>Finds the value-added “sweet spot” between over- and under-intervention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Builds capabilities inside and across business units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Raises issues, enforces standards, but by working through the business unit leaders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Has significant input to, but does not own, budgets and business plans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Manages the long-term shape of the agenda</a:t>
            </a:r>
          </a:p>
          <a:p>
            <a:pPr marL="0" indent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Requires fewer, but more talented people</a:t>
            </a:r>
          </a:p>
        </p:txBody>
      </p:sp>
      <p:sp>
        <p:nvSpPr>
          <p:cNvPr id="109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Source: 2026-09-29 Role of the Center deck</a:t>
            </a:r>
          </a:p>
        </p:txBody>
      </p:sp>
      <p:sp>
        <p:nvSpPr>
          <p:cNvPr id="110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111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2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2800" b="1" i="0" dirty="0">
                <a:solidFill>
                  <a:srgbClr val="000000"/>
                </a:solidFill>
                <a:latin typeface="Lato"/>
                <a:cs typeface="Lato"/>
              </a:rPr>
              <a:t>Example: “How to Implement Important Process Improvements?”</a:t>
            </a:r>
          </a:p>
        </p:txBody>
      </p:sp>
      <p:sp>
        <p:nvSpPr>
          <p:cNvPr id="112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ROLE OF THE CENTER</a:t>
            </a:r>
          </a:p>
        </p:txBody>
      </p:sp>
      <p:sp>
        <p:nvSpPr>
          <p:cNvPr id="113" name="Header 1"/>
          <p:cNvSpPr/>
          <p:nvPr/>
        </p:nvSpPr>
        <p:spPr>
          <a:xfrm>
            <a:off x="731520" y="1371600"/>
            <a:ext cx="3465576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Lato"/>
                <a:cs typeface="Lato"/>
              </a:rPr>
              <a:t>Minimalist</a:t>
            </a:r>
          </a:p>
        </p:txBody>
      </p:sp>
      <p:sp>
        <p:nvSpPr>
          <p:cNvPr id="114" name="Approach 1"/>
          <p:cNvSpPr txBox="1"/>
          <p:nvPr/>
        </p:nvSpPr>
        <p:spPr>
          <a:xfrm>
            <a:off x="749808" y="2084832"/>
            <a:ext cx="3429000" cy="2697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Would not engage other than to encourage “do it”</a:t>
            </a:r>
          </a:p>
          <a:p>
            <a:pPr marL="155448" indent="-155448" algn="l">
              <a:spcBef>
                <a:spcPts val="6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Business units independently decide whether and how to implement any improvements</a:t>
            </a:r>
          </a:p>
          <a:p>
            <a:pPr marL="155448" indent="-155448" algn="l">
              <a:spcBef>
                <a:spcPts val="6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Methods, mechanisms and results not coordinated</a:t>
            </a:r>
          </a:p>
        </p:txBody>
      </p:sp>
      <p:cxnSp>
        <p:nvCxnSpPr>
          <p:cNvPr id="115" name="Challenge rule 1"/>
          <p:cNvCxnSpPr/>
          <p:nvPr/>
        </p:nvCxnSpPr>
        <p:spPr>
          <a:xfrm>
            <a:off x="731520" y="4846320"/>
            <a:ext cx="3465576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16" name="Challenges 1"/>
          <p:cNvSpPr txBox="1"/>
          <p:nvPr/>
        </p:nvSpPr>
        <p:spPr>
          <a:xfrm>
            <a:off x="749808" y="4937760"/>
            <a:ext cx="34290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C8102E"/>
                </a:solidFill>
                <a:latin typeface="Lato"/>
                <a:cs typeface="Lato"/>
              </a:rPr>
              <a:t>Challenges</a:t>
            </a:r>
          </a:p>
          <a:p>
            <a:pPr marL="155448" indent="-155448" algn="l">
              <a:spcBef>
                <a:spcPts val="4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Low levels of accountability ensure little action</a:t>
            </a:r>
          </a:p>
          <a:p>
            <a:pPr marL="155448" indent="-155448" algn="l">
              <a:spcBef>
                <a:spcPts val="4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Lasting change never happens</a:t>
            </a:r>
          </a:p>
        </p:txBody>
      </p:sp>
      <p:sp>
        <p:nvSpPr>
          <p:cNvPr id="117" name="Header 2"/>
          <p:cNvSpPr/>
          <p:nvPr/>
        </p:nvSpPr>
        <p:spPr>
          <a:xfrm>
            <a:off x="4453128" y="1371600"/>
            <a:ext cx="3465576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Lato"/>
                <a:cs typeface="Lato"/>
              </a:rPr>
              <a:t>Imperialist</a:t>
            </a:r>
          </a:p>
        </p:txBody>
      </p:sp>
      <p:sp>
        <p:nvSpPr>
          <p:cNvPr id="118" name="Approach 2"/>
          <p:cNvSpPr txBox="1"/>
          <p:nvPr/>
        </p:nvSpPr>
        <p:spPr>
          <a:xfrm>
            <a:off x="4471416" y="2084832"/>
            <a:ext cx="3429000" cy="2697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Creates process improvement programs</a:t>
            </a:r>
          </a:p>
          <a:p>
            <a:pPr marL="155448" indent="-155448" algn="l">
              <a:spcBef>
                <a:spcPts val="6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Gain control of the individuals who will implement</a:t>
            </a:r>
          </a:p>
          <a:p>
            <a:pPr marL="155448" indent="-155448" algn="l">
              <a:spcBef>
                <a:spcPts val="6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Mandate and measure compliance</a:t>
            </a:r>
          </a:p>
        </p:txBody>
      </p:sp>
      <p:cxnSp>
        <p:nvCxnSpPr>
          <p:cNvPr id="119" name="Challenge rule 2"/>
          <p:cNvCxnSpPr/>
          <p:nvPr/>
        </p:nvCxnSpPr>
        <p:spPr>
          <a:xfrm>
            <a:off x="4453128" y="4846320"/>
            <a:ext cx="3465576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20" name="Challenges 2"/>
          <p:cNvSpPr txBox="1"/>
          <p:nvPr/>
        </p:nvSpPr>
        <p:spPr>
          <a:xfrm>
            <a:off x="4471416" y="4937760"/>
            <a:ext cx="34290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C8102E"/>
                </a:solidFill>
                <a:latin typeface="Lato"/>
                <a:cs typeface="Lato"/>
              </a:rPr>
              <a:t>Challenges</a:t>
            </a:r>
          </a:p>
          <a:p>
            <a:pPr marL="155448" indent="-155448" algn="l">
              <a:spcBef>
                <a:spcPts val="4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Generally unpalatable where BU’s have had large measures of autonomy</a:t>
            </a:r>
          </a:p>
        </p:txBody>
      </p:sp>
      <p:sp>
        <p:nvSpPr>
          <p:cNvPr id="121" name="Header 3"/>
          <p:cNvSpPr/>
          <p:nvPr/>
        </p:nvSpPr>
        <p:spPr>
          <a:xfrm>
            <a:off x="8174736" y="1371600"/>
            <a:ext cx="3465576" cy="5486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Lato"/>
                <a:cs typeface="Lato"/>
              </a:rPr>
              <a:t>Activist</a:t>
            </a:r>
          </a:p>
        </p:txBody>
      </p:sp>
      <p:sp>
        <p:nvSpPr>
          <p:cNvPr id="122" name="Approach 3"/>
          <p:cNvSpPr txBox="1"/>
          <p:nvPr/>
        </p:nvSpPr>
        <p:spPr>
          <a:xfrm>
            <a:off x="8193024" y="2084832"/>
            <a:ext cx="3429000" cy="2697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Creates programs using a university standard</a:t>
            </a:r>
          </a:p>
          <a:p>
            <a:pPr marL="155448" indent="-155448" algn="l">
              <a:spcBef>
                <a:spcPts val="6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Trains and coaches departments</a:t>
            </a:r>
          </a:p>
          <a:p>
            <a:pPr marL="155448" indent="-155448" algn="l">
              <a:spcBef>
                <a:spcPts val="6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May need influence of SVPs/Deans or President, and therefore their “buy-in”</a:t>
            </a:r>
          </a:p>
          <a:p>
            <a:pPr marL="155448" indent="-155448" algn="l">
              <a:spcBef>
                <a:spcPts val="6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Results will speak; creates “pull” for more help by other departments</a:t>
            </a:r>
          </a:p>
          <a:p>
            <a:pPr marL="155448" indent="-155448" algn="l">
              <a:spcBef>
                <a:spcPts val="6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Measures communicated broadly to reinforce the “pull”</a:t>
            </a:r>
          </a:p>
          <a:p>
            <a:pPr marL="155448" indent="-155448" algn="l">
              <a:spcBef>
                <a:spcPts val="6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President intervenes if required</a:t>
            </a:r>
          </a:p>
        </p:txBody>
      </p:sp>
      <p:cxnSp>
        <p:nvCxnSpPr>
          <p:cNvPr id="123" name="Challenge rule 3"/>
          <p:cNvCxnSpPr/>
          <p:nvPr/>
        </p:nvCxnSpPr>
        <p:spPr>
          <a:xfrm>
            <a:off x="8174736" y="4846320"/>
            <a:ext cx="3465576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24" name="Challenges 3"/>
          <p:cNvSpPr txBox="1"/>
          <p:nvPr/>
        </p:nvSpPr>
        <p:spPr>
          <a:xfrm>
            <a:off x="8193024" y="4937760"/>
            <a:ext cx="3429000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C8102E"/>
                </a:solidFill>
                <a:latin typeface="Lato"/>
                <a:cs typeface="Lato"/>
              </a:rPr>
              <a:t>Challenges</a:t>
            </a:r>
          </a:p>
          <a:p>
            <a:pPr marL="155448" indent="-155448" algn="l">
              <a:spcBef>
                <a:spcPts val="4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Will not work with a leadership team that doesn’t agree about the relevance of the program/initiative</a:t>
            </a:r>
          </a:p>
        </p:txBody>
      </p:sp>
      <p:sp>
        <p:nvSpPr>
          <p:cNvPr id="125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Source: 2026-09-29 Role of the Center deck</a:t>
            </a:r>
          </a:p>
        </p:txBody>
      </p:sp>
      <p:sp>
        <p:nvSpPr>
          <p:cNvPr id="126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127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3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3000" b="1" i="0" dirty="0">
                <a:solidFill>
                  <a:srgbClr val="000000"/>
                </a:solidFill>
                <a:latin typeface="Lato"/>
                <a:cs typeface="Lato"/>
              </a:rPr>
              <a:t>Nine “Roles of the Center” (1 of 2)</a:t>
            </a:r>
          </a:p>
        </p:txBody>
      </p:sp>
      <p:sp>
        <p:nvSpPr>
          <p:cNvPr id="128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ROLE OF THE CENTER</a:t>
            </a:r>
          </a:p>
        </p:txBody>
      </p:sp>
      <p:graphicFrame>
        <p:nvGraphicFramePr>
          <p:cNvPr id="129" name="Roles table"/>
          <p:cNvGraphicFramePr>
            <a:graphicFrameLocks noGrp="1"/>
          </p:cNvGraphicFramePr>
          <p:nvPr/>
        </p:nvGraphicFramePr>
        <p:xfrm>
          <a:off x="731520" y="1371600"/>
          <a:ext cx="11091672" cy="3903980"/>
        </p:xfrm>
        <a:graphic>
          <a:graphicData uri="http://schemas.openxmlformats.org/drawingml/2006/table">
            <a:tbl>
              <a:tblPr firstRow="1"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4864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Role</a:t>
                      </a:r>
                    </a:p>
                  </a:txBody>
                  <a:tcPr marL="54864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Description</a:t>
                      </a:r>
                    </a:p>
                  </a:txBody>
                  <a:tcPr marL="54864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Activist approach</a:t>
                      </a:r>
                    </a:p>
                  </a:txBody>
                  <a:tcPr marL="54864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1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Define institution direction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Formulate vision and mission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Set and reassess/renew strategy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Define university identity/image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Guide university culture (e.g., set of shared values)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Crisis management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Strong central leadership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Deep departmental involvement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Highly skilled leadership (technical, political, social)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2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Manage the “portfolio”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Execute acquisitions, divestitures, and joint ventures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Approve partnerships and alliances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Help raise capital (e.g., philanthropy, debt)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Strong leadership from the center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3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Leverage the departmental network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Identify and exploit synergies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Share ideas/best practices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Identify/create platforms to be shared across departments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Exploit cross-business unit market opportunities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The center acts as a “coach”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Few, but very capable employees who set and understand direction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“Trains” department staff to execute. May provide surge capacity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4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Establish policies and processes for the organization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Control and incentive systems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Budgeting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Reporting and strategic planning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Ownership for processes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Work through and with SVPs and President to communicate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SVPs and President deeply involve activist center to assure strategic objectives are met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0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Source: 2026-09-29 Role of the Center deck</a:t>
            </a:r>
          </a:p>
        </p:txBody>
      </p:sp>
      <p:sp>
        <p:nvSpPr>
          <p:cNvPr id="131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132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4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3000" b="1" i="0" dirty="0">
                <a:solidFill>
                  <a:srgbClr val="000000"/>
                </a:solidFill>
                <a:latin typeface="Lato"/>
                <a:cs typeface="Lato"/>
              </a:rPr>
              <a:t>Nine “Roles of the Center” (2 of 2)</a:t>
            </a:r>
          </a:p>
        </p:txBody>
      </p:sp>
      <p:sp>
        <p:nvSpPr>
          <p:cNvPr id="133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ROLE OF THE CENTER</a:t>
            </a:r>
          </a:p>
        </p:txBody>
      </p:sp>
      <p:graphicFrame>
        <p:nvGraphicFramePr>
          <p:cNvPr id="134" name="Roles table"/>
          <p:cNvGraphicFramePr>
            <a:graphicFrameLocks noGrp="1"/>
          </p:cNvGraphicFramePr>
          <p:nvPr/>
        </p:nvGraphicFramePr>
        <p:xfrm>
          <a:off x="731520" y="1371600"/>
          <a:ext cx="11091672" cy="4573016"/>
        </p:xfrm>
        <a:graphic>
          <a:graphicData uri="http://schemas.openxmlformats.org/drawingml/2006/table">
            <a:tbl>
              <a:tblPr firstRow="1"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54864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Role</a:t>
                      </a:r>
                    </a:p>
                  </a:txBody>
                  <a:tcPr marL="54864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Description</a:t>
                      </a:r>
                    </a:p>
                  </a:txBody>
                  <a:tcPr marL="54864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Activist approach</a:t>
                      </a:r>
                    </a:p>
                  </a:txBody>
                  <a:tcPr marL="54864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5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Allocate resources across the enterprise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Capital measurement and allocation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People/talent measurement and allocation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Opportunities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Resources owned by departments, efficiencies tracked at center. Center uses “forces” to manage (e.g., reporting, allocations, etc.)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6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Enhance academic unit ‘business’ performance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Challenge BU leadership’s assumptions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Stretch targets / approve goals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Review performance against goals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Coach and motivate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Where required, Center offers assistance about performance improvement (track record makes the offer relevant)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For “intensive care” departments, SVP or President insist on involvement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7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Develop leadership talent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Team leadership abilities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Functional expertise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Executive selection, development, and removal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Center should have significant input to the profile and skills of DA’s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Departments have final hiring decisions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Center has input on performance and compensation decisions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8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Maintain essential institution functions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Human resources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Regulatory compliance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Public, donor, investor, and government relations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Managed from the center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9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Maintain service/support functions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IT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Procurement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Insurance/risk management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Financial processing/accounting/disbursements, etc.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Real estate/auxiliaries, etc.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Transportation / security / parking, etc.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Managed from the center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5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Source: 2026-09-29 Role of the Center deck</a:t>
            </a:r>
          </a:p>
        </p:txBody>
      </p:sp>
      <p:sp>
        <p:nvSpPr>
          <p:cNvPr id="136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137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5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491603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2800" b="1" i="0" dirty="0">
                <a:solidFill>
                  <a:srgbClr val="000000"/>
                </a:solidFill>
                <a:latin typeface="Lato"/>
                <a:cs typeface="Lato"/>
              </a:rPr>
              <a:t>Degree </a:t>
            </a:r>
            <a:r>
              <a:rPr lang="en-US" sz="2800" dirty="0">
                <a:solidFill>
                  <a:srgbClr val="000000"/>
                </a:solidFill>
                <a:latin typeface="Lato"/>
                <a:cs typeface="Lato"/>
              </a:rPr>
              <a:t>of c</a:t>
            </a:r>
            <a:r>
              <a:rPr lang="en-US" sz="2800" b="1" i="0" dirty="0">
                <a:solidFill>
                  <a:srgbClr val="000000"/>
                </a:solidFill>
                <a:latin typeface="Lato"/>
                <a:cs typeface="Lato"/>
              </a:rPr>
              <a:t>entralization depends on pace and degree of change</a:t>
            </a:r>
          </a:p>
        </p:txBody>
      </p:sp>
      <p:sp>
        <p:nvSpPr>
          <p:cNvPr id="219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ROLE OF THE CENTER</a:t>
            </a:r>
          </a:p>
        </p:txBody>
      </p:sp>
      <p:grpSp>
        <p:nvGrpSpPr>
          <p:cNvPr id="206" name="Chart" descr="Chart. Vertical axis: pace of change, low to high. Horizontal axis: degree of change / level of uncertainty, low to high. A red curve falling from top left to bottom right separates a Decentralized zone below it (RCM, ETOB) from a Centralized zone above it (Activist, Controlled)."/>
          <p:cNvGrpSpPr/>
          <p:nvPr/>
        </p:nvGrpSpPr>
        <p:grpSpPr>
          <a:xfrm>
            <a:off x="1783080" y="1371600"/>
            <a:ext cx="9857232" cy="3977640"/>
            <a:chOff x="1783080" y="1371600"/>
            <a:chExt cx="9857232" cy="3977640"/>
          </a:xfrm>
        </p:grpSpPr>
        <p:sp>
          <p:nvSpPr>
            <p:cNvPr id="201" name="Decentralized zone"/>
            <p:cNvSpPr/>
            <p:nvPr/>
          </p:nvSpPr>
          <p:spPr>
            <a:xfrm>
              <a:off x="1783080" y="1371600"/>
              <a:ext cx="9857232" cy="3977640"/>
            </a:xfrm>
            <a:custGeom>
              <a:avLst/>
              <a:gdLst/>
              <a:ahLst/>
              <a:cxnLst/>
              <a:rect l="0" t="0" r="r" b="b"/>
              <a:pathLst>
                <a:path w="9857232" h="3977640">
                  <a:moveTo>
                    <a:pt x="0" y="0"/>
                  </a:moveTo>
                  <a:cubicBezTo>
                    <a:pt x="24643" y="56350"/>
                    <a:pt x="98572" y="235343"/>
                    <a:pt x="147858" y="338099"/>
                  </a:cubicBezTo>
                  <a:cubicBezTo>
                    <a:pt x="197144" y="440855"/>
                    <a:pt x="238216" y="517093"/>
                    <a:pt x="295717" y="616534"/>
                  </a:cubicBezTo>
                  <a:cubicBezTo>
                    <a:pt x="353218" y="715975"/>
                    <a:pt x="418933" y="828674"/>
                    <a:pt x="492862" y="934745"/>
                  </a:cubicBezTo>
                  <a:cubicBezTo>
                    <a:pt x="566791" y="1040816"/>
                    <a:pt x="657148" y="1160145"/>
                    <a:pt x="739292" y="1252957"/>
                  </a:cubicBezTo>
                  <a:cubicBezTo>
                    <a:pt x="821436" y="1345769"/>
                    <a:pt x="878936" y="1412062"/>
                    <a:pt x="985723" y="1491615"/>
                  </a:cubicBezTo>
                  <a:cubicBezTo>
                    <a:pt x="1092510" y="1571168"/>
                    <a:pt x="1232154" y="1661990"/>
                    <a:pt x="1380012" y="1730273"/>
                  </a:cubicBezTo>
                  <a:cubicBezTo>
                    <a:pt x="1527870" y="1798556"/>
                    <a:pt x="1692158" y="1854906"/>
                    <a:pt x="1872874" y="1901312"/>
                  </a:cubicBezTo>
                  <a:cubicBezTo>
                    <a:pt x="2053590" y="1947718"/>
                    <a:pt x="2234306" y="1974235"/>
                    <a:pt x="2464308" y="2008708"/>
                  </a:cubicBezTo>
                  <a:cubicBezTo>
                    <a:pt x="2694310" y="2043181"/>
                    <a:pt x="2998242" y="2078317"/>
                    <a:pt x="3252887" y="2108149"/>
                  </a:cubicBezTo>
                  <a:cubicBezTo>
                    <a:pt x="3507532" y="2137981"/>
                    <a:pt x="3680033" y="2156544"/>
                    <a:pt x="3992179" y="2187702"/>
                  </a:cubicBezTo>
                  <a:cubicBezTo>
                    <a:pt x="4304325" y="2218860"/>
                    <a:pt x="4746258" y="2252670"/>
                    <a:pt x="5125761" y="2295098"/>
                  </a:cubicBezTo>
                  <a:cubicBezTo>
                    <a:pt x="5505264" y="2337526"/>
                    <a:pt x="5889697" y="2371999"/>
                    <a:pt x="6269200" y="2442271"/>
                  </a:cubicBezTo>
                  <a:cubicBezTo>
                    <a:pt x="6648703" y="2512543"/>
                    <a:pt x="7061064" y="2609995"/>
                    <a:pt x="7402781" y="2716728"/>
                  </a:cubicBezTo>
                  <a:cubicBezTo>
                    <a:pt x="7744498" y="2823461"/>
                    <a:pt x="8053359" y="2948757"/>
                    <a:pt x="8319504" y="3082671"/>
                  </a:cubicBezTo>
                  <a:cubicBezTo>
                    <a:pt x="8585649" y="3216585"/>
                    <a:pt x="8768008" y="3371050"/>
                    <a:pt x="8999653" y="3520211"/>
                  </a:cubicBezTo>
                  <a:cubicBezTo>
                    <a:pt x="9231298" y="3669372"/>
                    <a:pt x="9591087" y="3901402"/>
                    <a:pt x="9709374" y="3977640"/>
                  </a:cubicBezTo>
                  <a:lnTo>
                    <a:pt x="9709374" y="3977640"/>
                  </a:lnTo>
                  <a:lnTo>
                    <a:pt x="0" y="3977640"/>
                  </a:lnTo>
                  <a:close/>
                </a:path>
              </a:pathLst>
            </a:custGeom>
            <a:solidFill>
              <a:srgbClr val="EDEDE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2" name="Centralized zone"/>
            <p:cNvSpPr/>
            <p:nvPr/>
          </p:nvSpPr>
          <p:spPr>
            <a:xfrm>
              <a:off x="1783080" y="1371600"/>
              <a:ext cx="9857232" cy="3977640"/>
            </a:xfrm>
            <a:custGeom>
              <a:avLst/>
              <a:gdLst/>
              <a:ahLst/>
              <a:cxnLst/>
              <a:rect l="0" t="0" r="r" b="b"/>
              <a:pathLst>
                <a:path w="9857232" h="3977640">
                  <a:moveTo>
                    <a:pt x="0" y="0"/>
                  </a:moveTo>
                  <a:lnTo>
                    <a:pt x="9857232" y="0"/>
                  </a:lnTo>
                  <a:lnTo>
                    <a:pt x="9857232" y="3977640"/>
                  </a:lnTo>
                  <a:lnTo>
                    <a:pt x="9709374" y="3977640"/>
                  </a:lnTo>
                  <a:cubicBezTo>
                    <a:pt x="9591087" y="3901402"/>
                    <a:pt x="9231298" y="3669372"/>
                    <a:pt x="8999653" y="3520211"/>
                  </a:cubicBezTo>
                  <a:cubicBezTo>
                    <a:pt x="8768008" y="3371050"/>
                    <a:pt x="8585649" y="3216585"/>
                    <a:pt x="8319504" y="3082671"/>
                  </a:cubicBezTo>
                  <a:cubicBezTo>
                    <a:pt x="8053359" y="2948757"/>
                    <a:pt x="7744498" y="2823461"/>
                    <a:pt x="7402781" y="2716728"/>
                  </a:cubicBezTo>
                  <a:cubicBezTo>
                    <a:pt x="7061064" y="2609995"/>
                    <a:pt x="6648703" y="2512543"/>
                    <a:pt x="6269200" y="2442271"/>
                  </a:cubicBezTo>
                  <a:cubicBezTo>
                    <a:pt x="5889697" y="2371999"/>
                    <a:pt x="5505264" y="2337526"/>
                    <a:pt x="5125761" y="2295098"/>
                  </a:cubicBezTo>
                  <a:cubicBezTo>
                    <a:pt x="4746258" y="2252670"/>
                    <a:pt x="4304325" y="2218860"/>
                    <a:pt x="3992179" y="2187702"/>
                  </a:cubicBezTo>
                  <a:cubicBezTo>
                    <a:pt x="3680033" y="2156544"/>
                    <a:pt x="3507532" y="2137981"/>
                    <a:pt x="3252887" y="2108149"/>
                  </a:cubicBezTo>
                  <a:cubicBezTo>
                    <a:pt x="2998242" y="2078317"/>
                    <a:pt x="2694310" y="2043181"/>
                    <a:pt x="2464308" y="2008708"/>
                  </a:cubicBezTo>
                  <a:cubicBezTo>
                    <a:pt x="2234306" y="1974235"/>
                    <a:pt x="2053590" y="1947718"/>
                    <a:pt x="1872874" y="1901312"/>
                  </a:cubicBezTo>
                  <a:cubicBezTo>
                    <a:pt x="1692158" y="1854906"/>
                    <a:pt x="1527870" y="1798556"/>
                    <a:pt x="1380012" y="1730273"/>
                  </a:cubicBezTo>
                  <a:cubicBezTo>
                    <a:pt x="1232154" y="1661990"/>
                    <a:pt x="1092510" y="1571168"/>
                    <a:pt x="985723" y="1491615"/>
                  </a:cubicBezTo>
                  <a:cubicBezTo>
                    <a:pt x="878936" y="1412062"/>
                    <a:pt x="821436" y="1345769"/>
                    <a:pt x="739292" y="1252957"/>
                  </a:cubicBezTo>
                  <a:cubicBezTo>
                    <a:pt x="657148" y="1160145"/>
                    <a:pt x="566791" y="1040816"/>
                    <a:pt x="492862" y="934745"/>
                  </a:cubicBezTo>
                  <a:cubicBezTo>
                    <a:pt x="418933" y="828674"/>
                    <a:pt x="353218" y="715975"/>
                    <a:pt x="295717" y="616534"/>
                  </a:cubicBezTo>
                  <a:cubicBezTo>
                    <a:pt x="238216" y="517093"/>
                    <a:pt x="197144" y="440855"/>
                    <a:pt x="147858" y="338099"/>
                  </a:cubicBezTo>
                  <a:cubicBezTo>
                    <a:pt x="98572" y="235343"/>
                    <a:pt x="24643" y="56350"/>
                    <a:pt x="0" y="0"/>
                  </a:cubicBezTo>
                  <a:close/>
                </a:path>
              </a:pathLst>
            </a:custGeom>
            <a:solidFill>
              <a:srgbClr val="FBE3E7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3" name="Centralization threshold curve"/>
            <p:cNvSpPr/>
            <p:nvPr/>
          </p:nvSpPr>
          <p:spPr>
            <a:xfrm>
              <a:off x="1783080" y="1371600"/>
              <a:ext cx="9857232" cy="3977640"/>
            </a:xfrm>
            <a:custGeom>
              <a:avLst/>
              <a:gdLst/>
              <a:ahLst/>
              <a:cxnLst/>
              <a:rect l="0" t="0" r="r" b="b"/>
              <a:pathLst>
                <a:path w="9857232" h="3977640" fill="none">
                  <a:moveTo>
                    <a:pt x="0" y="0"/>
                  </a:moveTo>
                  <a:cubicBezTo>
                    <a:pt x="24643" y="56350"/>
                    <a:pt x="98572" y="235343"/>
                    <a:pt x="147858" y="338099"/>
                  </a:cubicBezTo>
                  <a:cubicBezTo>
                    <a:pt x="197144" y="440855"/>
                    <a:pt x="238216" y="517093"/>
                    <a:pt x="295717" y="616534"/>
                  </a:cubicBezTo>
                  <a:cubicBezTo>
                    <a:pt x="353218" y="715975"/>
                    <a:pt x="418933" y="828674"/>
                    <a:pt x="492862" y="934745"/>
                  </a:cubicBezTo>
                  <a:cubicBezTo>
                    <a:pt x="566791" y="1040816"/>
                    <a:pt x="657148" y="1160145"/>
                    <a:pt x="739292" y="1252957"/>
                  </a:cubicBezTo>
                  <a:cubicBezTo>
                    <a:pt x="821436" y="1345769"/>
                    <a:pt x="878936" y="1412062"/>
                    <a:pt x="985723" y="1491615"/>
                  </a:cubicBezTo>
                  <a:cubicBezTo>
                    <a:pt x="1092510" y="1571168"/>
                    <a:pt x="1232154" y="1661990"/>
                    <a:pt x="1380012" y="1730273"/>
                  </a:cubicBezTo>
                  <a:cubicBezTo>
                    <a:pt x="1527870" y="1798556"/>
                    <a:pt x="1692158" y="1854906"/>
                    <a:pt x="1872874" y="1901312"/>
                  </a:cubicBezTo>
                  <a:cubicBezTo>
                    <a:pt x="2053590" y="1947718"/>
                    <a:pt x="2234306" y="1974235"/>
                    <a:pt x="2464308" y="2008708"/>
                  </a:cubicBezTo>
                  <a:cubicBezTo>
                    <a:pt x="2694310" y="2043181"/>
                    <a:pt x="2998242" y="2078317"/>
                    <a:pt x="3252887" y="2108149"/>
                  </a:cubicBezTo>
                  <a:cubicBezTo>
                    <a:pt x="3507532" y="2137981"/>
                    <a:pt x="3680033" y="2156544"/>
                    <a:pt x="3992179" y="2187702"/>
                  </a:cubicBezTo>
                  <a:cubicBezTo>
                    <a:pt x="4304325" y="2218860"/>
                    <a:pt x="4746258" y="2252670"/>
                    <a:pt x="5125761" y="2295098"/>
                  </a:cubicBezTo>
                  <a:cubicBezTo>
                    <a:pt x="5505264" y="2337526"/>
                    <a:pt x="5889697" y="2371999"/>
                    <a:pt x="6269200" y="2442271"/>
                  </a:cubicBezTo>
                  <a:cubicBezTo>
                    <a:pt x="6648703" y="2512543"/>
                    <a:pt x="7061064" y="2609995"/>
                    <a:pt x="7402781" y="2716728"/>
                  </a:cubicBezTo>
                  <a:cubicBezTo>
                    <a:pt x="7744498" y="2823461"/>
                    <a:pt x="8053359" y="2948757"/>
                    <a:pt x="8319504" y="3082671"/>
                  </a:cubicBezTo>
                  <a:cubicBezTo>
                    <a:pt x="8585649" y="3216585"/>
                    <a:pt x="8768008" y="3371050"/>
                    <a:pt x="8999653" y="3520211"/>
                  </a:cubicBezTo>
                  <a:cubicBezTo>
                    <a:pt x="9231298" y="3669372"/>
                    <a:pt x="9591087" y="3901402"/>
                    <a:pt x="9709374" y="3977640"/>
                  </a:cubicBezTo>
                </a:path>
              </a:pathLst>
            </a:custGeom>
            <a:noFill/>
            <a:ln w="50800" cap="rnd">
              <a:solidFill>
                <a:srgbClr val="C8102E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204" name="Y axis"/>
            <p:cNvCxnSpPr/>
            <p:nvPr/>
          </p:nvCxnSpPr>
          <p:spPr>
            <a:xfrm>
              <a:off x="1783080" y="1371600"/>
              <a:ext cx="0" cy="3977640"/>
            </a:xfrm>
            <a:prstGeom prst="line">
              <a:avLst/>
            </a:prstGeom>
            <a:ln w="19050">
              <a:solidFill>
                <a:srgbClr val="000000"/>
              </a:solidFill>
              <a:headEnd type="triangle" w="lg" len="lg"/>
            </a:ln>
          </p:spPr>
        </p:cxnSp>
        <p:cxnSp>
          <p:nvCxnSpPr>
            <p:cNvPr id="205" name="X axis"/>
            <p:cNvCxnSpPr/>
            <p:nvPr/>
          </p:nvCxnSpPr>
          <p:spPr>
            <a:xfrm>
              <a:off x="1783080" y="5349240"/>
              <a:ext cx="9857232" cy="0"/>
            </a:xfrm>
            <a:prstGeom prst="line">
              <a:avLst/>
            </a:prstGeom>
            <a:ln w="19050">
              <a:solidFill>
                <a:srgbClr val="000000"/>
              </a:solidFill>
              <a:tailEnd type="triangle" w="lg" len="lg"/>
            </a:ln>
          </p:spPr>
        </p:cxnSp>
      </p:grpSp>
      <p:sp>
        <p:nvSpPr>
          <p:cNvPr id="207" name="Centralized band"/>
          <p:cNvSpPr/>
          <p:nvPr/>
        </p:nvSpPr>
        <p:spPr>
          <a:xfrm>
            <a:off x="7303129" y="1965960"/>
            <a:ext cx="3383280" cy="5486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Lato"/>
                <a:cs typeface="Lato"/>
              </a:rPr>
              <a:t>Centralized</a:t>
            </a:r>
          </a:p>
        </p:txBody>
      </p:sp>
      <p:sp>
        <p:nvSpPr>
          <p:cNvPr id="208" name="Centralized chip 1"/>
          <p:cNvSpPr/>
          <p:nvPr/>
        </p:nvSpPr>
        <p:spPr>
          <a:xfrm>
            <a:off x="7303129" y="2651760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45720" tIns="45720" rIns="4572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0000"/>
                </a:solidFill>
                <a:latin typeface="Lato"/>
                <a:cs typeface="Lato"/>
              </a:rPr>
              <a:t>Activist</a:t>
            </a:r>
          </a:p>
        </p:txBody>
      </p:sp>
      <p:sp>
        <p:nvSpPr>
          <p:cNvPr id="209" name="Centralized chip 2"/>
          <p:cNvSpPr/>
          <p:nvPr/>
        </p:nvSpPr>
        <p:spPr>
          <a:xfrm>
            <a:off x="9086209" y="2651760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45720" tIns="45720" rIns="4572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0000"/>
                </a:solidFill>
                <a:latin typeface="Lato"/>
                <a:cs typeface="Lato"/>
              </a:rPr>
              <a:t>Controlled</a:t>
            </a:r>
          </a:p>
        </p:txBody>
      </p:sp>
      <p:sp>
        <p:nvSpPr>
          <p:cNvPr id="210" name="Decentralized band"/>
          <p:cNvSpPr/>
          <p:nvPr/>
        </p:nvSpPr>
        <p:spPr>
          <a:xfrm>
            <a:off x="2768803" y="3931920"/>
            <a:ext cx="3383280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Lato"/>
                <a:cs typeface="Lato"/>
              </a:rPr>
              <a:t>Decentralized</a:t>
            </a:r>
          </a:p>
        </p:txBody>
      </p:sp>
      <p:sp>
        <p:nvSpPr>
          <p:cNvPr id="211" name="Decentralized chip 1"/>
          <p:cNvSpPr/>
          <p:nvPr/>
        </p:nvSpPr>
        <p:spPr>
          <a:xfrm>
            <a:off x="2768803" y="4617720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45720" tIns="45720" rIns="4572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0000"/>
                </a:solidFill>
                <a:latin typeface="Lato"/>
                <a:cs typeface="Lato"/>
              </a:rPr>
              <a:t>RCM</a:t>
            </a:r>
          </a:p>
        </p:txBody>
      </p:sp>
      <p:sp>
        <p:nvSpPr>
          <p:cNvPr id="212" name="Decentralized chip 2"/>
          <p:cNvSpPr/>
          <p:nvPr/>
        </p:nvSpPr>
        <p:spPr>
          <a:xfrm>
            <a:off x="4551883" y="4617720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45720" tIns="45720" rIns="4572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000000"/>
                </a:solidFill>
                <a:latin typeface="Lato"/>
                <a:cs typeface="Lato"/>
              </a:rPr>
              <a:t>ETOB</a:t>
            </a:r>
          </a:p>
        </p:txBody>
      </p:sp>
      <p:sp>
        <p:nvSpPr>
          <p:cNvPr id="213" name="Y axis title"/>
          <p:cNvSpPr txBox="1"/>
          <p:nvPr/>
        </p:nvSpPr>
        <p:spPr>
          <a:xfrm>
            <a:off x="731520" y="1371600"/>
            <a:ext cx="365760" cy="3977640"/>
          </a:xfrm>
          <a:prstGeom prst="rect">
            <a:avLst/>
          </a:prstGeom>
          <a:noFill/>
        </p:spPr>
        <p:txBody>
          <a:bodyPr vert="vert270" wrap="square" lIns="0" tIns="0" rIns="0" bIns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latin typeface="Lato"/>
                <a:cs typeface="Lato"/>
              </a:rPr>
              <a:t>Pace of change</a:t>
            </a:r>
          </a:p>
        </p:txBody>
      </p:sp>
      <p:sp>
        <p:nvSpPr>
          <p:cNvPr id="214" name="Y axis high"/>
          <p:cNvSpPr txBox="1"/>
          <p:nvPr/>
        </p:nvSpPr>
        <p:spPr>
          <a:xfrm>
            <a:off x="1097280" y="1389888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Lato"/>
                <a:cs typeface="Lato"/>
              </a:rPr>
              <a:t>High</a:t>
            </a:r>
          </a:p>
        </p:txBody>
      </p:sp>
      <p:sp>
        <p:nvSpPr>
          <p:cNvPr id="215" name="Y axis low"/>
          <p:cNvSpPr txBox="1"/>
          <p:nvPr/>
        </p:nvSpPr>
        <p:spPr>
          <a:xfrm>
            <a:off x="1097280" y="4983480"/>
            <a:ext cx="594360" cy="2743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Lato"/>
                <a:cs typeface="Lato"/>
              </a:rPr>
              <a:t>Low</a:t>
            </a:r>
          </a:p>
        </p:txBody>
      </p:sp>
      <p:sp>
        <p:nvSpPr>
          <p:cNvPr id="216" name="X axis low"/>
          <p:cNvSpPr txBox="1"/>
          <p:nvPr/>
        </p:nvSpPr>
        <p:spPr>
          <a:xfrm>
            <a:off x="1783080" y="54406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Lato"/>
                <a:cs typeface="Lato"/>
              </a:rPr>
              <a:t>Low</a:t>
            </a:r>
          </a:p>
        </p:txBody>
      </p:sp>
      <p:sp>
        <p:nvSpPr>
          <p:cNvPr id="217" name="X axis title"/>
          <p:cNvSpPr txBox="1"/>
          <p:nvPr/>
        </p:nvSpPr>
        <p:spPr>
          <a:xfrm>
            <a:off x="3154680" y="5440680"/>
            <a:ext cx="7114032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latin typeface="Lato"/>
                <a:cs typeface="Lato"/>
              </a:rPr>
              <a:t>Degree of change / level of uncertainty</a:t>
            </a:r>
          </a:p>
        </p:txBody>
      </p:sp>
      <p:sp>
        <p:nvSpPr>
          <p:cNvPr id="218" name="X axis high"/>
          <p:cNvSpPr txBox="1"/>
          <p:nvPr/>
        </p:nvSpPr>
        <p:spPr>
          <a:xfrm>
            <a:off x="10725912" y="544068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595959"/>
                </a:solidFill>
                <a:latin typeface="Lato"/>
                <a:cs typeface="Lato"/>
              </a:rPr>
              <a:t>High</a:t>
            </a:r>
          </a:p>
        </p:txBody>
      </p:sp>
      <p:sp>
        <p:nvSpPr>
          <p:cNvPr id="220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Source: 2026-09-29 Role of the Center deck</a:t>
            </a:r>
          </a:p>
        </p:txBody>
      </p:sp>
      <p:sp>
        <p:nvSpPr>
          <p:cNvPr id="221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222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6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E80A79-FEC3-B3D9-014C-782E52293D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11C43-65F5-AED6-FF95-4AA5BCFC6B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Parkinson’s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585858"/>
                </a:solidFill>
                <a:latin typeface="Arial"/>
              </a:rPr>
              <a:t>Northeastern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1">
                <a:solidFill>
                  <a:srgbClr val="000000"/>
                </a:solidFill>
                <a:latin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296499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3000" b="1" i="0" dirty="0">
                <a:solidFill>
                  <a:srgbClr val="000000"/>
                </a:solidFill>
                <a:latin typeface="Lato"/>
                <a:cs typeface="Lato"/>
              </a:rPr>
              <a:t>Parkinson’s Law</a:t>
            </a:r>
          </a:p>
        </p:txBody>
      </p:sp>
      <p:sp>
        <p:nvSpPr>
          <p:cNvPr id="138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APPENDIX  |  PARKINSON’S LAW</a:t>
            </a:r>
          </a:p>
        </p:txBody>
      </p:sp>
      <p:sp>
        <p:nvSpPr>
          <p:cNvPr id="139" name="Subtitle"/>
          <p:cNvSpPr txBox="1"/>
          <p:nvPr/>
        </p:nvSpPr>
        <p:spPr>
          <a:xfrm>
            <a:off x="731520" y="118872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C8102E"/>
                </a:solidFill>
                <a:latin typeface="Lato"/>
                <a:cs typeface="Lato"/>
              </a:rPr>
              <a:t>“We can pay more people, or we can pay people more”</a:t>
            </a:r>
          </a:p>
        </p:txBody>
      </p:sp>
      <p:sp>
        <p:nvSpPr>
          <p:cNvPr id="140" name="Big number"/>
          <p:cNvSpPr txBox="1"/>
          <p:nvPr/>
        </p:nvSpPr>
        <p:spPr>
          <a:xfrm>
            <a:off x="731520" y="1783080"/>
            <a:ext cx="475488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i="0" dirty="0">
                <a:solidFill>
                  <a:srgbClr val="C8102E"/>
                </a:solidFill>
                <a:latin typeface="Lato"/>
                <a:cs typeface="Lato"/>
              </a:rPr>
              <a:t>5–7%</a:t>
            </a:r>
          </a:p>
        </p:txBody>
      </p:sp>
      <p:sp>
        <p:nvSpPr>
          <p:cNvPr id="141" name="Big number label"/>
          <p:cNvSpPr txBox="1"/>
          <p:nvPr/>
        </p:nvSpPr>
        <p:spPr>
          <a:xfrm>
            <a:off x="731520" y="3291840"/>
            <a:ext cx="4754880" cy="274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dirty="0">
                <a:solidFill>
                  <a:srgbClr val="000000"/>
                </a:solidFill>
                <a:latin typeface="Lato"/>
                <a:cs typeface="Lato"/>
              </a:rPr>
              <a:t>The total of those employed inside a bureaucracy grew by 5%–7% per year, “irrespective of variation in the amount of work (if any) to be done.”</a:t>
            </a:r>
          </a:p>
        </p:txBody>
      </p:sp>
      <p:sp>
        <p:nvSpPr>
          <p:cNvPr id="142" name="Forces intro"/>
          <p:cNvSpPr txBox="1"/>
          <p:nvPr/>
        </p:nvSpPr>
        <p:spPr>
          <a:xfrm>
            <a:off x="5943600" y="1783080"/>
            <a:ext cx="5696712" cy="7315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000000"/>
                </a:solidFill>
                <a:latin typeface="Lato"/>
                <a:cs typeface="Lato"/>
              </a:rPr>
              <a:t>Parkinson explains the growth of bureaucracy by two forces:</a:t>
            </a:r>
          </a:p>
        </p:txBody>
      </p:sp>
      <p:cxnSp>
        <p:nvCxnSpPr>
          <p:cNvPr id="143" name="Force rule 1"/>
          <p:cNvCxnSpPr/>
          <p:nvPr/>
        </p:nvCxnSpPr>
        <p:spPr>
          <a:xfrm>
            <a:off x="5943600" y="2743200"/>
            <a:ext cx="5696712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44" name="Force 1"/>
          <p:cNvSpPr txBox="1"/>
          <p:nvPr/>
        </p:nvSpPr>
        <p:spPr>
          <a:xfrm>
            <a:off x="5943600" y="2880360"/>
            <a:ext cx="5696712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C8102E"/>
                </a:solidFill>
                <a:latin typeface="Lato"/>
                <a:cs typeface="Lato"/>
              </a:rPr>
              <a:t>The Law of Multiplication of Subordinates</a:t>
            </a:r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00" b="0" i="1" dirty="0">
                <a:solidFill>
                  <a:srgbClr val="000000"/>
                </a:solidFill>
                <a:latin typeface="Lato"/>
                <a:cs typeface="Lato"/>
              </a:rPr>
              <a:t>“An official wants to multiply subordinates, not rivals”</a:t>
            </a:r>
          </a:p>
        </p:txBody>
      </p:sp>
      <p:cxnSp>
        <p:nvCxnSpPr>
          <p:cNvPr id="145" name="Force rule 2"/>
          <p:cNvCxnSpPr/>
          <p:nvPr/>
        </p:nvCxnSpPr>
        <p:spPr>
          <a:xfrm>
            <a:off x="5943600" y="4434840"/>
            <a:ext cx="5696712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46" name="Force 2"/>
          <p:cNvSpPr txBox="1"/>
          <p:nvPr/>
        </p:nvSpPr>
        <p:spPr>
          <a:xfrm>
            <a:off x="5943600" y="4572000"/>
            <a:ext cx="5696712" cy="1371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C8102E"/>
                </a:solidFill>
                <a:latin typeface="Lato"/>
                <a:cs typeface="Lato"/>
              </a:rPr>
              <a:t>The Law of Multiplication of Work</a:t>
            </a:r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900" b="0" i="1" dirty="0">
                <a:solidFill>
                  <a:srgbClr val="000000"/>
                </a:solidFill>
                <a:latin typeface="Lato"/>
                <a:cs typeface="Lato"/>
              </a:rPr>
              <a:t>“Officials make work for each other”</a:t>
            </a:r>
          </a:p>
        </p:txBody>
      </p:sp>
      <p:sp>
        <p:nvSpPr>
          <p:cNvPr id="147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Source: The Economist, November 19, 1955</a:t>
            </a:r>
          </a:p>
        </p:txBody>
      </p:sp>
      <p:sp>
        <p:nvSpPr>
          <p:cNvPr id="148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149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8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3000" b="1" i="0" dirty="0">
                <a:solidFill>
                  <a:srgbClr val="000000"/>
                </a:solidFill>
                <a:latin typeface="Lato"/>
                <a:cs typeface="Lato"/>
              </a:rPr>
              <a:t>The Law of Multiplication of Subordinates</a:t>
            </a:r>
          </a:p>
        </p:txBody>
      </p:sp>
      <p:sp>
        <p:nvSpPr>
          <p:cNvPr id="150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APPENDIX  |  PARKINSON’S LAW</a:t>
            </a:r>
          </a:p>
        </p:txBody>
      </p:sp>
      <p:sp>
        <p:nvSpPr>
          <p:cNvPr id="151" name="Subtitle"/>
          <p:cNvSpPr txBox="1"/>
          <p:nvPr/>
        </p:nvSpPr>
        <p:spPr>
          <a:xfrm>
            <a:off x="731520" y="118872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C8102E"/>
                </a:solidFill>
                <a:latin typeface="Lato"/>
                <a:cs typeface="Lato"/>
              </a:rPr>
              <a:t>How seven people do the work formerly done by one</a:t>
            </a:r>
          </a:p>
        </p:txBody>
      </p:sp>
      <p:sp>
        <p:nvSpPr>
          <p:cNvPr id="152" name="Intro"/>
          <p:cNvSpPr txBox="1"/>
          <p:nvPr/>
        </p:nvSpPr>
        <p:spPr>
          <a:xfrm>
            <a:off x="731520" y="1783080"/>
            <a:ext cx="10908792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000000"/>
                </a:solidFill>
                <a:latin typeface="Lato"/>
                <a:cs typeface="Lato"/>
              </a:rPr>
              <a:t>Consider Manager “A”</a:t>
            </a:r>
          </a:p>
          <a:p>
            <a:pPr marL="155448" indent="-155448" algn="l">
              <a:spcBef>
                <a:spcPts val="4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Lato"/>
                <a:cs typeface="Lato"/>
              </a:rPr>
              <a:t>“A” feels overworked (real/imaginary?)</a:t>
            </a:r>
          </a:p>
          <a:p>
            <a:pPr marL="155448" indent="-155448" algn="l">
              <a:spcBef>
                <a:spcPts val="2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800" b="0" i="0" dirty="0">
                <a:solidFill>
                  <a:srgbClr val="000000"/>
                </a:solidFill>
                <a:latin typeface="Lato"/>
                <a:cs typeface="Lato"/>
              </a:rPr>
              <a:t>“A” sees three possible remedies</a:t>
            </a:r>
          </a:p>
        </p:txBody>
      </p:sp>
      <p:sp>
        <p:nvSpPr>
          <p:cNvPr id="153" name="Remedy head"/>
          <p:cNvSpPr txBox="1"/>
          <p:nvPr/>
        </p:nvSpPr>
        <p:spPr>
          <a:xfrm>
            <a:off x="1371600" y="283464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595959"/>
                </a:solidFill>
                <a:latin typeface="Lato"/>
                <a:cs typeface="Lato"/>
              </a:rPr>
              <a:t>REMEDY</a:t>
            </a:r>
          </a:p>
        </p:txBody>
      </p:sp>
      <p:sp>
        <p:nvSpPr>
          <p:cNvPr id="154" name="Reaction head"/>
          <p:cNvSpPr txBox="1"/>
          <p:nvPr/>
        </p:nvSpPr>
        <p:spPr>
          <a:xfrm>
            <a:off x="6675120" y="283464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595959"/>
                </a:solidFill>
                <a:latin typeface="Lato"/>
                <a:cs typeface="Lato"/>
              </a:rPr>
              <a:t>REACTION</a:t>
            </a:r>
          </a:p>
        </p:txBody>
      </p:sp>
      <p:cxnSp>
        <p:nvCxnSpPr>
          <p:cNvPr id="155" name="Row rule 1"/>
          <p:cNvCxnSpPr/>
          <p:nvPr/>
        </p:nvCxnSpPr>
        <p:spPr>
          <a:xfrm>
            <a:off x="731520" y="3154680"/>
            <a:ext cx="10908792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56" name="Num 1"/>
          <p:cNvSpPr txBox="1"/>
          <p:nvPr/>
        </p:nvSpPr>
        <p:spPr>
          <a:xfrm>
            <a:off x="731520" y="3227832"/>
            <a:ext cx="54864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C8102E"/>
                </a:solidFill>
                <a:latin typeface="Lato"/>
                <a:cs typeface="Lato"/>
              </a:rPr>
              <a:t>1</a:t>
            </a:r>
          </a:p>
        </p:txBody>
      </p:sp>
      <p:sp>
        <p:nvSpPr>
          <p:cNvPr id="157" name="Remedy 1"/>
          <p:cNvSpPr txBox="1"/>
          <p:nvPr/>
        </p:nvSpPr>
        <p:spPr>
          <a:xfrm>
            <a:off x="1371600" y="3227832"/>
            <a:ext cx="448056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latin typeface="Lato"/>
                <a:cs typeface="Lato"/>
              </a:rPr>
              <a:t>Resign</a:t>
            </a:r>
          </a:p>
        </p:txBody>
      </p:sp>
      <p:sp>
        <p:nvSpPr>
          <p:cNvPr id="158" name="Arrow 1"/>
          <p:cNvSpPr/>
          <p:nvPr/>
        </p:nvSpPr>
        <p:spPr>
          <a:xfrm>
            <a:off x="5989320" y="3355848"/>
            <a:ext cx="457200" cy="274320"/>
          </a:xfrm>
          <a:prstGeom prst="rightArrow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Reaction 1"/>
          <p:cNvSpPr txBox="1"/>
          <p:nvPr/>
        </p:nvSpPr>
        <p:spPr>
          <a:xfrm>
            <a:off x="6675120" y="3227832"/>
            <a:ext cx="512064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When has this happened?</a:t>
            </a:r>
          </a:p>
        </p:txBody>
      </p:sp>
      <p:cxnSp>
        <p:nvCxnSpPr>
          <p:cNvPr id="160" name="Row rule 2"/>
          <p:cNvCxnSpPr/>
          <p:nvPr/>
        </p:nvCxnSpPr>
        <p:spPr>
          <a:xfrm>
            <a:off x="731520" y="3867912"/>
            <a:ext cx="10908792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61" name="Num 2"/>
          <p:cNvSpPr txBox="1"/>
          <p:nvPr/>
        </p:nvSpPr>
        <p:spPr>
          <a:xfrm>
            <a:off x="731520" y="3941064"/>
            <a:ext cx="54864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C8102E"/>
                </a:solidFill>
                <a:latin typeface="Lato"/>
                <a:cs typeface="Lato"/>
              </a:rPr>
              <a:t>2</a:t>
            </a:r>
          </a:p>
        </p:txBody>
      </p:sp>
      <p:sp>
        <p:nvSpPr>
          <p:cNvPr id="162" name="Remedy 2"/>
          <p:cNvSpPr txBox="1"/>
          <p:nvPr/>
        </p:nvSpPr>
        <p:spPr>
          <a:xfrm>
            <a:off x="1371600" y="3941064"/>
            <a:ext cx="448056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latin typeface="Lato"/>
                <a:cs typeface="Lato"/>
              </a:rPr>
              <a:t>Ask to halve the work with a colleague (Manager “B”)</a:t>
            </a:r>
          </a:p>
        </p:txBody>
      </p:sp>
      <p:sp>
        <p:nvSpPr>
          <p:cNvPr id="163" name="Arrow 2"/>
          <p:cNvSpPr/>
          <p:nvPr/>
        </p:nvSpPr>
        <p:spPr>
          <a:xfrm>
            <a:off x="5989320" y="4069080"/>
            <a:ext cx="457200" cy="274320"/>
          </a:xfrm>
          <a:prstGeom prst="rightArrow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4" name="Reaction 2"/>
          <p:cNvSpPr txBox="1"/>
          <p:nvPr/>
        </p:nvSpPr>
        <p:spPr>
          <a:xfrm>
            <a:off x="6675120" y="3941064"/>
            <a:ext cx="512064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Appointing/promoting “B” brings a rival for W’s vacancy (thank God W is finally retiring…)</a:t>
            </a:r>
          </a:p>
        </p:txBody>
      </p:sp>
      <p:cxnSp>
        <p:nvCxnSpPr>
          <p:cNvPr id="165" name="Row rule 3"/>
          <p:cNvCxnSpPr/>
          <p:nvPr/>
        </p:nvCxnSpPr>
        <p:spPr>
          <a:xfrm>
            <a:off x="731520" y="4581144"/>
            <a:ext cx="10908792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66" name="Num 3"/>
          <p:cNvSpPr txBox="1"/>
          <p:nvPr/>
        </p:nvSpPr>
        <p:spPr>
          <a:xfrm>
            <a:off x="731520" y="4654296"/>
            <a:ext cx="54864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C8102E"/>
                </a:solidFill>
                <a:latin typeface="Lato"/>
                <a:cs typeface="Lato"/>
              </a:rPr>
              <a:t>3</a:t>
            </a:r>
          </a:p>
        </p:txBody>
      </p:sp>
      <p:sp>
        <p:nvSpPr>
          <p:cNvPr id="167" name="Remedy 3"/>
          <p:cNvSpPr txBox="1"/>
          <p:nvPr/>
        </p:nvSpPr>
        <p:spPr>
          <a:xfrm>
            <a:off x="1371600" y="4654296"/>
            <a:ext cx="448056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000000"/>
                </a:solidFill>
                <a:latin typeface="Lato"/>
                <a:cs typeface="Lato"/>
              </a:rPr>
              <a:t>Demand the assistance of two subordinates (“C” and “D”)</a:t>
            </a:r>
          </a:p>
        </p:txBody>
      </p:sp>
      <p:sp>
        <p:nvSpPr>
          <p:cNvPr id="168" name="Arrow 3"/>
          <p:cNvSpPr/>
          <p:nvPr/>
        </p:nvSpPr>
        <p:spPr>
          <a:xfrm>
            <a:off x="5989320" y="4782312"/>
            <a:ext cx="457200" cy="274320"/>
          </a:xfrm>
          <a:prstGeom prst="rightArrow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9" name="Reaction 3"/>
          <p:cNvSpPr txBox="1"/>
          <p:nvPr/>
        </p:nvSpPr>
        <p:spPr>
          <a:xfrm>
            <a:off x="6675120" y="4654296"/>
            <a:ext cx="5120640" cy="6035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“A” would much rather have “C” and “D” ‘below’ him</a:t>
            </a:r>
          </a:p>
        </p:txBody>
      </p:sp>
      <p:cxnSp>
        <p:nvCxnSpPr>
          <p:cNvPr id="170" name="Row rule end"/>
          <p:cNvCxnSpPr/>
          <p:nvPr/>
        </p:nvCxnSpPr>
        <p:spPr>
          <a:xfrm>
            <a:off x="731520" y="5294376"/>
            <a:ext cx="10908792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71" name="Callout"/>
          <p:cNvSpPr/>
          <p:nvPr/>
        </p:nvSpPr>
        <p:spPr>
          <a:xfrm>
            <a:off x="731520" y="5577840"/>
            <a:ext cx="9509760" cy="640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Lato"/>
                <a:cs typeface="Lato"/>
              </a:rPr>
              <a:t>Let’s talk about the inevitability of “E,” “F,” “G,” and “H” when “C” feels overworked</a:t>
            </a:r>
          </a:p>
        </p:txBody>
      </p:sp>
      <p:sp>
        <p:nvSpPr>
          <p:cNvPr id="172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Source: Parkinson’s Law deck</a:t>
            </a:r>
          </a:p>
        </p:txBody>
      </p:sp>
      <p:sp>
        <p:nvSpPr>
          <p:cNvPr id="173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174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9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3000" b="1" i="0" dirty="0">
                <a:solidFill>
                  <a:srgbClr val="000000"/>
                </a:solidFill>
                <a:latin typeface="Lato"/>
                <a:cs typeface="Lato"/>
              </a:rPr>
              <a:t>The Law of Multiplication of Work</a:t>
            </a:r>
          </a:p>
        </p:txBody>
      </p:sp>
      <p:sp>
        <p:nvSpPr>
          <p:cNvPr id="175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APPENDIX  |  PARKINSON’S LAW</a:t>
            </a:r>
          </a:p>
        </p:txBody>
      </p:sp>
      <p:sp>
        <p:nvSpPr>
          <p:cNvPr id="176" name="Subtitle"/>
          <p:cNvSpPr txBox="1"/>
          <p:nvPr/>
        </p:nvSpPr>
        <p:spPr>
          <a:xfrm>
            <a:off x="731520" y="118872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C8102E"/>
                </a:solidFill>
                <a:latin typeface="Lato"/>
                <a:cs typeface="Lato"/>
              </a:rPr>
              <a:t>Officials make work for each other</a:t>
            </a:r>
          </a:p>
        </p:txBody>
      </p:sp>
      <p:sp>
        <p:nvSpPr>
          <p:cNvPr id="177" name="Steps"/>
          <p:cNvSpPr txBox="1"/>
          <p:nvPr/>
        </p:nvSpPr>
        <p:spPr>
          <a:xfrm>
            <a:off x="731520" y="1737360"/>
            <a:ext cx="7498080" cy="3794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000000"/>
                </a:solidFill>
                <a:latin typeface="Lato"/>
                <a:cs typeface="Lato"/>
              </a:rPr>
              <a:t>Seven make so much work that “A” is working harder than ever</a:t>
            </a:r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000000"/>
                </a:solidFill>
                <a:latin typeface="Lato"/>
                <a:cs typeface="Lato"/>
              </a:rPr>
              <a:t>Consider the following</a:t>
            </a:r>
          </a:p>
          <a:p>
            <a:pPr marL="274320" indent="-274320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Lato"/>
              <a:buAutoNum type="arabicPeriod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Incoming memo request submitted to “E”</a:t>
            </a:r>
          </a:p>
          <a:p>
            <a:pPr marL="274320" indent="-274320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Lato"/>
              <a:buAutoNum type="arabicPeriod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“E” decides this falls within the expertise of “F”</a:t>
            </a:r>
          </a:p>
          <a:p>
            <a:pPr marL="274320" indent="-274320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Lato"/>
              <a:buAutoNum type="arabicPeriod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“F” drafts a reply and sends it to “C”</a:t>
            </a:r>
          </a:p>
          <a:p>
            <a:pPr marL="274320" indent="-274320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Lato"/>
              <a:buAutoNum type="arabicPeriod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“C” edits and sends on to “D” for consultation and advice</a:t>
            </a:r>
          </a:p>
          <a:p>
            <a:pPr marL="274320" indent="-274320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Lato"/>
              <a:buAutoNum type="arabicPeriod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“D” asks “G” to deal with it</a:t>
            </a:r>
          </a:p>
          <a:p>
            <a:pPr marL="274320" indent="-274320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Lato"/>
              <a:buAutoNum type="arabicPeriod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“G” goes on vacation and hands it off to “H”</a:t>
            </a:r>
          </a:p>
          <a:p>
            <a:pPr marL="274320" indent="-274320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Lato"/>
              <a:buAutoNum type="arabicPeriod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“H” edits the draft further and sends on to “D”, who returns it to “C,” who revises further and sends to “A”</a:t>
            </a:r>
          </a:p>
          <a:p>
            <a:pPr marL="274320" indent="-274320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Lato"/>
              <a:buAutoNum type="arabicPeriod"/>
            </a:pPr>
            <a:r>
              <a:rPr lang="en-US" sz="1600" b="0" i="0" dirty="0">
                <a:solidFill>
                  <a:srgbClr val="000000"/>
                </a:solidFill>
                <a:latin typeface="Lato"/>
                <a:cs typeface="Lato"/>
              </a:rPr>
              <a:t>“A” edits to his preference, producing the same reply he would have written if “C” and “D” never existed</a:t>
            </a:r>
          </a:p>
        </p:txBody>
      </p:sp>
      <p:cxnSp>
        <p:nvCxnSpPr>
          <p:cNvPr id="178" name="Link A-C a"/>
          <p:cNvCxnSpPr/>
          <p:nvPr/>
        </p:nvCxnSpPr>
        <p:spPr>
          <a:xfrm>
            <a:off x="10104120" y="2276856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79" name="Link A-C b"/>
          <p:cNvCxnSpPr/>
          <p:nvPr/>
        </p:nvCxnSpPr>
        <p:spPr>
          <a:xfrm>
            <a:off x="9326880" y="2532888"/>
            <a:ext cx="77724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0" name="Link A-C c"/>
          <p:cNvCxnSpPr/>
          <p:nvPr/>
        </p:nvCxnSpPr>
        <p:spPr>
          <a:xfrm>
            <a:off x="9326880" y="2532888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1" name="Link A-D a"/>
          <p:cNvCxnSpPr/>
          <p:nvPr/>
        </p:nvCxnSpPr>
        <p:spPr>
          <a:xfrm>
            <a:off x="10104120" y="2276856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2" name="Link A-D b"/>
          <p:cNvCxnSpPr/>
          <p:nvPr/>
        </p:nvCxnSpPr>
        <p:spPr>
          <a:xfrm>
            <a:off x="10104120" y="2532888"/>
            <a:ext cx="77724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3" name="Link A-D c"/>
          <p:cNvCxnSpPr/>
          <p:nvPr/>
        </p:nvCxnSpPr>
        <p:spPr>
          <a:xfrm>
            <a:off x="10881360" y="2532888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4" name="Link C-E a"/>
          <p:cNvCxnSpPr/>
          <p:nvPr/>
        </p:nvCxnSpPr>
        <p:spPr>
          <a:xfrm>
            <a:off x="9326880" y="3099816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5" name="Link C-E b"/>
          <p:cNvCxnSpPr/>
          <p:nvPr/>
        </p:nvCxnSpPr>
        <p:spPr>
          <a:xfrm>
            <a:off x="8915400" y="3355848"/>
            <a:ext cx="41148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6" name="Link C-E c"/>
          <p:cNvCxnSpPr/>
          <p:nvPr/>
        </p:nvCxnSpPr>
        <p:spPr>
          <a:xfrm>
            <a:off x="8915400" y="3355848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7" name="Link C-F a"/>
          <p:cNvCxnSpPr/>
          <p:nvPr/>
        </p:nvCxnSpPr>
        <p:spPr>
          <a:xfrm>
            <a:off x="9326880" y="3099816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8" name="Link C-F b"/>
          <p:cNvCxnSpPr/>
          <p:nvPr/>
        </p:nvCxnSpPr>
        <p:spPr>
          <a:xfrm>
            <a:off x="9326880" y="3355848"/>
            <a:ext cx="41148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89" name="Link C-F c"/>
          <p:cNvCxnSpPr/>
          <p:nvPr/>
        </p:nvCxnSpPr>
        <p:spPr>
          <a:xfrm>
            <a:off x="9738360" y="3355848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90" name="Link D-G a"/>
          <p:cNvCxnSpPr/>
          <p:nvPr/>
        </p:nvCxnSpPr>
        <p:spPr>
          <a:xfrm>
            <a:off x="10881360" y="3099816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91" name="Link D-G b"/>
          <p:cNvCxnSpPr/>
          <p:nvPr/>
        </p:nvCxnSpPr>
        <p:spPr>
          <a:xfrm>
            <a:off x="10469880" y="3355848"/>
            <a:ext cx="41148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92" name="Link D-G c"/>
          <p:cNvCxnSpPr/>
          <p:nvPr/>
        </p:nvCxnSpPr>
        <p:spPr>
          <a:xfrm>
            <a:off x="10469880" y="3355848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93" name="Link D-H a"/>
          <p:cNvCxnSpPr/>
          <p:nvPr/>
        </p:nvCxnSpPr>
        <p:spPr>
          <a:xfrm>
            <a:off x="10881360" y="3099816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94" name="Link D-H b"/>
          <p:cNvCxnSpPr/>
          <p:nvPr/>
        </p:nvCxnSpPr>
        <p:spPr>
          <a:xfrm>
            <a:off x="10881360" y="3355848"/>
            <a:ext cx="41148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cxnSp>
        <p:nvCxnSpPr>
          <p:cNvPr id="195" name="Link D-H c"/>
          <p:cNvCxnSpPr/>
          <p:nvPr/>
        </p:nvCxnSpPr>
        <p:spPr>
          <a:xfrm>
            <a:off x="11292840" y="3355848"/>
            <a:ext cx="0" cy="256032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96" name="Box A"/>
          <p:cNvSpPr/>
          <p:nvPr/>
        </p:nvSpPr>
        <p:spPr>
          <a:xfrm>
            <a:off x="9921240" y="1965960"/>
            <a:ext cx="365760" cy="31089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</a:ln>
        </p:spPr>
        <p:txBody>
          <a:bodyPr wrap="square" lIns="0" tIns="45720" rIns="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Lato"/>
                <a:cs typeface="Lato"/>
              </a:rPr>
              <a:t>A</a:t>
            </a:r>
          </a:p>
        </p:txBody>
      </p:sp>
      <p:sp>
        <p:nvSpPr>
          <p:cNvPr id="197" name="Box C"/>
          <p:cNvSpPr/>
          <p:nvPr/>
        </p:nvSpPr>
        <p:spPr>
          <a:xfrm>
            <a:off x="9144000" y="2788920"/>
            <a:ext cx="365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45720" rIns="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0000"/>
                </a:solidFill>
                <a:latin typeface="Lato"/>
                <a:cs typeface="Lato"/>
              </a:rPr>
              <a:t>C</a:t>
            </a:r>
          </a:p>
        </p:txBody>
      </p:sp>
      <p:sp>
        <p:nvSpPr>
          <p:cNvPr id="198" name="Box D"/>
          <p:cNvSpPr/>
          <p:nvPr/>
        </p:nvSpPr>
        <p:spPr>
          <a:xfrm>
            <a:off x="10698480" y="2788920"/>
            <a:ext cx="365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45720" rIns="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0000"/>
                </a:solidFill>
                <a:latin typeface="Lato"/>
                <a:cs typeface="Lato"/>
              </a:rPr>
              <a:t>D</a:t>
            </a:r>
          </a:p>
        </p:txBody>
      </p:sp>
      <p:sp>
        <p:nvSpPr>
          <p:cNvPr id="199" name="Box E"/>
          <p:cNvSpPr/>
          <p:nvPr/>
        </p:nvSpPr>
        <p:spPr>
          <a:xfrm>
            <a:off x="8732520" y="3611880"/>
            <a:ext cx="365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45720" rIns="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0000"/>
                </a:solidFill>
                <a:latin typeface="Lato"/>
                <a:cs typeface="Lato"/>
              </a:rPr>
              <a:t>E</a:t>
            </a:r>
          </a:p>
        </p:txBody>
      </p:sp>
      <p:sp>
        <p:nvSpPr>
          <p:cNvPr id="200" name="Box F"/>
          <p:cNvSpPr/>
          <p:nvPr/>
        </p:nvSpPr>
        <p:spPr>
          <a:xfrm>
            <a:off x="9555480" y="3611880"/>
            <a:ext cx="365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45720" rIns="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0000"/>
                </a:solidFill>
                <a:latin typeface="Lato"/>
                <a:cs typeface="Lato"/>
              </a:rPr>
              <a:t>F</a:t>
            </a:r>
          </a:p>
        </p:txBody>
      </p:sp>
      <p:sp>
        <p:nvSpPr>
          <p:cNvPr id="201" name="Box G"/>
          <p:cNvSpPr/>
          <p:nvPr/>
        </p:nvSpPr>
        <p:spPr>
          <a:xfrm>
            <a:off x="10287000" y="3611880"/>
            <a:ext cx="365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45720" rIns="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0000"/>
                </a:solidFill>
                <a:latin typeface="Lato"/>
                <a:cs typeface="Lato"/>
              </a:rPr>
              <a:t>G</a:t>
            </a:r>
          </a:p>
        </p:txBody>
      </p:sp>
      <p:sp>
        <p:nvSpPr>
          <p:cNvPr id="202" name="Box H"/>
          <p:cNvSpPr/>
          <p:nvPr/>
        </p:nvSpPr>
        <p:spPr>
          <a:xfrm>
            <a:off x="11109960" y="3611880"/>
            <a:ext cx="36576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 wrap="square" lIns="0" tIns="45720" rIns="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0000"/>
                </a:solidFill>
                <a:latin typeface="Lato"/>
                <a:cs typeface="Lato"/>
              </a:rPr>
              <a:t>H</a:t>
            </a:r>
          </a:p>
        </p:txBody>
      </p:sp>
      <p:sp>
        <p:nvSpPr>
          <p:cNvPr id="203" name="Callout"/>
          <p:cNvSpPr/>
          <p:nvPr/>
        </p:nvSpPr>
        <p:spPr>
          <a:xfrm>
            <a:off x="731520" y="5669280"/>
            <a:ext cx="9509760" cy="5943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Lato"/>
                <a:cs typeface="Lato"/>
              </a:rPr>
              <a:t>Were any of these workers lazy or unproductive?</a:t>
            </a:r>
          </a:p>
        </p:txBody>
      </p:sp>
      <p:sp>
        <p:nvSpPr>
          <p:cNvPr id="204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Source: Parkinson’s Law deck</a:t>
            </a:r>
          </a:p>
        </p:txBody>
      </p:sp>
      <p:sp>
        <p:nvSpPr>
          <p:cNvPr id="205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206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10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2800" b="1" i="0" dirty="0">
                <a:solidFill>
                  <a:srgbClr val="000000"/>
                </a:solidFill>
                <a:latin typeface="Lato"/>
                <a:cs typeface="Lato"/>
              </a:rPr>
              <a:t>What is the growth rate predicted by Parkinson’s law?</a:t>
            </a:r>
          </a:p>
        </p:txBody>
      </p:sp>
      <p:sp>
        <p:nvSpPr>
          <p:cNvPr id="207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APPENDIX  |  PARKINSON’S LAW</a:t>
            </a:r>
          </a:p>
        </p:txBody>
      </p:sp>
      <p:sp>
        <p:nvSpPr>
          <p:cNvPr id="208" name="Numerator"/>
          <p:cNvSpPr txBox="1"/>
          <p:nvPr/>
        </p:nvSpPr>
        <p:spPr>
          <a:xfrm>
            <a:off x="731520" y="1691640"/>
            <a:ext cx="3931920" cy="73152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marL="0" indent="0" algn="ctr">
              <a:buNone/>
            </a:pPr>
            <a:r>
              <a:rPr lang="en-US" sz="3600" b="0" i="0" dirty="0">
                <a:solidFill>
                  <a:srgbClr val="000000"/>
                </a:solidFill>
                <a:latin typeface="Lato"/>
                <a:cs typeface="Lato"/>
              </a:rPr>
              <a:t>100(2</a:t>
            </a:r>
            <a:r>
              <a:rPr lang="en-US" sz="3600" b="0" i="1" dirty="0">
                <a:solidFill>
                  <a:srgbClr val="000000"/>
                </a:solidFill>
                <a:latin typeface="Lato"/>
                <a:cs typeface="Lato"/>
              </a:rPr>
              <a:t>k</a:t>
            </a:r>
            <a:r>
              <a:rPr lang="en-US" sz="3600" b="0" i="1" baseline="30000" dirty="0">
                <a:solidFill>
                  <a:srgbClr val="000000"/>
                </a:solidFill>
                <a:latin typeface="Lato"/>
                <a:cs typeface="Lato"/>
              </a:rPr>
              <a:t>m</a:t>
            </a:r>
            <a:r>
              <a:rPr lang="en-US" sz="3600" b="0" i="0" dirty="0">
                <a:solidFill>
                  <a:srgbClr val="000000"/>
                </a:solidFill>
                <a:latin typeface="Lato"/>
                <a:cs typeface="Lato"/>
              </a:rPr>
              <a:t> + </a:t>
            </a:r>
            <a:r>
              <a:rPr lang="en-US" sz="3600" b="0" i="1" dirty="0">
                <a:solidFill>
                  <a:srgbClr val="000000"/>
                </a:solidFill>
                <a:latin typeface="Lato"/>
                <a:cs typeface="Lato"/>
              </a:rPr>
              <a:t>p</a:t>
            </a:r>
            <a:r>
              <a:rPr lang="en-US" sz="3600" b="0" i="0" dirty="0">
                <a:solidFill>
                  <a:srgbClr val="000000"/>
                </a:solidFill>
                <a:latin typeface="Lato"/>
                <a:cs typeface="Lato"/>
              </a:rPr>
              <a:t>)</a:t>
            </a:r>
          </a:p>
        </p:txBody>
      </p:sp>
      <p:cxnSp>
        <p:nvCxnSpPr>
          <p:cNvPr id="209" name="Fraction bar"/>
          <p:cNvCxnSpPr/>
          <p:nvPr/>
        </p:nvCxnSpPr>
        <p:spPr>
          <a:xfrm>
            <a:off x="731520" y="2468880"/>
            <a:ext cx="3931920" cy="0"/>
          </a:xfrm>
          <a:prstGeom prst="line">
            <a:avLst/>
          </a:prstGeom>
          <a:ln w="22225">
            <a:solidFill>
              <a:srgbClr val="000000"/>
            </a:solidFill>
          </a:ln>
        </p:spPr>
      </p:cxnSp>
      <p:sp>
        <p:nvSpPr>
          <p:cNvPr id="210" name="Denominator"/>
          <p:cNvSpPr txBox="1"/>
          <p:nvPr/>
        </p:nvSpPr>
        <p:spPr>
          <a:xfrm>
            <a:off x="731520" y="2542032"/>
            <a:ext cx="3931920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ctr">
              <a:buNone/>
            </a:pPr>
            <a:r>
              <a:rPr lang="en-US" sz="3600" b="0" i="1" dirty="0">
                <a:solidFill>
                  <a:srgbClr val="000000"/>
                </a:solidFill>
                <a:latin typeface="Lato"/>
                <a:cs typeface="Lato"/>
              </a:rPr>
              <a:t>yn</a:t>
            </a:r>
          </a:p>
        </p:txBody>
      </p:sp>
      <p:sp>
        <p:nvSpPr>
          <p:cNvPr id="211" name="Percent"/>
          <p:cNvSpPr txBox="1"/>
          <p:nvPr/>
        </p:nvSpPr>
        <p:spPr>
          <a:xfrm>
            <a:off x="4800600" y="2148840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dirty="0">
                <a:solidFill>
                  <a:srgbClr val="000000"/>
                </a:solidFill>
                <a:latin typeface="Lato"/>
                <a:cs typeface="Lato"/>
              </a:rPr>
              <a:t>%</a:t>
            </a:r>
          </a:p>
        </p:txBody>
      </p:sp>
      <p:graphicFrame>
        <p:nvGraphicFramePr>
          <p:cNvPr id="212" name="Definitions"/>
          <p:cNvGraphicFramePr>
            <a:graphicFrameLocks noGrp="1"/>
          </p:cNvGraphicFramePr>
          <p:nvPr/>
        </p:nvGraphicFramePr>
        <p:xfrm>
          <a:off x="5852160" y="1463040"/>
          <a:ext cx="5788152" cy="2846832"/>
        </p:xfrm>
        <a:graphic>
          <a:graphicData uri="http://schemas.openxmlformats.org/drawingml/2006/table">
            <a:tbl>
              <a:tblPr firstRow="1"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5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Variable</a:t>
                      </a:r>
                    </a:p>
                  </a:txBody>
                  <a:tcPr marL="54864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Definition</a:t>
                      </a:r>
                    </a:p>
                  </a:txBody>
                  <a:tcPr marL="54864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i="1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k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number of staff seeking promotion through the appointment of subordinates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i="1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m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person-hours devoted to work in the department doing a particular task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i="1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p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difference between ages of appointment and retirement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i="1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n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number of units being administered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i="1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y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total original staff</a:t>
                      </a:r>
                    </a:p>
                  </a:txBody>
                  <a:tcPr marL="54864" marT="64008" marB="64008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213" name="Stat rule"/>
          <p:cNvCxnSpPr/>
          <p:nvPr/>
        </p:nvCxnSpPr>
        <p:spPr>
          <a:xfrm>
            <a:off x="731520" y="4617720"/>
            <a:ext cx="10908792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214" name="Growth rate"/>
          <p:cNvSpPr txBox="1"/>
          <p:nvPr/>
        </p:nvSpPr>
        <p:spPr>
          <a:xfrm>
            <a:off x="731520" y="4800600"/>
            <a:ext cx="5120640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dirty="0">
                <a:solidFill>
                  <a:srgbClr val="C8102E"/>
                </a:solidFill>
                <a:latin typeface="Lato"/>
                <a:cs typeface="Lato"/>
              </a:rPr>
              <a:t>5.2% – 6.6%</a:t>
            </a:r>
          </a:p>
        </p:txBody>
      </p:sp>
      <p:sp>
        <p:nvSpPr>
          <p:cNvPr id="215" name="Growth label"/>
          <p:cNvSpPr txBox="1"/>
          <p:nvPr/>
        </p:nvSpPr>
        <p:spPr>
          <a:xfrm>
            <a:off x="5852160" y="4800600"/>
            <a:ext cx="5788152" cy="1371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000000"/>
                </a:solidFill>
                <a:latin typeface="Lato"/>
                <a:cs typeface="Lato"/>
              </a:rPr>
              <a:t>Left unchecked, nearly all bureaucracies exhibit annual growth rates of 5.2% p.a. – 6.6% p.a.</a:t>
            </a:r>
          </a:p>
        </p:txBody>
      </p:sp>
      <p:sp>
        <p:nvSpPr>
          <p:cNvPr id="216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Source: Parkinson’s Law deck</a:t>
            </a:r>
          </a:p>
        </p:txBody>
      </p:sp>
      <p:sp>
        <p:nvSpPr>
          <p:cNvPr id="217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218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11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3000" b="1" i="0" dirty="0">
                <a:solidFill>
                  <a:srgbClr val="000000"/>
                </a:solidFill>
                <a:latin typeface="Lato"/>
                <a:cs typeface="Lato"/>
              </a:rPr>
              <a:t>Symptoms of Complexity</a:t>
            </a:r>
          </a:p>
        </p:txBody>
      </p:sp>
      <p:sp>
        <p:nvSpPr>
          <p:cNvPr id="219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APPENDIX  |  PARKINSON’S LAW</a:t>
            </a:r>
          </a:p>
        </p:txBody>
      </p:sp>
      <p:sp>
        <p:nvSpPr>
          <p:cNvPr id="220" name="Header 1"/>
          <p:cNvSpPr/>
          <p:nvPr/>
        </p:nvSpPr>
        <p:spPr>
          <a:xfrm>
            <a:off x="731520" y="1371600"/>
            <a:ext cx="5271516" cy="566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Lato"/>
                <a:cs typeface="Lato"/>
              </a:rPr>
              <a:t>Culture and capability</a:t>
            </a:r>
          </a:p>
        </p:txBody>
      </p:sp>
      <p:sp>
        <p:nvSpPr>
          <p:cNvPr id="221" name="Body 1"/>
          <p:cNvSpPr txBox="1"/>
          <p:nvPr/>
        </p:nvSpPr>
        <p:spPr>
          <a:xfrm>
            <a:off x="749808" y="2103120"/>
            <a:ext cx="5234940" cy="4160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“Customers complain about how hard it is to do business with us”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“Takes us too long to make decisions”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“My ideas never make it up the chain”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“The staff feels demotivated”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“The staff feels micromanaged”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“I spend too much time on low-value work and managing bureaucracy”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“The staff is not accountable”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“We have a shallow talent bench”</a:t>
            </a:r>
          </a:p>
        </p:txBody>
      </p:sp>
      <p:sp>
        <p:nvSpPr>
          <p:cNvPr id="222" name="Header 2"/>
          <p:cNvSpPr/>
          <p:nvPr/>
        </p:nvSpPr>
        <p:spPr>
          <a:xfrm>
            <a:off x="6368796" y="1371600"/>
            <a:ext cx="5271516" cy="566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Lato"/>
                <a:cs typeface="Lato"/>
              </a:rPr>
              <a:t>Structure</a:t>
            </a:r>
          </a:p>
        </p:txBody>
      </p:sp>
      <p:sp>
        <p:nvSpPr>
          <p:cNvPr id="223" name="Body 2"/>
          <p:cNvSpPr txBox="1"/>
          <p:nvPr/>
        </p:nvSpPr>
        <p:spPr>
          <a:xfrm>
            <a:off x="6387084" y="2103120"/>
            <a:ext cx="5234940" cy="4160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Too many managers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People cost out of line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Low and inconsistent spans of control for managers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Too many layers between the first-line worker and the President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Too many layers between the decision maker and the customer</a:t>
            </a:r>
          </a:p>
          <a:p>
            <a:pPr marL="155448" indent="-155448" algn="l">
              <a:spcBef>
                <a:spcPts val="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000" b="0" i="0" dirty="0">
                <a:solidFill>
                  <a:srgbClr val="000000"/>
                </a:solidFill>
                <a:latin typeface="Lato"/>
                <a:cs typeface="Lato"/>
              </a:rPr>
              <a:t>A lot of redundancy across the organization</a:t>
            </a:r>
          </a:p>
        </p:txBody>
      </p:sp>
      <p:sp>
        <p:nvSpPr>
          <p:cNvPr id="224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Source: Parkinson’s Law deck</a:t>
            </a:r>
          </a:p>
        </p:txBody>
      </p:sp>
      <p:sp>
        <p:nvSpPr>
          <p:cNvPr id="225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226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12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55FEB1-6148-AD50-F092-714641BCC8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F6A5C-458B-CDB4-8E46-C50A4AADE57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 New Yorker’s View of the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585858"/>
                </a:solidFill>
                <a:latin typeface="Arial"/>
              </a:rPr>
              <a:t>Northeastern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50" b="1">
                <a:solidFill>
                  <a:srgbClr val="000000"/>
                </a:solidFill>
                <a:latin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206691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5645713" y="777240"/>
            <a:ext cx="5994599" cy="1371600"/>
          </a:xfrm>
        </p:spPr>
        <p:txBody>
          <a:bodyPr lIns="0" tIns="0" rIns="0" bIns="0" anchor="t">
            <a:normAutofit/>
          </a:bodyPr>
          <a:lstStyle/>
          <a:p>
            <a:pPr marL="0" indent="0">
              <a:buNone/>
            </a:pPr>
            <a:r>
              <a:rPr lang="en-US" sz="3400" b="1" i="0" dirty="0">
                <a:solidFill>
                  <a:srgbClr val="000000"/>
                </a:solidFill>
                <a:latin typeface="Lato"/>
                <a:cs typeface="Lato"/>
              </a:rPr>
              <a:t>A New Yorker’s View of the World</a:t>
            </a:r>
          </a:p>
        </p:txBody>
      </p:sp>
      <p:sp>
        <p:nvSpPr>
          <p:cNvPr id="227" name="Section label"/>
          <p:cNvSpPr txBox="1"/>
          <p:nvPr/>
        </p:nvSpPr>
        <p:spPr>
          <a:xfrm>
            <a:off x="5645713" y="411480"/>
            <a:ext cx="5994599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APPENDIX</a:t>
            </a:r>
          </a:p>
        </p:txBody>
      </p:sp>
      <p:pic>
        <p:nvPicPr>
          <p:cNvPr id="228" name="Picture" descr="The New Yorker cover, March 29, 1976: a Manhattan street view fading to a small distant worl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4319833" cy="5943600"/>
          </a:xfrm>
          <a:prstGeom prst="rect">
            <a:avLst/>
          </a:prstGeom>
          <a:ln w="12700">
            <a:solidFill>
              <a:srgbClr val="000000"/>
            </a:solidFill>
          </a:ln>
        </p:spPr>
      </p:pic>
      <p:sp>
        <p:nvSpPr>
          <p:cNvPr id="229" name="Disclaimer label"/>
          <p:cNvSpPr txBox="1"/>
          <p:nvPr/>
        </p:nvSpPr>
        <p:spPr>
          <a:xfrm>
            <a:off x="5645713" y="2331720"/>
            <a:ext cx="5994599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C8102E"/>
                </a:solidFill>
                <a:latin typeface="Lato"/>
                <a:cs typeface="Lato"/>
              </a:rPr>
              <a:t>DISCLAIMER</a:t>
            </a:r>
          </a:p>
        </p:txBody>
      </p:sp>
      <p:cxnSp>
        <p:nvCxnSpPr>
          <p:cNvPr id="230" name="Disclaimer rule"/>
          <p:cNvCxnSpPr/>
          <p:nvPr/>
        </p:nvCxnSpPr>
        <p:spPr>
          <a:xfrm>
            <a:off x="5645713" y="2743200"/>
            <a:ext cx="5994599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231" name="Disclaimer text"/>
          <p:cNvSpPr txBox="1"/>
          <p:nvPr/>
        </p:nvSpPr>
        <p:spPr>
          <a:xfrm>
            <a:off x="5645713" y="2926080"/>
            <a:ext cx="5994599" cy="31089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200" b="0" i="0" dirty="0">
                <a:solidFill>
                  <a:srgbClr val="000000"/>
                </a:solidFill>
                <a:latin typeface="Lato"/>
                <a:cs typeface="Lato"/>
              </a:rPr>
              <a:t>The following pages represent gross generalizations that are applicable only to individuals at other institutions</a:t>
            </a:r>
          </a:p>
          <a:p>
            <a:pPr marL="155448" indent="-155448" algn="l">
              <a:spcBef>
                <a:spcPts val="18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2200" b="0" i="0" dirty="0">
                <a:solidFill>
                  <a:srgbClr val="000000"/>
                </a:solidFill>
                <a:latin typeface="Lato"/>
                <a:cs typeface="Lato"/>
              </a:rPr>
              <a:t>Recognize that each of our own divisions/schools is perfect and that none of the behaviors described apply to us individually</a:t>
            </a:r>
          </a:p>
        </p:txBody>
      </p:sp>
      <p:sp>
        <p:nvSpPr>
          <p:cNvPr id="232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Image: The New Yorker, March 29, 1976</a:t>
            </a:r>
          </a:p>
        </p:txBody>
      </p:sp>
      <p:sp>
        <p:nvSpPr>
          <p:cNvPr id="233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234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14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3000" b="1" i="0" dirty="0">
                <a:solidFill>
                  <a:srgbClr val="000000"/>
                </a:solidFill>
                <a:latin typeface="Lato"/>
                <a:cs typeface="Lato"/>
              </a:rPr>
              <a:t>A Narcissistic View of the World</a:t>
            </a:r>
          </a:p>
        </p:txBody>
      </p:sp>
      <p:sp>
        <p:nvSpPr>
          <p:cNvPr id="235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APPENDIX</a:t>
            </a:r>
          </a:p>
        </p:txBody>
      </p:sp>
      <p:sp>
        <p:nvSpPr>
          <p:cNvPr id="236" name="Subtitle"/>
          <p:cNvSpPr txBox="1"/>
          <p:nvPr/>
        </p:nvSpPr>
        <p:spPr>
          <a:xfrm>
            <a:off x="731520" y="118872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C8102E"/>
                </a:solidFill>
                <a:latin typeface="Lato"/>
                <a:cs typeface="Lato"/>
              </a:rPr>
              <a:t>Part 1 of 2</a:t>
            </a:r>
          </a:p>
        </p:txBody>
      </p:sp>
      <p:sp>
        <p:nvSpPr>
          <p:cNvPr id="237" name="Header 1"/>
          <p:cNvSpPr/>
          <p:nvPr/>
        </p:nvSpPr>
        <p:spPr>
          <a:xfrm>
            <a:off x="731520" y="1645920"/>
            <a:ext cx="3520440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FFFFFF"/>
                </a:solidFill>
                <a:latin typeface="Lato"/>
                <a:cs typeface="Lato"/>
              </a:rPr>
              <a:t>Administrators view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Lato"/>
                <a:cs typeface="Lato"/>
              </a:rPr>
              <a:t>Deans as</a:t>
            </a:r>
          </a:p>
        </p:txBody>
      </p:sp>
      <p:sp>
        <p:nvSpPr>
          <p:cNvPr id="238" name="Body 1"/>
          <p:cNvSpPr txBox="1"/>
          <p:nvPr/>
        </p:nvSpPr>
        <p:spPr>
          <a:xfrm>
            <a:off x="749808" y="2423160"/>
            <a:ext cx="3483864" cy="3931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Trying to have and keep political capital and not being able to say “no”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Too inclined to say yes regardless of financial complications or long-term or unintended consequences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Protecting their turf and dynasty, subordinating university interests and agenda to the interests and agenda of the division/school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Too inclined to make expedient exceptions that result in damaging precedents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Striving to build a legacy of academic excellence regardless of resources available or cost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Leaders who uses resources as a scorecard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Captains of a luxury liner with a six-volt trolling motor</a:t>
            </a:r>
          </a:p>
        </p:txBody>
      </p:sp>
      <p:sp>
        <p:nvSpPr>
          <p:cNvPr id="239" name="Header 2"/>
          <p:cNvSpPr/>
          <p:nvPr/>
        </p:nvSpPr>
        <p:spPr>
          <a:xfrm>
            <a:off x="4434840" y="1645920"/>
            <a:ext cx="4206240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FFFFFF"/>
                </a:solidFill>
                <a:latin typeface="Lato"/>
                <a:cs typeface="Lato"/>
              </a:rPr>
              <a:t>Administrators view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Lato"/>
                <a:cs typeface="Lato"/>
              </a:rPr>
              <a:t>Chairs as</a:t>
            </a:r>
          </a:p>
        </p:txBody>
      </p:sp>
      <p:sp>
        <p:nvSpPr>
          <p:cNvPr id="240" name="Body 2"/>
          <p:cNvSpPr txBox="1"/>
          <p:nvPr/>
        </p:nvSpPr>
        <p:spPr>
          <a:xfrm>
            <a:off x="4453128" y="2423160"/>
            <a:ext cx="4169664" cy="3931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Inattentive to regulatory and compliance obligations in order to protect faculty life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Great academic leaders, but unprepared and less skilled at managing the financial, operational, human resources, and legal issues related to their huge enterprises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Favoring decentralized control –even at the expense of efficiency, effectiveness and expertise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Wanting a strong Dean and Dean’s Office for dealing with the university, legislature, and public, but a weak Dean and Dean’s Office when dealing with the department and faculty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A large group of independent contractors pursuing own careers and agendas with little loyalty or concern for university issues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Exhibiting huge sense of entitlement and lack of reality</a:t>
            </a:r>
          </a:p>
        </p:txBody>
      </p:sp>
      <p:sp>
        <p:nvSpPr>
          <p:cNvPr id="241" name="Header 3"/>
          <p:cNvSpPr/>
          <p:nvPr/>
        </p:nvSpPr>
        <p:spPr>
          <a:xfrm>
            <a:off x="8823960" y="1645920"/>
            <a:ext cx="2633472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FFFFFF"/>
                </a:solidFill>
                <a:latin typeface="Lato"/>
                <a:cs typeface="Lato"/>
              </a:rPr>
              <a:t>Administrators view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Lato"/>
                <a:cs typeface="Lato"/>
              </a:rPr>
              <a:t>the Center as</a:t>
            </a:r>
          </a:p>
        </p:txBody>
      </p:sp>
      <p:sp>
        <p:nvSpPr>
          <p:cNvPr id="242" name="Body 3"/>
          <p:cNvSpPr txBox="1"/>
          <p:nvPr/>
        </p:nvSpPr>
        <p:spPr>
          <a:xfrm>
            <a:off x="8842248" y="2423160"/>
            <a:ext cx="2596896" cy="3931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Condescending to Dean and faculty relative to business expertise, productivity and culture.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Underpaying/undervaluing the academic mission of a University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The enemy within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Behaving as though faculty work for them as opposed to their working for faculty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Having all the dollars and all the fun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A close relative that has just won the Powerball</a:t>
            </a:r>
          </a:p>
        </p:txBody>
      </p:sp>
      <p:sp>
        <p:nvSpPr>
          <p:cNvPr id="243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Gross generalizations that apply only to other institutions; see disclaimer on slide 13</a:t>
            </a:r>
          </a:p>
        </p:txBody>
      </p:sp>
      <p:sp>
        <p:nvSpPr>
          <p:cNvPr id="244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245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15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31520" y="530352"/>
            <a:ext cx="10908792" cy="621792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3000" b="1" i="0" dirty="0">
                <a:solidFill>
                  <a:srgbClr val="000000"/>
                </a:solidFill>
                <a:latin typeface="Lato"/>
                <a:cs typeface="Lato"/>
              </a:rPr>
              <a:t>A Narcissistic View of the World</a:t>
            </a:r>
          </a:p>
        </p:txBody>
      </p:sp>
      <p:sp>
        <p:nvSpPr>
          <p:cNvPr id="246" name="Section label"/>
          <p:cNvSpPr txBox="1"/>
          <p:nvPr/>
        </p:nvSpPr>
        <p:spPr>
          <a:xfrm>
            <a:off x="731520" y="292608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C8102E"/>
                </a:solidFill>
                <a:latin typeface="Lato"/>
                <a:cs typeface="Lato"/>
              </a:rPr>
              <a:t>APPENDIX</a:t>
            </a:r>
          </a:p>
        </p:txBody>
      </p:sp>
      <p:sp>
        <p:nvSpPr>
          <p:cNvPr id="247" name="Subtitle"/>
          <p:cNvSpPr txBox="1"/>
          <p:nvPr/>
        </p:nvSpPr>
        <p:spPr>
          <a:xfrm>
            <a:off x="731520" y="1188720"/>
            <a:ext cx="1090879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C8102E"/>
                </a:solidFill>
                <a:latin typeface="Lato"/>
                <a:cs typeface="Lato"/>
              </a:rPr>
              <a:t>Part 2 of 2</a:t>
            </a:r>
          </a:p>
        </p:txBody>
      </p:sp>
      <p:sp>
        <p:nvSpPr>
          <p:cNvPr id="248" name="Header 1"/>
          <p:cNvSpPr/>
          <p:nvPr/>
        </p:nvSpPr>
        <p:spPr>
          <a:xfrm>
            <a:off x="731520" y="1645920"/>
            <a:ext cx="2926080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Lato"/>
                <a:cs typeface="Lato"/>
              </a:rPr>
              <a:t>Chairs see</a:t>
            </a:r>
          </a:p>
        </p:txBody>
      </p:sp>
      <p:sp>
        <p:nvSpPr>
          <p:cNvPr id="249" name="Body 1"/>
          <p:cNvSpPr txBox="1"/>
          <p:nvPr/>
        </p:nvSpPr>
        <p:spPr>
          <a:xfrm>
            <a:off x="749808" y="2423160"/>
            <a:ext cx="2889504" cy="3931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The Center as a cash cow for their research missions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Deans as cash cows for their research and education missions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Development as a source of revenue for their own faculty and programs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Department administrators as their own with no responsibility to the institution at large</a:t>
            </a:r>
          </a:p>
        </p:txBody>
      </p:sp>
      <p:sp>
        <p:nvSpPr>
          <p:cNvPr id="250" name="Header 2"/>
          <p:cNvSpPr/>
          <p:nvPr/>
        </p:nvSpPr>
        <p:spPr>
          <a:xfrm>
            <a:off x="3840480" y="1645920"/>
            <a:ext cx="3840480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Lato"/>
                <a:cs typeface="Lato"/>
              </a:rPr>
              <a:t>The faculty see</a:t>
            </a:r>
          </a:p>
        </p:txBody>
      </p:sp>
      <p:sp>
        <p:nvSpPr>
          <p:cNvPr id="251" name="Body 2"/>
          <p:cNvSpPr txBox="1"/>
          <p:nvPr/>
        </p:nvSpPr>
        <p:spPr>
          <a:xfrm>
            <a:off x="3858768" y="2423160"/>
            <a:ext cx="3803904" cy="3931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The Chair as not supportive of their role and careers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The Dean as demanding their time for education without adequate reimbursement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The Dean as being too focused on other priorities of the department and not understanding of their individual national reputations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Development as never being able to raise enough support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Finance and administrative leaders as bureaucrats, regulators and moles for the dean and “administration”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Administration as unnecessary overhead</a:t>
            </a:r>
          </a:p>
        </p:txBody>
      </p:sp>
      <p:sp>
        <p:nvSpPr>
          <p:cNvPr id="252" name="Header 3"/>
          <p:cNvSpPr/>
          <p:nvPr/>
        </p:nvSpPr>
        <p:spPr>
          <a:xfrm>
            <a:off x="7863840" y="1645920"/>
            <a:ext cx="3776472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137160" tIns="45720" rIns="137160" bIns="4572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Lato"/>
                <a:cs typeface="Lato"/>
              </a:rPr>
              <a:t>Center staff see</a:t>
            </a:r>
          </a:p>
        </p:txBody>
      </p:sp>
      <p:sp>
        <p:nvSpPr>
          <p:cNvPr id="253" name="Body 3"/>
          <p:cNvSpPr txBox="1"/>
          <p:nvPr/>
        </p:nvSpPr>
        <p:spPr>
          <a:xfrm>
            <a:off x="7882128" y="2423160"/>
            <a:ext cx="3739896" cy="3931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Department Chairs as being uninterested in university initiatives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The Deans and finance/admin leaders as not understanding the pressures that the university is under and only wanting more money for academic programs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The Dean as being uninvolved in university initiatives and/or only interested in getting more resources from the Center</a:t>
            </a:r>
          </a:p>
          <a:p>
            <a:pPr marL="155448" indent="-155448" algn="l">
              <a:spcBef>
                <a:spcPts val="7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500" b="0" i="0" dirty="0">
                <a:solidFill>
                  <a:srgbClr val="000000"/>
                </a:solidFill>
                <a:latin typeface="Lato"/>
                <a:cs typeface="Lato"/>
              </a:rPr>
              <a:t>Deans as the owner of the ballpark who insists that all games (home and away) be played at his/her stadium</a:t>
            </a:r>
          </a:p>
        </p:txBody>
      </p:sp>
      <p:sp>
        <p:nvSpPr>
          <p:cNvPr id="254" name="Source"/>
          <p:cNvSpPr txBox="1"/>
          <p:nvPr/>
        </p:nvSpPr>
        <p:spPr>
          <a:xfrm>
            <a:off x="731520" y="6400800"/>
            <a:ext cx="594360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Gross generalizations that apply only to other institutions; see disclaimer on slide 13</a:t>
            </a:r>
          </a:p>
        </p:txBody>
      </p:sp>
      <p:sp>
        <p:nvSpPr>
          <p:cNvPr id="255" name="Footer"/>
          <p:cNvSpPr txBox="1"/>
          <p:nvPr/>
        </p:nvSpPr>
        <p:spPr>
          <a:xfrm>
            <a:off x="6675120" y="6400800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  <p:sp>
        <p:nvSpPr>
          <p:cNvPr id="256" name="Slide number"/>
          <p:cNvSpPr txBox="1"/>
          <p:nvPr/>
        </p:nvSpPr>
        <p:spPr>
          <a:xfrm>
            <a:off x="10195560" y="6400800"/>
            <a:ext cx="502920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fld id="{B6F15528-21DE-4FAA-801E-634DDDAF4B2B}" type="slidenum">
              <a:rPr lang="en-US" sz="1000" b="1" dirty="0">
                <a:solidFill>
                  <a:srgbClr val="000000"/>
                </a:solidFill>
                <a:latin typeface="Lato"/>
                <a:cs typeface="Lato"/>
              </a:rPr>
              <a:t>16</a:t>
            </a:fld>
            <a:endParaRPr lang="en-US" sz="1000" b="1" dirty="0">
              <a:solidFill>
                <a:srgbClr val="000000"/>
              </a:solidFill>
              <a:latin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5">
      <a:dk1>
        <a:srgbClr val="000000"/>
      </a:dk1>
      <a:lt1>
        <a:srgbClr val="FFFFFF"/>
      </a:lt1>
      <a:dk2>
        <a:srgbClr val="8C8080"/>
      </a:dk2>
      <a:lt2>
        <a:srgbClr val="E6D8D3"/>
      </a:lt2>
      <a:accent1>
        <a:srgbClr val="D31B2C"/>
      </a:accent1>
      <a:accent2>
        <a:srgbClr val="0ECCDE"/>
      </a:accent2>
      <a:accent3>
        <a:srgbClr val="A0E0EF"/>
      </a:accent3>
      <a:accent4>
        <a:srgbClr val="8C8080"/>
      </a:accent4>
      <a:accent5>
        <a:srgbClr val="BAAEA9"/>
      </a:accent5>
      <a:accent6>
        <a:srgbClr val="E6D8D3"/>
      </a:accent6>
      <a:hlink>
        <a:srgbClr val="61B6D0"/>
      </a:hlink>
      <a:folHlink>
        <a:srgbClr val="0C3354"/>
      </a:folHlink>
    </a:clrScheme>
    <a:fontScheme name="Custom 1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3DA0FE5B7403498889074FBA6C6F31" ma:contentTypeVersion="18" ma:contentTypeDescription="Create a new document." ma:contentTypeScope="" ma:versionID="5906518524b469aac52fd9117448a799">
  <xsd:schema xmlns:xsd="http://www.w3.org/2001/XMLSchema" xmlns:xs="http://www.w3.org/2001/XMLSchema" xmlns:p="http://schemas.microsoft.com/office/2006/metadata/properties" xmlns:ns2="574f7681-16bc-479c-bf3b-02bcf3c14331" xmlns:ns3="5440841a-9bdf-4b43-8cf3-204ecaedf527" xmlns:ns4="e9952153-5aa5-42e8-8300-ccc6398e6c31" targetNamespace="http://schemas.microsoft.com/office/2006/metadata/properties" ma:root="true" ma:fieldsID="765bd0cb89e3a349f472ddfc8c5f5fc2" ns2:_="" ns3:_="" ns4:_="">
    <xsd:import namespace="574f7681-16bc-479c-bf3b-02bcf3c14331"/>
    <xsd:import namespace="5440841a-9bdf-4b43-8cf3-204ecaedf527"/>
    <xsd:import namespace="e9952153-5aa5-42e8-8300-ccc6398e6c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4f7681-16bc-479c-bf3b-02bcf3c143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99a8f194-becd-4f93-a34b-b9b3045b78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40841a-9bdf-4b43-8cf3-204ecaedf52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952153-5aa5-42e8-8300-ccc6398e6c31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a61dac97-85de-4f35-afb1-65ea9b1e43f0}" ma:internalName="TaxCatchAll" ma:showField="CatchAllData" ma:web="5440841a-9bdf-4b43-8cf3-204ecaedf5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5440841a-9bdf-4b43-8cf3-204ecaedf527">
      <UserInfo>
        <DisplayName>Lucas, Eliza</DisplayName>
        <AccountId>6326</AccountId>
        <AccountType/>
      </UserInfo>
      <UserInfo>
        <DisplayName>Skarep, Denis</DisplayName>
        <AccountId>333</AccountId>
        <AccountType/>
      </UserInfo>
      <UserInfo>
        <DisplayName>Workman, Michael</DisplayName>
        <AccountId>7596</AccountId>
        <AccountType/>
      </UserInfo>
      <UserInfo>
        <DisplayName>Horn, Clare</DisplayName>
        <AccountId>29</AccountId>
        <AccountType/>
      </UserInfo>
      <UserInfo>
        <DisplayName>Anzuoni, Rebecca</DisplayName>
        <AccountId>32</AccountId>
        <AccountType/>
      </UserInfo>
      <UserInfo>
        <DisplayName>Borchardt, Melody</DisplayName>
        <AccountId>7822</AccountId>
        <AccountType/>
      </UserInfo>
    </SharedWithUsers>
    <TaxCatchAll xmlns="e9952153-5aa5-42e8-8300-ccc6398e6c31" xsi:nil="true"/>
    <lcf76f155ced4ddcb4097134ff3c332f xmlns="574f7681-16bc-479c-bf3b-02bcf3c14331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D1C160D-87C7-4193-8AC2-7AFEA0640E88}">
  <ds:schemaRefs>
    <ds:schemaRef ds:uri="5440841a-9bdf-4b43-8cf3-204ecaedf527"/>
    <ds:schemaRef ds:uri="574f7681-16bc-479c-bf3b-02bcf3c14331"/>
    <ds:schemaRef ds:uri="e9952153-5aa5-42e8-8300-ccc6398e6c3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4E6B35C-799D-4F79-8476-A0E275E394C0}">
  <ds:schemaRefs>
    <ds:schemaRef ds:uri="5440841a-9bdf-4b43-8cf3-204ecaedf527"/>
    <ds:schemaRef ds:uri="574f7681-16bc-479c-bf3b-02bcf3c14331"/>
    <ds:schemaRef ds:uri="d6d2383b-45a0-4ddb-a407-c494fb1d4267"/>
    <ds:schemaRef ds:uri="e9952153-5aa5-42e8-8300-ccc6398e6c31"/>
    <ds:schemaRef ds:uri="f8b34fd3-af78-4807-b886-7e6a01a185d3"/>
    <ds:schemaRef ds:uri="fb9ca303-d760-4e0a-88f1-ba207c332aa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B017AB2-AB12-4B0F-BA1F-EBEC12CAA94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removed="0"/>
  <clbl:label id="{ba5a7f39-e3be-4ab3-b450-67fa80faecad}" enabled="0" method="" siteId="{ba5a7f39-e3be-4ab3-b450-67fa80faeca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2134</Words>
  <Application>Microsoft Office PowerPoint</Application>
  <PresentationFormat>Widescreen</PresentationFormat>
  <Paragraphs>335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Lato</vt:lpstr>
      <vt:lpstr>Lato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andres Molina</dc:creator>
  <cp:lastModifiedBy>Sweet, Brett</cp:lastModifiedBy>
  <cp:revision>2</cp:revision>
  <dcterms:created xsi:type="dcterms:W3CDTF">2024-01-15T09:30:40Z</dcterms:created>
  <dcterms:modified xsi:type="dcterms:W3CDTF">2026-09-30T13:57:23Z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0x010100353DA0FE5B7403498889074FBA6C6F31</vt:lpwstr>
  </property>
  <property fmtid="{D5CDD505-2E9C-101B-9397-08002B2CF9AE}" pid="3" name="MediaServiceImageTags">
    <vt:lpwstr/>
  </property>
</Properties>
</file>